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520697af89b475d" /><Relationship Type="http://schemas.openxmlformats.org/officeDocument/2006/relationships/extended-properties" Target="/docProps/app.xml" Id="Rbd05510c42ea4540" /><Relationship Type="http://schemas.openxmlformats.org/officeDocument/2006/relationships/officeDocument" Target="/ppt/presentation.xml" Id="Re765df0301654086" /></Relationships>
</file>

<file path=ppt/presentation.xml><?xml version="1.0" encoding="utf-8"?>
<p:presentation xmlns:p="http://schemas.openxmlformats.org/presentationml/2006/main">
  <p:sldMasterIdLst>
    <p:sldMasterId xmlns:r="http://schemas.openxmlformats.org/officeDocument/2006/relationships" id="2147483648" r:id="R03cb9d4512474b14"/>
  </p:sldMasterIdLst>
  <p:notesMasterIdLst>
    <p:notesMasterId xmlns:r="http://schemas.openxmlformats.org/officeDocument/2006/relationships" r:id="Rd02afa5144b24c51"/>
  </p:notesMasterIdLst>
  <p:sldIdLst>
    <p:sldId xmlns:r="http://schemas.openxmlformats.org/officeDocument/2006/relationships" id="256" r:id="R687453e2894f438a"/>
    <p:sldId xmlns:r="http://schemas.openxmlformats.org/officeDocument/2006/relationships" id="257" r:id="Rf4bfa66443704f7b"/>
    <p:sldId xmlns:r="http://schemas.openxmlformats.org/officeDocument/2006/relationships" id="258" r:id="R2f35b068ee494a67"/>
    <p:sldId xmlns:r="http://schemas.openxmlformats.org/officeDocument/2006/relationships" id="259" r:id="R7ac57c4f05084cd9"/>
    <p:sldId xmlns:r="http://schemas.openxmlformats.org/officeDocument/2006/relationships" id="260" r:id="R9ca776dee4374e9d"/>
    <p:sldId xmlns:r="http://schemas.openxmlformats.org/officeDocument/2006/relationships" id="261" r:id="R8e60084060de435b"/>
    <p:sldId xmlns:r="http://schemas.openxmlformats.org/officeDocument/2006/relationships" id="262" r:id="R9134d37d4bcf4396"/>
    <p:sldId xmlns:r="http://schemas.openxmlformats.org/officeDocument/2006/relationships" id="263" r:id="Rcc728b69c4c94361"/>
    <p:sldId xmlns:r="http://schemas.openxmlformats.org/officeDocument/2006/relationships" id="264" r:id="Rce9560ceb2df4dac"/>
    <p:sldId xmlns:r="http://schemas.openxmlformats.org/officeDocument/2006/relationships" id="265" r:id="Re3e7c7ef6e0c41c3"/>
    <p:sldId xmlns:r="http://schemas.openxmlformats.org/officeDocument/2006/relationships" id="266" r:id="R7edd8272053f4db3"/>
    <p:sldId xmlns:r="http://schemas.openxmlformats.org/officeDocument/2006/relationships" id="267" r:id="Rb12a76542f0546f6"/>
    <p:sldId xmlns:r="http://schemas.openxmlformats.org/officeDocument/2006/relationships" id="268" r:id="R7729b4318cea472d"/>
    <p:sldId xmlns:r="http://schemas.openxmlformats.org/officeDocument/2006/relationships" id="269" r:id="R3469c0741e704b77"/>
    <p:sldId xmlns:r="http://schemas.openxmlformats.org/officeDocument/2006/relationships" id="270" r:id="R50f8d13680604564"/>
    <p:sldId xmlns:r="http://schemas.openxmlformats.org/officeDocument/2006/relationships" id="271" r:id="Rc0490a0fd47d408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edbc634af2d4066" /><Relationship Type="http://schemas.openxmlformats.org/officeDocument/2006/relationships/slideMaster" Target="/ppt/slideMasters/slideMaster1.xml" Id="R03cb9d4512474b14" /><Relationship Type="http://schemas.openxmlformats.org/officeDocument/2006/relationships/notesMaster" Target="/ppt/notesMasters/notesMaster1.xml" Id="Rd02afa5144b24c51" /><Relationship Type="http://schemas.openxmlformats.org/officeDocument/2006/relationships/presProps" Target="/ppt/presProps.xml" Id="R9a02493b31d44721" /><Relationship Type="http://schemas.openxmlformats.org/officeDocument/2006/relationships/tableStyles" Target="/ppt/tableStyles.xml" Id="R16af7621c236404f" /><Relationship Type="http://schemas.openxmlformats.org/officeDocument/2006/relationships/slide" Target="/ppt/slides/slide1.xml" Id="R687453e2894f438a" /><Relationship Type="http://schemas.openxmlformats.org/officeDocument/2006/relationships/slide" Target="/ppt/slides/slide2.xml" Id="Rf4bfa66443704f7b" /><Relationship Type="http://schemas.openxmlformats.org/officeDocument/2006/relationships/slide" Target="/ppt/slides/slide3.xml" Id="R2f35b068ee494a67" /><Relationship Type="http://schemas.openxmlformats.org/officeDocument/2006/relationships/slide" Target="/ppt/slides/slide4.xml" Id="R7ac57c4f05084cd9" /><Relationship Type="http://schemas.openxmlformats.org/officeDocument/2006/relationships/slide" Target="/ppt/slides/slide5.xml" Id="R9ca776dee4374e9d" /><Relationship Type="http://schemas.openxmlformats.org/officeDocument/2006/relationships/slide" Target="/ppt/slides/slide6.xml" Id="R8e60084060de435b" /><Relationship Type="http://schemas.openxmlformats.org/officeDocument/2006/relationships/slide" Target="/ppt/slides/slide7.xml" Id="R9134d37d4bcf4396" /><Relationship Type="http://schemas.openxmlformats.org/officeDocument/2006/relationships/slide" Target="/ppt/slides/slide8.xml" Id="Rcc728b69c4c94361" /><Relationship Type="http://schemas.openxmlformats.org/officeDocument/2006/relationships/slide" Target="/ppt/slides/slide9.xml" Id="Rce9560ceb2df4dac" /><Relationship Type="http://schemas.openxmlformats.org/officeDocument/2006/relationships/slide" Target="/ppt/slides/slide10.xml" Id="Re3e7c7ef6e0c41c3" /><Relationship Type="http://schemas.openxmlformats.org/officeDocument/2006/relationships/slide" Target="/ppt/slides/slide11.xml" Id="R7edd8272053f4db3" /><Relationship Type="http://schemas.openxmlformats.org/officeDocument/2006/relationships/slide" Target="/ppt/slides/slide12.xml" Id="Rb12a76542f0546f6" /><Relationship Type="http://schemas.openxmlformats.org/officeDocument/2006/relationships/slide" Target="/ppt/slides/slide13.xml" Id="R7729b4318cea472d" /><Relationship Type="http://schemas.openxmlformats.org/officeDocument/2006/relationships/slide" Target="/ppt/slides/slide14.xml" Id="R3469c0741e704b77" /><Relationship Type="http://schemas.openxmlformats.org/officeDocument/2006/relationships/slide" Target="/ppt/slides/slide15.xml" Id="R50f8d13680604564" /><Relationship Type="http://schemas.openxmlformats.org/officeDocument/2006/relationships/slide" Target="/ppt/slides/slide16.xml" Id="Rc0490a0fd47d408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accd217c7c346e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aa5e874db5e4a9a" /><Relationship Type="http://schemas.openxmlformats.org/officeDocument/2006/relationships/notesMaster" Target="/ppt/notesMasters/notesMaster1.xml" Id="Re31e847c15864633" /></Relationships>
</file>

<file path=ppt/notesSlides/_rels/notesSlide2.xml.rels>&#65279;<?xml version="1.0" encoding="utf-8"?><Relationships xmlns="http://schemas.openxmlformats.org/package/2006/relationships"><Relationship Type="http://schemas.openxmlformats.org/officeDocument/2006/relationships/slide" Target="/ppt/slides/slide2.xml" Id="R9c3113a4505a4663" /><Relationship Type="http://schemas.openxmlformats.org/officeDocument/2006/relationships/notesMaster" Target="/ppt/notesMasters/notesMaster1.xml" Id="R10aa6858d39a49be" /></Relationships>
</file>

<file path=ppt/notesSlides/_rels/notesSlide3.xml.rels>&#65279;<?xml version="1.0" encoding="utf-8"?><Relationships xmlns="http://schemas.openxmlformats.org/package/2006/relationships"><Relationship Type="http://schemas.openxmlformats.org/officeDocument/2006/relationships/slide" Target="/ppt/slides/slide3.xml" Id="R6585490bb90d430d" /><Relationship Type="http://schemas.openxmlformats.org/officeDocument/2006/relationships/notesMaster" Target="/ppt/notesMasters/notesMaster1.xml" Id="Ref0f870072114890" /></Relationships>
</file>

<file path=ppt/notesSlides/_rels/notesSlide4.xml.rels>&#65279;<?xml version="1.0" encoding="utf-8"?><Relationships xmlns="http://schemas.openxmlformats.org/package/2006/relationships"><Relationship Type="http://schemas.openxmlformats.org/officeDocument/2006/relationships/slide" Target="/ppt/slides/slide4.xml" Id="Rf45686e849944647" /><Relationship Type="http://schemas.openxmlformats.org/officeDocument/2006/relationships/notesMaster" Target="/ppt/notesMasters/notesMaster1.xml" Id="Rea233bc47fd94c6a" /></Relationships>
</file>

<file path=ppt/notesSlides/_rels/notesSlide5.xml.rels>&#65279;<?xml version="1.0" encoding="utf-8"?><Relationships xmlns="http://schemas.openxmlformats.org/package/2006/relationships"><Relationship Type="http://schemas.openxmlformats.org/officeDocument/2006/relationships/slide" Target="/ppt/slides/slide5.xml" Id="R0581407faed64db4" /><Relationship Type="http://schemas.openxmlformats.org/officeDocument/2006/relationships/notesMaster" Target="/ppt/notesMasters/notesMaster1.xml" Id="Rdbfbe9b08f48457a" /></Relationships>
</file>

<file path=ppt/notesSlides/_rels/notesSlide6.xml.rels>&#65279;<?xml version="1.0" encoding="utf-8"?><Relationships xmlns="http://schemas.openxmlformats.org/package/2006/relationships"><Relationship Type="http://schemas.openxmlformats.org/officeDocument/2006/relationships/slide" Target="/ppt/slides/slide6.xml" Id="Rf7af7351be044d47" /><Relationship Type="http://schemas.openxmlformats.org/officeDocument/2006/relationships/notesMaster" Target="/ppt/notesMasters/notesMaster1.xml" Id="R345546fb118a4233" /></Relationships>
</file>

<file path=ppt/notesSlides/_rels/notesSlide7.xml.rels>&#65279;<?xml version="1.0" encoding="utf-8"?><Relationships xmlns="http://schemas.openxmlformats.org/package/2006/relationships"><Relationship Type="http://schemas.openxmlformats.org/officeDocument/2006/relationships/slide" Target="/ppt/slides/slide7.xml" Id="Rb71f5412effe40d1" /><Relationship Type="http://schemas.openxmlformats.org/officeDocument/2006/relationships/notesMaster" Target="/ppt/notesMasters/notesMaster1.xml" Id="R4ca309a18a7d4ee3" /></Relationships>
</file>

<file path=ppt/notesSlides/_rels/notesSlide8.xml.rels>&#65279;<?xml version="1.0" encoding="utf-8"?><Relationships xmlns="http://schemas.openxmlformats.org/package/2006/relationships"><Relationship Type="http://schemas.openxmlformats.org/officeDocument/2006/relationships/slide" Target="/ppt/slides/slide8.xml" Id="Red5d06f083bb46b9" /><Relationship Type="http://schemas.openxmlformats.org/officeDocument/2006/relationships/notesMaster" Target="/ppt/notesMasters/notesMaster1.xml" Id="Re3e573287f0d4682" /></Relationships>
</file>

<file path=ppt/notesSlides/_rels/notesSlide9.xml.rels>&#65279;<?xml version="1.0" encoding="utf-8"?><Relationships xmlns="http://schemas.openxmlformats.org/package/2006/relationships"><Relationship Type="http://schemas.openxmlformats.org/officeDocument/2006/relationships/slide" Target="/ppt/slides/slide9.xml" Id="R8f1f24014161483b" /><Relationship Type="http://schemas.openxmlformats.org/officeDocument/2006/relationships/notesMaster" Target="/ppt/notesMasters/notesMaster1.xml" Id="R809bb25620754a7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55af4dde621426e" /><Relationship Type="http://schemas.openxmlformats.org/officeDocument/2006/relationships/notesMaster" Target="/ppt/notesMasters/notesMaster1.xml" Id="Rff22d3f43510482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929638f54874cff" /><Relationship Type="http://schemas.openxmlformats.org/officeDocument/2006/relationships/notesMaster" Target="/ppt/notesMasters/notesMaster1.xml" Id="R50e14e12f4e442d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97c0da440e5424d" /><Relationship Type="http://schemas.openxmlformats.org/officeDocument/2006/relationships/notesMaster" Target="/ppt/notesMasters/notesMaster1.xml" Id="R32e362e8e2d54c5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672e9ba4f774ba4" /><Relationship Type="http://schemas.openxmlformats.org/officeDocument/2006/relationships/notesMaster" Target="/ppt/notesMasters/notesMaster1.xml" Id="R4fcd89f638ca490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c8337b7bd9545f4" /><Relationship Type="http://schemas.openxmlformats.org/officeDocument/2006/relationships/notesMaster" Target="/ppt/notesMasters/notesMaster1.xml" Id="R6778cfb8370c498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eaee8dcd0744ae4" /><Relationship Type="http://schemas.openxmlformats.org/officeDocument/2006/relationships/notesMaster" Target="/ppt/notesMasters/notesMaster1.xml" Id="Rf3e24a4420804f9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b4f12634a7f4c90" /><Relationship Type="http://schemas.openxmlformats.org/officeDocument/2006/relationships/notesMaster" Target="/ppt/notesMasters/notesMaster1.xml" Id="Rd234af833a0a42f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«Queremos explicar cómo la radiación afecta la electrónica de Voyager, incluyendo las partes que no son computadoras. Al 14 de octubre de 2026 ambas sondas tienen 49 años. Que continúen siendo útiles no significa que todas sus piezas funcionen como al comienzo. La radiación puede provocar una señal falsa por un instante, dejar un estado equivocado o degradar un componente. Vamos a recorrer esos efectos y ver qué decisiones de ingeniería ayudan a limitar sus consecuencias.»</a:t>
            </a:r>
          </a:p>
          <a:p xmlns:a="http://schemas.openxmlformats.org/drawingml/2006/main">
            <a:r>
              <a:t/>
            </a:r>
          </a:p>
          <a:p xmlns:a="http://schemas.openxmlformats.org/drawingml/2006/main">
            <a:r>
              <a:t>FUENTES Y LOCALIZADORES</a:t>
            </a:r>
          </a:p>
          <a:p xmlns:a="http://schemas.openxmlformats.org/drawingml/2006/main">
            <a:r>
              <a:t>[S06](04_fuentes.md#s06), [S07](04_fuentes.md#s07), [S21](04_fuentes.md#s21); dossier §§1 y 6.</a:t>
            </a:r>
          </a:p>
          <a:p xmlns:a="http://schemas.openxmlformats.org/drawingml/2006/main">
            <a:r>
              <a:t>S06 — Voyager Fact Sheet</a:t>
            </a:r>
          </a:p>
          <a:p xmlns:a="http://schemas.openxmlformats.org/drawingml/2006/main">
            <a:r>
              <a:t>https://science.nasa.gov/mission/voyager/fact-sheet/</a:t>
            </a:r>
          </a:p>
          <a:p xmlns:a="http://schemas.openxmlformats.org/drawingml/2006/main">
            <a:r>
              <a:t>S07 — Where Are Voyager 1 and 2 Now</a:t>
            </a:r>
          </a:p>
          <a:p xmlns:a="http://schemas.openxmlformats.org/drawingml/2006/main">
            <a:r>
              <a:t>https://science.nasa.gov/mission/voyager/where-are-voyager-1-and-voyager-2-now/</a:t>
            </a:r>
          </a:p>
          <a:p xmlns:a="http://schemas.openxmlformats.org/drawingml/2006/main">
            <a:r>
              <a:t>S21 — Radiation Effects on Electronics 101 Kenneth LaBel</a:t>
            </a:r>
          </a:p>
          <a:p xmlns:a="http://schemas.openxmlformats.org/drawingml/2006/main">
            <a:r>
              <a:t>https://nepp.nasa.gov/DocUploads/392333B0-7A48-4A04-A3A72B0B1DD73343/Rad_Effects_101_WebEx.pdf</a:t>
            </a:r>
          </a:p>
          <a:p xmlns:a="http://schemas.openxmlformats.org/drawingml/2006/main">
            <a:r>
              <a:t/>
            </a:r>
          </a:p>
          <a:p xmlns:a="http://schemas.openxmlformats.org/drawingml/2006/main">
            <a:r>
              <a:t>LECTURA DE LA FIGURA</a:t>
            </a:r>
          </a:p>
          <a:p xmlns:a="http://schemas.openxmlformats.org/drawingml/2006/main">
            <a:r>
              <a:t>La ilustración de S37 localiza el bus, los instrumentos y los RTG. Es un esquema de la nave, no una placa electrónica. Al corte 14/10/2026 ambas sondas superan los 49 años. Introducir la pregunta: continuar produciendo ciencia admite degradación, capacidades reducidas y recuperación.</a:t>
            </a:r>
          </a:p>
          <a:p xmlns:a="http://schemas.openxmlformats.org/drawingml/2006/main">
            <a:r>
              <a:t>S37: 45 Years Ago: Voyager 1 Begins its Epic Journey to the Outer Planets and Beyond</a:t>
            </a:r>
          </a:p>
          <a:p xmlns:a="http://schemas.openxmlformats.org/drawingml/2006/main">
            <a:r>
              <a:t>https://www.nasa.gov/history/45-years-ago-voyager-1-begins-its-epic-journey-to-the-outer-planets-and-beyond/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 rayos cósmicos galácticos incluyen principalmente núcleos, como protones y helio, y llegan desde fuera del sistema solar. El Sol también produce episodios de partículas energéticas. Además, las magnetosferas planetarias pueden atrapar partículas, como ocurre en Júpiter. La energía ayuda a determinar cómo penetra e interactúa una partícula; el flujo indica cuántas llegan por área y tiempo. La dosis mide energía depositada por masa en un material. Por eso no podemos tomar una cantidad de partículas y llamarla directamente dosis del chip: necesitamos saber qué deposita energía y dónde.»</a:t>
            </a:r>
          </a:p>
          <a:p xmlns:a="http://schemas.openxmlformats.org/drawingml/2006/main">
            <a:r>
              <a:t/>
            </a:r>
          </a:p>
          <a:p xmlns:a="http://schemas.openxmlformats.org/drawingml/2006/main">
            <a:r>
              <a:t>FUENTES Y LOCALIZADORES</a:t>
            </a:r>
          </a:p>
          <a:p xmlns:a="http://schemas.openxmlformats.org/drawingml/2006/main">
            <a:r>
              <a:t>[S01](04_fuentes.md#s01) §II; [S17](04_fuentes.md#s17); [S21](04_fuentes.md#s21) pp. 4–17.</a:t>
            </a:r>
          </a:p>
          <a:p xmlns:a="http://schemas.openxmlformats.org/drawingml/2006/main">
            <a:r>
              <a:t>S01 — Voyager Electronic Parts Radiation Program Volume I</a:t>
            </a:r>
          </a:p>
          <a:p xmlns:a="http://schemas.openxmlformats.org/drawingml/2006/main">
            <a:r>
              <a:t>https://ntrs.nasa.gov/api/citations/19780007219/downloads/19780007219.pdf</a:t>
            </a:r>
          </a:p>
          <a:p xmlns:a="http://schemas.openxmlformats.org/drawingml/2006/main">
            <a:r>
              <a:t>S17 — Cosmic Rays Introduction NASA GSFC</a:t>
            </a:r>
          </a:p>
          <a:p xmlns:a="http://schemas.openxmlformats.org/drawingml/2006/main">
            <a:r>
              <a:t>https://imagine.gsfc.nasa.gov/science/toolbox/cosmic_rays1_orig.html</a:t>
            </a:r>
          </a:p>
          <a:p xmlns:a="http://schemas.openxmlformats.org/drawingml/2006/main">
            <a:r>
              <a:t>S21 — Radiation Effects on Electronics 101 Kenneth LaBel</a:t>
            </a:r>
          </a:p>
          <a:p xmlns:a="http://schemas.openxmlformats.org/drawingml/2006/main">
            <a:r>
              <a:t>https://nepp.nasa.gov/DocUploads/392333B0-7A48-4A04-A3A72B0B1DD73343/Rad_Effects_101_WebEx.pdf</a:t>
            </a:r>
          </a:p>
          <a:p xmlns:a="http://schemas.openxmlformats.org/drawingml/2006/main">
            <a:r>
              <a:t/>
            </a:r>
          </a:p>
          <a:p xmlns:a="http://schemas.openxmlformats.org/drawingml/2006/main">
            <a:r>
              <a:t>LECTURA DE LA FIGURA</a:t>
            </a:r>
          </a:p>
          <a:p xmlns:a="http://schemas.openxmlformats.org/drawingml/2006/main">
            <a:r>
              <a:t>Los puntos representan partículas sin escala de tamaño o energía. No se conectan los tres ambientes: no son etapas. El flujo cuenta partículas por área y tiempo; la dosis depende de energía depositada y masa del material. Los cinturones incluyen electrones y protones; la primera etiqueta solo caracteriza la población galáctica de modo abreviado.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«Ambas sondas pasaron por Júpiter y Saturno; Voyager 2 continuó a Urano y Neptuno. Hoy están fuera de la heliosfera. Para el diseño, los electrones de Júpiter eran una amenaza importante. Los informes establecieron exposiciones y requisitos de protección según la ubicación del equipo. Tenemos mediciones recientes de partículas de Voyager 2, pero son datos de un instrumento con una respuesta propia. Entre ese ambiente y un chip hay materiales, blindaje y geometría. Los requisitos de diseño no son una medición de la dosis acumulada durante toda la misión.»</a:t>
            </a:r>
          </a:p>
          <a:p xmlns:a="http://schemas.openxmlformats.org/drawingml/2006/main">
            <a:r>
              <a:t/>
            </a:r>
          </a:p>
          <a:p xmlns:a="http://schemas.openxmlformats.org/drawingml/2006/main">
            <a:r>
              <a:t>FUENTES Y LOCALIZADORES</a:t>
            </a:r>
          </a:p>
          <a:p xmlns:a="http://schemas.openxmlformats.org/drawingml/2006/main">
            <a:r>
              <a:t>[S01](04_fuentes.md#s01) tablas 2-1/3-1; [S06](04_fuentes.md#s06), [S18](04_fuentes.md#s18), [S19](04_fuentes.md#s19), [S20](04_fuentes.md#s20), [S29](04_fuentes.md#s29), [S33](04_fuentes.md#s33). Distancias exactas fuera de la pantalla; fechas en dossier §1.3.</a:t>
            </a:r>
          </a:p>
          <a:p xmlns:a="http://schemas.openxmlformats.org/drawingml/2006/main">
            <a:r>
              <a:t>S01 — Voyager Electronic Parts Radiation Program Volume I</a:t>
            </a:r>
          </a:p>
          <a:p xmlns:a="http://schemas.openxmlformats.org/drawingml/2006/main">
            <a:r>
              <a:t>https://ntrs.nasa.gov/api/citations/19780007219/downloads/19780007219.pdf</a:t>
            </a:r>
          </a:p>
          <a:p xmlns:a="http://schemas.openxmlformats.org/drawingml/2006/main">
            <a:r>
              <a:t>S06 — Voyager Fact Sheet</a:t>
            </a:r>
          </a:p>
          <a:p xmlns:a="http://schemas.openxmlformats.org/drawingml/2006/main">
            <a:r>
              <a:t>https://science.nasa.gov/mission/voyager/fact-sheet/</a:t>
            </a:r>
          </a:p>
          <a:p xmlns:a="http://schemas.openxmlformats.org/drawingml/2006/main">
            <a:r>
              <a:t>S18 — Voyager CRS Data</a:t>
            </a:r>
          </a:p>
          <a:p xmlns:a="http://schemas.openxmlformats.org/drawingml/2006/main">
            <a:r>
              <a:t>https://voyager.gsfc.nasa.gov/data.html</a:t>
            </a:r>
          </a:p>
          <a:p xmlns:a="http://schemas.openxmlformats.org/drawingml/2006/main">
            <a:r>
              <a:t>S19 — Voyager CRS Flux Time History</a:t>
            </a:r>
          </a:p>
          <a:p xmlns:a="http://schemas.openxmlformats.org/drawingml/2006/main">
            <a:r>
              <a:t>https://voyager.gsfc.nasa.gov/flux.html</a:t>
            </a:r>
          </a:p>
          <a:p xmlns:a="http://schemas.openxmlformats.org/drawingml/2006/main">
            <a:r>
              <a:t>S20 — Voyager 2 PGH Rate six hour averages</a:t>
            </a:r>
          </a:p>
          <a:p xmlns:a="http://schemas.openxmlformats.org/drawingml/2006/main">
            <a:r>
              <a:t>https://voyager.gsfc.nasa.gov/_recent/data/v2_3m_ipgh.txt</a:t>
            </a:r>
          </a:p>
          <a:p xmlns:a="http://schemas.openxmlformats.org/drawingml/2006/main">
            <a:r>
              <a:t>S29 — The Voyage to Interstellar Space</a:t>
            </a:r>
          </a:p>
          <a:p xmlns:a="http://schemas.openxmlformats.org/drawingml/2006/main">
            <a:r>
              <a:t>https://www.nasa.gov/solar-system/the-voyage-to-interstellar-space/</a:t>
            </a:r>
          </a:p>
          <a:p xmlns:a="http://schemas.openxmlformats.org/drawingml/2006/main">
            <a:r>
              <a:t>S33 — Voyager 2 PGH Rate documentation</a:t>
            </a:r>
          </a:p>
          <a:p xmlns:a="http://schemas.openxmlformats.org/drawingml/2006/main">
            <a:r>
              <a:t>https://voyager.gsfc.nasa.gov/v2pgh.html</a:t>
            </a:r>
          </a:p>
          <a:p xmlns:a="http://schemas.openxmlformats.org/drawingml/2006/main">
            <a:r>
              <a:t/>
            </a:r>
          </a:p>
          <a:p xmlns:a="http://schemas.openxmlformats.org/drawingml/2006/main">
            <a:r>
              <a:t>LECTURA DE LA FIGURA</a:t>
            </a:r>
          </a:p>
          <a:p xmlns:a="http://schemas.openxmlformats.org/drawingml/2006/main">
            <a:r>
              <a:t>Imágenes históricas NASA S37. La ilustración de heliosfera representa ambas sondas fuera, no distancias actuales. Sección inferior conceptual: material y geometría modifican el espectro y la deposición. Las flechas no cuantifican un factor de atenuación. Los 30 krad de diseño del bus en S01 no son dosis medida acumulada durante 49 años.</a:t>
            </a:r>
          </a:p>
          <a:p xmlns:a="http://schemas.openxmlformats.org/drawingml/2006/main">
            <a:r>
              <a:t>S37: 45 Years Ago: Voyager 1 Begins its Epic Journey to the Outer Planets and Beyond</a:t>
            </a:r>
          </a:p>
          <a:p xmlns:a="http://schemas.openxmlformats.org/drawingml/2006/main">
            <a:r>
              <a:t>https://www.nasa.gov/history/45-years-ago-voyager-1-begins-its-epic-journey-to-the-outer-planets-and-beyond/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nave combina alimentación, sensores, procesamiento y comunicaciones. En ellos encontramos resistencias, capacitores, dispositivos magnéticos, diodos, transistores, circuitos integrados y conexiones. La documentación describe un procesador y memorias CMOS en el sistema de datos, además de otras funciones lógicas CMOS. Para cada componente preguntaremos qué cambia. Puede aparecer un pulso que termina solo; ese pulso puede dejar un dato u orden incorrectos; o pueden cambiar parámetros y quedar daño. Son resultados diferentes y no una secuencia inevitable.»</a:t>
            </a:r>
          </a:p>
          <a:p xmlns:a="http://schemas.openxmlformats.org/drawingml/2006/main">
            <a:r>
              <a:t/>
            </a:r>
          </a:p>
          <a:p xmlns:a="http://schemas.openxmlformats.org/drawingml/2006/main">
            <a:r>
              <a:t>FUENTES Y LOCALIZADORES</a:t>
            </a:r>
          </a:p>
          <a:p xmlns:a="http://schemas.openxmlformats.org/drawingml/2006/main">
            <a:r>
              <a:t>[S01](04_fuentes.md#s01) §VI.B; [S03](04_fuentes.md#s03), [S04](04_fuentes.md#s04); [S21](04_fuentes.md#s21), [S22](04_fuentes.md#s22). Alcance de identificación: dossier §4.4.</a:t>
            </a:r>
          </a:p>
          <a:p xmlns:a="http://schemas.openxmlformats.org/drawingml/2006/main">
            <a:r>
              <a:t>S01 — Voyager Electronic Parts Radiation Program Volume I</a:t>
            </a:r>
          </a:p>
          <a:p xmlns:a="http://schemas.openxmlformats.org/drawingml/2006/main">
            <a:r>
              <a:t>https://ntrs.nasa.gov/api/citations/19780007219/downloads/19780007219.pdf</a:t>
            </a:r>
          </a:p>
          <a:p xmlns:a="http://schemas.openxmlformats.org/drawingml/2006/main">
            <a:r>
              <a:t>S03 — Voyager Backgrounder</a:t>
            </a:r>
          </a:p>
          <a:p xmlns:a="http://schemas.openxmlformats.org/drawingml/2006/main">
            <a:r>
              <a:t>https://ntrs.nasa.gov/api/citations/19810023559/downloads/19810023559.pdf</a:t>
            </a:r>
          </a:p>
          <a:p xmlns:a="http://schemas.openxmlformats.org/drawingml/2006/main">
            <a:r>
              <a:t>S04 — Computers in Spaceflight The NASA Experience</a:t>
            </a:r>
          </a:p>
          <a:p xmlns:a="http://schemas.openxmlformats.org/drawingml/2006/main">
            <a:r>
              <a:t>https://ntrs.nasa.gov/api/citations/19880069935/downloads/19880069935_Optimized.pdf</a:t>
            </a:r>
          </a:p>
          <a:p xmlns:a="http://schemas.openxmlformats.org/drawingml/2006/main">
            <a:r>
              <a:t>S21 — Radiation Effects on Electronics 101 Kenneth LaBel</a:t>
            </a:r>
          </a:p>
          <a:p xmlns:a="http://schemas.openxmlformats.org/drawingml/2006/main">
            <a:r>
              <a:t>https://nepp.nasa.gov/DocUploads/392333B0-7A48-4A04-A3A72B0B1DD73343/Rad_Effects_101_WebEx.pdf</a:t>
            </a:r>
          </a:p>
          <a:p xmlns:a="http://schemas.openxmlformats.org/drawingml/2006/main">
            <a:r>
              <a:t>S22 — JPL ASIC Guide Design for Radiation Tolerance</a:t>
            </a:r>
          </a:p>
          <a:p xmlns:a="http://schemas.openxmlformats.org/drawingml/2006/main">
            <a:r>
              <a:t>https://parts.jpl.nasa.gov/asic/Sect.3.4.html</a:t>
            </a:r>
          </a:p>
          <a:p xmlns:a="http://schemas.openxmlformats.org/drawingml/2006/main">
            <a:r>
              <a:t/>
            </a:r>
          </a:p>
          <a:p xmlns:a="http://schemas.openxmlformats.org/drawingml/2006/main">
            <a:r>
              <a:t>LECTURA DE LA FIGURA</a:t>
            </a:r>
          </a:p>
          <a:p xmlns:a="http://schemas.openxmlformats.org/drawingml/2006/main">
            <a:r>
              <a:t>Esquema funcional didáctico, no plano Voyager. Se omiten polarización, realimentación y conexiones detalladas de alimentación. El sensor produce señal; R/C acondicionan; amplificador y comparador forman una señal lógica; un registro puede conservar un estado y el transistor manda una carga inductiva. Las etiquetas pulso, estado y parámetro señalan resultados posibles, no etapas obligatorias.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 una resistencia importa su valor, pero también el aislamiento que la rodea. Una corriente no deseada puede crear una tensión considerable en una entrada de alta resistencia. En el instrumento PWS se consideró una corriente de carga de antena de cuatro microamperios y una resistencia de veinte megaohmios a masa: el producto da ochenta voltios. Esa resistencia ayuda a evacuar carga. Es un caso documentado, no una afirmación sobre cada resistencia de la nave.</a:t>
            </a:r>
          </a:p>
          <a:p xmlns:a="http://schemas.openxmlformats.org/drawingml/2006/main">
            <a:r>
              <a:t/>
            </a:r>
          </a:p>
          <a:p xmlns:a="http://schemas.openxmlformats.org/drawingml/2006/main">
            <a:r>
              <a:t>En el capacitor, los electrodos almacenan cargas opuestas y el dieléctrico limita la corriente entre ellos. La radiación puede generar portadores en ese aislante y hacer que conduzca más durante la exposición. Entonces crece la fuga. El capacitor puede perder carga y alterar un tiempo, incluso si después se recupera el aislamiento. El disparo puede adelantarse o retrasarse según cómo funcione ese temporizador. Si solo medimos capacitancia, podemos pasar por alto ese problema.</a:t>
            </a:r>
          </a:p>
          <a:p xmlns:a="http://schemas.openxmlformats.org/drawingml/2006/main">
            <a:r>
              <a:t/>
            </a:r>
          </a:p>
          <a:p xmlns:a="http://schemas.openxmlformats.org/drawingml/2006/main">
            <a:r>
              <a:t>El programa Voyager ensayó capacitores de teflón con cambios pequeños de capacitancia. Eso es evidencia favorable para ese parámetro y esas condiciones; no demuestra ausencia de todos los efectos. La mitigación exige elegir material, verificar aislamiento y comprobar que el circuito funcione con los parámetros previstos. Un capacitor usado como filtro tampoco elimina cualquier perturbación.»</a:t>
            </a:r>
          </a:p>
          <a:p xmlns:a="http://schemas.openxmlformats.org/drawingml/2006/main">
            <a:r>
              <a:t/>
            </a:r>
          </a:p>
          <a:p xmlns:a="http://schemas.openxmlformats.org/drawingml/2006/main">
            <a:r>
              <a:t>FUENTES Y LOCALIZADORES</a:t>
            </a:r>
          </a:p>
          <a:p xmlns:a="http://schemas.openxmlformats.org/drawingml/2006/main">
            <a:r>
              <a:t>[S01](04_fuentes.md#s01) p. 7-53; [S08](04_fuentes.md#s08) §5.G; [S24](04_fuentes.md#s24) p. 49. Dossier §§3.1–3.2 y 5.3–5.4.</a:t>
            </a:r>
          </a:p>
          <a:p xmlns:a="http://schemas.openxmlformats.org/drawingml/2006/main">
            <a:r>
              <a:t>S01 — Voyager Electronic Parts Radiation Program Volume I</a:t>
            </a:r>
          </a:p>
          <a:p xmlns:a="http://schemas.openxmlformats.org/drawingml/2006/main">
            <a:r>
              <a:t>https://ntrs.nasa.gov/api/citations/19780007219/downloads/19780007219.pdf</a:t>
            </a:r>
          </a:p>
          <a:p xmlns:a="http://schemas.openxmlformats.org/drawingml/2006/main">
            <a:r>
              <a:t>S08 — A Plasma Wave Investigation for the Voyager Mission</a:t>
            </a:r>
          </a:p>
          <a:p xmlns:a="http://schemas.openxmlformats.org/drawingml/2006/main">
            <a:r>
              <a:t>https://pds.nasa.gov/data/vg1-j-spice-6-spk-v2.0/vg_1501/document/pws/pwsinst.htm</a:t>
            </a:r>
          </a:p>
          <a:p xmlns:a="http://schemas.openxmlformats.org/drawingml/2006/main">
            <a:r>
              <a:t>S24 — Radiation Effects and Analysis Lessons Wyrwas Wilcox</a:t>
            </a:r>
          </a:p>
          <a:p xmlns:a="http://schemas.openxmlformats.org/drawingml/2006/main">
            <a:r>
              <a:t>https://nepp.nasa.gov/docs/etw/2022/16-JUN-THU/1600-Wyrwas-20220002512.pdf</a:t>
            </a:r>
          </a:p>
          <a:p xmlns:a="http://schemas.openxmlformats.org/drawingml/2006/main">
            <a:r>
              <a:t/>
            </a:r>
          </a:p>
          <a:p xmlns:a="http://schemas.openxmlformats.org/drawingml/2006/main">
            <a:r>
              <a:t>LECTURA DE LA FIGURA</a:t>
            </a:r>
          </a:p>
          <a:p xmlns:a="http://schemas.openxmlformats.org/drawingml/2006/main">
            <a:r>
              <a:t>Izquierda: caso PWS documentado, corriente de carga de antena de 4 µA y resistencia de 20 MΩ, 80 V. No dibuja un capacitor instalado en el PWS. Derecha: capacitor aislado inicialmente cargado; traza gris representa idealización sin fuga, azul descarga por fuga resistiva. Mismos ejes conceptuales, sin valores medidos. La radiación puede aumentar conductividad durante irradiación y alterar la descarga. Mitigación: aislamiento, material y margen; los ensayos B11B documentan capacitancia, no inmunidad a todo efecto.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 una unión existe un campo eléctrico. Si la radiación genera cargas positivas y negativas cerca de esa zona, el campo puede separarlas y producir una corriente que no estaba prevista. En un diodo conectado a una entrada, esa corriente puede parecer una señal. Cuando se recoge o recombina la carga extra, el pulso termina; no es necesario que el diodo quede dañado.</a:t>
            </a:r>
          </a:p>
          <a:p xmlns:a="http://schemas.openxmlformats.org/drawingml/2006/main">
            <a:r>
              <a:t/>
            </a:r>
          </a:p>
          <a:p xmlns:a="http://schemas.openxmlformats.org/drawingml/2006/main">
            <a:r>
              <a:t>El transistor bipolar suma otra cuestión: su ganancia. En funcionamiento normal, muchos portadores inyectados desde el emisor llegan al colector y otros se recombinan. La radiación puede crear defectos que facilitan la recombinación, o alterar superficies que aumentan la corriente de base. Para sostener una misma corriente de salida puede necesitarse más corriente de control. Si el circuito no tiene ese margen, cambia su funcionamiento.</a:t>
            </a:r>
          </a:p>
          <a:p xmlns:a="http://schemas.openxmlformats.org/drawingml/2006/main">
            <a:r>
              <a:t/>
            </a:r>
          </a:p>
          <a:p xmlns:a="http://schemas.openxmlformats.org/drawingml/2006/main">
            <a:r>
              <a:t>Por ejemplo, en un modelo sencillo de región activa, diez miliamperios de salida requieren una décima de miliamperio de base con ganancia cien. Si la ganancia cae a cincuenta, requieren el doble. Son valores ilustrativos. El programa Voyager midió degradación en modelos como 2N2222 y 2N2907A, y encontró diferencias entre fabricantes. Esto justifica ensayar y seleccionar, no confiar solo en el nombre del transistor.</a:t>
            </a:r>
          </a:p>
          <a:p xmlns:a="http://schemas.openxmlformats.org/drawingml/2006/main">
            <a:r>
              <a:t/>
            </a:r>
          </a:p>
          <a:p xmlns:a="http://schemas.openxmlformats.org/drawingml/2006/main">
            <a:r>
              <a:t>Un bipolar también puede entregar un pulso espurio sin haber perdido ganancia permanentemente. Por eso hay que evaluar tanto el parámetro degradado como lo que el circuito hace ante un pulso.»</a:t>
            </a:r>
          </a:p>
          <a:p xmlns:a="http://schemas.openxmlformats.org/drawingml/2006/main">
            <a:r>
              <a:t/>
            </a:r>
          </a:p>
          <a:p xmlns:a="http://schemas.openxmlformats.org/drawingml/2006/main">
            <a:r>
              <a:t>FUENTES Y LOCALIZADORES</a:t>
            </a:r>
          </a:p>
          <a:p xmlns:a="http://schemas.openxmlformats.org/drawingml/2006/main">
            <a:r>
              <a:t>[S01](04_fuentes.md#s01) §VII.B, figuras 7-1/7-2; [S21](04_fuentes.md#s21); [S35](04_fuentes.md#s35), [S36](04_fuentes.md#s36). Dossier §§3.4–3.5. No explicar diagramas de bandas durante el relato principal.</a:t>
            </a:r>
          </a:p>
          <a:p xmlns:a="http://schemas.openxmlformats.org/drawingml/2006/main">
            <a:r>
              <a:t>S01 — Voyager Electronic Parts Radiation Program Volume I</a:t>
            </a:r>
          </a:p>
          <a:p xmlns:a="http://schemas.openxmlformats.org/drawingml/2006/main">
            <a:r>
              <a:t>https://ntrs.nasa.gov/api/citations/19780007219/downloads/19780007219.pdf</a:t>
            </a:r>
          </a:p>
          <a:p xmlns:a="http://schemas.openxmlformats.org/drawingml/2006/main">
            <a:r>
              <a:t>S21 — Radiation Effects on Electronics 101 Kenneth LaBel</a:t>
            </a:r>
          </a:p>
          <a:p xmlns:a="http://schemas.openxmlformats.org/drawingml/2006/main">
            <a:r>
              <a:t>https://nepp.nasa.gov/DocUploads/392333B0-7A48-4A04-A3A72B0B1DD73343/Rad_Effects_101_WebEx.pdf</a:t>
            </a:r>
          </a:p>
          <a:p xmlns:a="http://schemas.openxmlformats.org/drawingml/2006/main">
            <a:r>
              <a:t>S35 — Testing and Hardness Assurance Guidelines for Single Event Transients in Linear Devices</a:t>
            </a:r>
          </a:p>
          <a:p xmlns:a="http://schemas.openxmlformats.org/drawingml/2006/main">
            <a:r>
              <a:t>https://nepp.nasa.gov/docuploads/FE7A50F8-E974-462D-8642C727C445125F/SET_Linear05.pdf</a:t>
            </a:r>
          </a:p>
          <a:p xmlns:a="http://schemas.openxmlformats.org/drawingml/2006/main">
            <a:r>
              <a:t>S36 — Hydrogen Contamination and Its Correlation with Enhanced Low-Dose-Rate Sensitivity</a:t>
            </a:r>
          </a:p>
          <a:p xmlns:a="http://schemas.openxmlformats.org/drawingml/2006/main">
            <a:r>
              <a:t>https://nepp.nasa.gov/files/25742/12_162_JPL_Adell_Hydrogen%20Contamination%20rec%201%207%2014.pdf</a:t>
            </a:r>
          </a:p>
          <a:p xmlns:a="http://schemas.openxmlformats.org/drawingml/2006/main">
            <a:r>
              <a:t/>
            </a:r>
          </a:p>
          <a:p xmlns:a="http://schemas.openxmlformats.org/drawingml/2006/main">
            <a:r>
              <a:t>LECTURA DE LA FIGURA</a:t>
            </a:r>
          </a:p>
          <a:p xmlns:a="http://schemas.openxmlformats.org/drawingml/2006/main">
            <a:r>
              <a:t>Izquierda: unión p–n, con separación de cargas dentro o cerca de la zona de colección. Flechas de cargas positivas hacia p y electrones hacia n; el campo tiene sentido n hacia p. No se dibuja una escala espacial ni una polarización de vuelo. Derecha: comparación cualitativa NPN con igual geometría: E emisor, B base, C colector. Las cruces representan recombinación adicional, no una fracción medida. Para sostener IC puede requerirse más IB. El modelo no distingue visualmente recombinación superficial y volumétrica: explicarlas verbalmente según el dossier. El dato cuantitativo ilustrativo queda en notas.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 un transistor MOS, la compuerta controla la conducción mediante un campo eléctrico a través de un aislante. La radiación puede generar carga en ese óxido. Parte se recombina o sale, pero otra puede quedar atrapada. Esa carga también genera campo: cambia la tensión de compuerta necesaria para obtener la misma conducción. Los defectos en la interfaz aportan otros cambios, por lo que no todos los dispositivos responden igual.</a:t>
            </a:r>
          </a:p>
          <a:p xmlns:a="http://schemas.openxmlformats.org/drawingml/2006/main">
            <a:r>
              <a:t/>
            </a:r>
          </a:p>
          <a:p xmlns:a="http://schemas.openxmlformats.org/drawingml/2006/main">
            <a:r>
              <a:t>En este gráfico del programa Voyager vemos corriente frente a tensión de compuerta antes y después de irradiar. La característica NMOS se desplaza: para una misma corriente cambia la tensión de compuerta. Para el circuito eso puede significar menos margen de encendido y apagado o más consumo. El programa modificó un paso de fabricación de la familia CMOS RCA para mejorar su comportamiento. No significa que el dispositivo se hiciera inmune.</a:t>
            </a:r>
          </a:p>
          <a:p xmlns:a="http://schemas.openxmlformats.org/drawingml/2006/main">
            <a:r>
              <a:t/>
            </a:r>
          </a:p>
          <a:p xmlns:a="http://schemas.openxmlformats.org/drawingml/2006/main">
            <a:r>
              <a:t>Por otro camino, la carga generada en el semiconductor puede perturbar un nodo por un instante. Un amplificador puede entregar un pulso falso; un comparador puede cambiar su salida; una memoria puede conservar el estado equivocado después de que el pulso desapareció. No todo pulso llega a alterar un estado: importa su amplitud, duración y cuándo lo recibe el siguiente bloque. El filtrado o la comprobación de estados pueden ayudar en una aplicación, pero deben verificarse y no reparan por sí solos un dispositivo dañado.»</a:t>
            </a:r>
          </a:p>
          <a:p xmlns:a="http://schemas.openxmlformats.org/drawingml/2006/main">
            <a:r>
              <a:t/>
            </a:r>
          </a:p>
          <a:p xmlns:a="http://schemas.openxmlformats.org/drawingml/2006/main">
            <a:r>
              <a:t>FUENTES Y LOCALIZADORES</a:t>
            </a:r>
          </a:p>
          <a:p xmlns:a="http://schemas.openxmlformats.org/drawingml/2006/main">
            <a:r>
              <a:t>[S01](04_fuentes.md#s01) §VI.B y figura 6-1; [S22](04_fuentes.md#s22), [S23](04_fuentes.md#s23); [S35](04_fuentes.md#s35). Mitigaciones generales identificadas como tales.</a:t>
            </a:r>
          </a:p>
          <a:p xmlns:a="http://schemas.openxmlformats.org/drawingml/2006/main">
            <a:r>
              <a:t>S01 — Voyager Electronic Parts Radiation Program Volume I</a:t>
            </a:r>
          </a:p>
          <a:p xmlns:a="http://schemas.openxmlformats.org/drawingml/2006/main">
            <a:r>
              <a:t>https://ntrs.nasa.gov/api/citations/19780007219/downloads/19780007219.pdf</a:t>
            </a:r>
          </a:p>
          <a:p xmlns:a="http://schemas.openxmlformats.org/drawingml/2006/main">
            <a:r>
              <a:t>S22 — JPL ASIC Guide Design for Radiation Tolerance</a:t>
            </a:r>
          </a:p>
          <a:p xmlns:a="http://schemas.openxmlformats.org/drawingml/2006/main">
            <a:r>
              <a:t>https://parts.jpl.nasa.gov/asic/Sect.3.4.html</a:t>
            </a:r>
          </a:p>
          <a:p xmlns:a="http://schemas.openxmlformats.org/drawingml/2006/main">
            <a:r>
              <a:t>S23 — JPL ASIC Guide Appendix Three</a:t>
            </a:r>
          </a:p>
          <a:p xmlns:a="http://schemas.openxmlformats.org/drawingml/2006/main">
            <a:r>
              <a:t>https://parts.jpl.nasa.gov/asic/Appendix.3.html</a:t>
            </a:r>
          </a:p>
          <a:p xmlns:a="http://schemas.openxmlformats.org/drawingml/2006/main">
            <a:r>
              <a:t>S35 — Testing and Hardness Assurance Guidelines for Single Event Transients in Linear Devices</a:t>
            </a:r>
          </a:p>
          <a:p xmlns:a="http://schemas.openxmlformats.org/drawingml/2006/main">
            <a:r>
              <a:t>https://nepp.nasa.gov/docuploads/FE7A50F8-E974-462D-8642C727C445125F/SET_Linear05.pdf</a:t>
            </a:r>
          </a:p>
          <a:p xmlns:a="http://schemas.openxmlformats.org/drawingml/2006/main">
            <a:r>
              <a:t/>
            </a:r>
          </a:p>
          <a:p xmlns:a="http://schemas.openxmlformats.org/drawingml/2006/main">
            <a:r>
              <a:t>LECTURA DE LA FIGURA</a:t>
            </a:r>
          </a:p>
          <a:p xmlns:a="http://schemas.openxmlformats.org/drawingml/2006/main">
            <a:r>
              <a:t>Sección de compuerta, óxido y semiconductor sin escala. Los signos positivos representan carga atrapada ilustrativa, no una densidad medida; los estados de interfaz también importan. Gráfica S01 fig. 6-1 conserva los dos dispositivos porque comparten ejes. Señalar las curvas NMOS de 0 y 150 krad. ID es corriente de drenador en escala logarítmica y VG tensión de compuerta. No leer umbral exacto del escaneo. Voyager documenta cambios del proceso CMOS RCA. Un transitorio en el semiconductor es otro mecanismo, desarrollado en el circuito compartido.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placas y los bobinados tienen materiales aislantes. Pueden acumular carga o conducir más; según las condiciones, una descarga puede inyectar un pulso en una conexión. La pista puede estar sana y conducir ese pulso hasta otra entrada. Importan los retornos y la conexión entre partes, además de proteger cada chip.</a:t>
            </a:r>
          </a:p>
          <a:p xmlns:a="http://schemas.openxmlformats.org/drawingml/2006/main">
            <a:r>
              <a:t/>
            </a:r>
          </a:p>
          <a:p xmlns:a="http://schemas.openxmlformats.org/drawingml/2006/main">
            <a:r>
              <a:t>En un transformador debemos separar el núcleo, el bobinado y su aislamiento. También puede pasar que el transistor de mando entregue un pulso incorrecto a un magnético sano. Algo similar ocurre con un relé: si recibe una orden equivocada suficientemente larga, puede conectar una carga aunque no esté dañado.</a:t>
            </a:r>
          </a:p>
          <a:p xmlns:a="http://schemas.openxmlformats.org/drawingml/2006/main">
            <a:r>
              <a:t/>
            </a:r>
          </a:p>
          <a:p xmlns:a="http://schemas.openxmlformats.org/drawingml/2006/main">
            <a:r>
              <a:t>Esta explicación general se basa en manuales NASA. Cuando no conocemos el material o modelo de vuelo lo dejamos explícito; tampoco confundimos una soldadura fatigada con daño por radiación.»</a:t>
            </a:r>
          </a:p>
          <a:p xmlns:a="http://schemas.openxmlformats.org/drawingml/2006/main">
            <a:r>
              <a:t/>
            </a:r>
          </a:p>
          <a:p xmlns:a="http://schemas.openxmlformats.org/drawingml/2006/main">
            <a:r>
              <a:t>FUENTES Y LOCALIZADORES</a:t>
            </a:r>
          </a:p>
          <a:p xmlns:a="http://schemas.openxmlformats.org/drawingml/2006/main">
            <a:r>
              <a:t>[S25](04_fuentes.md#s25) §4.1; [S26](04_fuentes.md#s26) §10.2.6.5; [S03](04_fuentes.md#s03) p. 16; [S08](04_fuentes.md#s08) §5.G.</a:t>
            </a:r>
          </a:p>
          <a:p xmlns:a="http://schemas.openxmlformats.org/drawingml/2006/main">
            <a:r>
              <a:t>S25 — NASA HDBK 4002B Mitigating In Space Charging Effects</a:t>
            </a:r>
          </a:p>
          <a:p xmlns:a="http://schemas.openxmlformats.org/drawingml/2006/main">
            <a:r>
              <a:t>https://standards.nasa.gov/sites/default/files/standards/NASA/B/0/2022-06-07-NASA-HDBK-4002B-Approved.pdf</a:t>
            </a:r>
          </a:p>
          <a:p xmlns:a="http://schemas.openxmlformats.org/drawingml/2006/main">
            <a:r>
              <a:t>S26 — MIL HDBK 978B NASA Parts Application Handbook Volume 4</a:t>
            </a:r>
          </a:p>
          <a:p xmlns:a="http://schemas.openxmlformats.org/drawingml/2006/main">
            <a:r>
              <a:t>https://nepp.nasa.gov/files/21544/MIL-HDBK-978B_vol4.pdf</a:t>
            </a:r>
          </a:p>
          <a:p xmlns:a="http://schemas.openxmlformats.org/drawingml/2006/main">
            <a:r>
              <a:t>S03 — Voyager Backgrounder</a:t>
            </a:r>
          </a:p>
          <a:p xmlns:a="http://schemas.openxmlformats.org/drawingml/2006/main">
            <a:r>
              <a:t>https://ntrs.nasa.gov/api/citations/19810023559/downloads/19810023559.pdf</a:t>
            </a:r>
          </a:p>
          <a:p xmlns:a="http://schemas.openxmlformats.org/drawingml/2006/main">
            <a:r>
              <a:t>S08 — A Plasma Wave Investigation for the Voyager Mission</a:t>
            </a:r>
          </a:p>
          <a:p xmlns:a="http://schemas.openxmlformats.org/drawingml/2006/main">
            <a:r>
              <a:t>https://pds.nasa.gov/data/vg1-j-spice-6-spk-v2.0/vg_1501/document/pws/pwsinst.htm</a:t>
            </a:r>
          </a:p>
          <a:p xmlns:a="http://schemas.openxmlformats.org/drawingml/2006/main">
            <a:r>
              <a:t/>
            </a:r>
          </a:p>
          <a:p xmlns:a="http://schemas.openxmlformats.org/drawingml/2006/main">
            <a:r>
              <a:t>LECTURA DE LA FIGURA</a:t>
            </a:r>
          </a:p>
          <a:p xmlns:a="http://schemas.openxmlformats.org/drawingml/2006/main">
            <a:r>
              <a:t>Izquierda: aislante y pista conceptual. La descarga solo ocurre bajo condiciones suficientes; las flechas no implican que toda carga produzca ruptura. Derecha: bobina de mando y contactos de un relé, no circuito completo ni modelo instalado. Una orden espuria suficientemente larga puede accionar un relé sano. Un pulso corto puede no hacerlo. Conectar verbalmente aislamiento, retornos y validación del mando como criterios generales; S03 documenta relés de potencia Voyager, sin identificar todos sus materiales.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 un detector de partículas, recoger la carga producida por radiación es la función. En un sensor óptico esa misma interacción puede parecer una luz que no llegó. Con exposición también puede cambiar la eficiencia del detector. En Voyager se documentaron daños después de Júpiter y ajustes de respuesta: recalibrar puede recuperar utilidad científica, pero no elimina los defectos. La cadena óptica también depende de emisor y receptor. Para cuarzo hay evidencia de selección mediante irradiación de muestras de barras. No atribuimos todo error de reloj al cristal: su electrónica también puede sufrir espurios.»</a:t>
            </a:r>
          </a:p>
          <a:p xmlns:a="http://schemas.openxmlformats.org/drawingml/2006/main">
            <a:r>
              <a:t/>
            </a:r>
          </a:p>
          <a:p xmlns:a="http://schemas.openxmlformats.org/drawingml/2006/main">
            <a:r>
              <a:t>FUENTES Y LOCALIZADORES</a:t>
            </a:r>
          </a:p>
          <a:p xmlns:a="http://schemas.openxmlformats.org/drawingml/2006/main">
            <a:r>
              <a:t>[S09](04_fuentes.md#s09); [S01](04_fuentes.md#s01) §§VII.I y VIII.F; [S26](04_fuentes.md#s26) §8.6.8; [S30](04_fuentes.md#s30).</a:t>
            </a:r>
          </a:p>
          <a:p xmlns:a="http://schemas.openxmlformats.org/drawingml/2006/main">
            <a:r>
              <a:t>S09 — Voyager CRS Instrument Problems</a:t>
            </a:r>
          </a:p>
          <a:p xmlns:a="http://schemas.openxmlformats.org/drawingml/2006/main">
            <a:r>
              <a:t>https://voyager.gsfc.nasa.gov/instrument_problems.html</a:t>
            </a:r>
          </a:p>
          <a:p xmlns:a="http://schemas.openxmlformats.org/drawingml/2006/main">
            <a:r>
              <a:t>S01 — Voyager Electronic Parts Radiation Program Volume I</a:t>
            </a:r>
          </a:p>
          <a:p xmlns:a="http://schemas.openxmlformats.org/drawingml/2006/main">
            <a:r>
              <a:t>https://ntrs.nasa.gov/api/citations/19780007219/downloads/19780007219.pdf</a:t>
            </a:r>
          </a:p>
          <a:p xmlns:a="http://schemas.openxmlformats.org/drawingml/2006/main">
            <a:r>
              <a:t>S26 — MIL HDBK 978B NASA Parts Application Handbook Volume 4</a:t>
            </a:r>
          </a:p>
          <a:p xmlns:a="http://schemas.openxmlformats.org/drawingml/2006/main">
            <a:r>
              <a:t>https://nepp.nasa.gov/files/21544/MIL-HDBK-978B_vol4.pdf</a:t>
            </a:r>
          </a:p>
          <a:p xmlns:a="http://schemas.openxmlformats.org/drawingml/2006/main">
            <a:r>
              <a:t>S30 — Voyager 1 and 2 Cosmic Ray Subsystem PDS</a:t>
            </a:r>
          </a:p>
          <a:p xmlns:a="http://schemas.openxmlformats.org/drawingml/2006/main">
            <a:r>
              <a:t>https://pds.nasa.gov/data/vg1-j-pls-5-summ-ele-mom-96.0sec-v1.1/vg_1501/document/crs/crsdata.htm</a:t>
            </a:r>
          </a:p>
          <a:p xmlns:a="http://schemas.openxmlformats.org/drawingml/2006/main">
            <a:r>
              <a:t/>
            </a:r>
          </a:p>
          <a:p xmlns:a="http://schemas.openxmlformats.org/drawingml/2006/main">
            <a:r>
              <a:t>LECTURA DE LA FIGURA</a:t>
            </a:r>
          </a:p>
          <a:p xmlns:a="http://schemas.openxmlformats.org/drawingml/2006/main">
            <a:r>
              <a:t>Las dos figuras muestran la misma interacción con significado funcional distinto. No representan la geometría de detectores Voyager. La calibración puede compensar cambios de respuesta sin reparar defectos. Cuarzo: símbolo de resonador piezoeléctrico conectado funcionalmente a la referencia de reloj; no oscilador completo. S01 documenta selección de barras mediante irradiación. La electrónica del oscilador puede introducir espurios aunque el resonador no cambie permanentemente.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«Imaginemos que aparece un pulso falso en un amplificador. Si supera el umbral del comparador y el receptor lo acepta, un registro cambia y ordena activar una carga. El amplificador se recupera, pero el registro sigue dando la orden. No se rompió necesariamente ninguna pieza. Si el pulso era demasiado corto, pequeño o llegó fuera del momento de captura, esa consecuencia puede no ocurrir.</a:t>
            </a:r>
          </a:p>
          <a:p xmlns:a="http://schemas.openxmlformats.org/drawingml/2006/main">
            <a:r>
              <a:t/>
            </a:r>
          </a:p>
          <a:p xmlns:a="http://schemas.openxmlformats.org/drawingml/2006/main">
            <a:r>
              <a:t>Un filtro puede reducir ciertas perturbaciones; validar la duración puede rechazar otras; comprobar o restablecer el estado ayuda después. Pero filtrar también puede retrasar una señal legítima. Son decisiones de circuito que hay que verificar, no soluciones universales. Este ejemplo explica el mecanismo y no reconstruye una falla concreta de Voyager.»</a:t>
            </a:r>
          </a:p>
          <a:p xmlns:a="http://schemas.openxmlformats.org/drawingml/2006/main">
            <a:r>
              <a:t/>
            </a:r>
          </a:p>
          <a:p xmlns:a="http://schemas.openxmlformats.org/drawingml/2006/main">
            <a:r>
              <a:t>FUENTES Y LOCALIZADORES</a:t>
            </a:r>
          </a:p>
          <a:p xmlns:a="http://schemas.openxmlformats.org/drawingml/2006/main">
            <a:r>
              <a:t>[S35](04_fuentes.md#s35) §§2 y 4; [S22](04_fuentes.md#s22) SET. Modelo propio, dossier §5.7.</a:t>
            </a:r>
          </a:p>
          <a:p xmlns:a="http://schemas.openxmlformats.org/drawingml/2006/main">
            <a:r>
              <a:t>S35 — Testing and Hardness Assurance Guidelines for Single Event Transients in Linear Devices</a:t>
            </a:r>
          </a:p>
          <a:p xmlns:a="http://schemas.openxmlformats.org/drawingml/2006/main">
            <a:r>
              <a:t>https://nepp.nasa.gov/docuploads/FE7A50F8-E974-462D-8642C727C445125F/SET_Linear05.pdf</a:t>
            </a:r>
          </a:p>
          <a:p xmlns:a="http://schemas.openxmlformats.org/drawingml/2006/main">
            <a:r>
              <a:t>S22 — JPL ASIC Guide Design for Radiation Tolerance</a:t>
            </a:r>
          </a:p>
          <a:p xmlns:a="http://schemas.openxmlformats.org/drawingml/2006/main">
            <a:r>
              <a:t>https://parts.jpl.nasa.gov/asic/Sect.3.4.html</a:t>
            </a:r>
          </a:p>
          <a:p xmlns:a="http://schemas.openxmlformats.org/drawingml/2006/main">
            <a:r>
              <a:t/>
            </a:r>
          </a:p>
          <a:p xmlns:a="http://schemas.openxmlformats.org/drawingml/2006/main">
            <a:r>
              <a:t>LECTURA DE LA FIGURA</a:t>
            </a:r>
          </a:p>
          <a:p xmlns:a="http://schemas.openxmlformats.org/drawingml/2006/main">
            <a:r>
              <a:t>Mismo esquema conceptual de la diapositiva 4. Las trazas comparten escala temporal conceptual, sin valores numéricos. La salida analógica vuelve al nivel inicial; el registro conserva el cambio si el comparador y la captura aceptan el pulso. No se afirma que todo pulso quede registrado ni que el esquema reproduzca una avería Voyager. Filtrado y validación pueden limitar propagación; recuperación de estado actúa después.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 informes de Voyager muestran ensayos de componentes, análisis de peor caso, selección, cambios de fabricación y blindaje específico. La arquitectura y el trabajo desde Tierra permitieron recuperar funciones. Cada medida trata un problema: reducir exposición no es lo mismo que tolerar una ganancia menor o corregir un estado erróneo.</a:t>
            </a:r>
          </a:p>
          <a:p xmlns:a="http://schemas.openxmlformats.org/drawingml/2006/main">
            <a:r>
              <a:t/>
            </a:r>
          </a:p>
          <a:p xmlns:a="http://schemas.openxmlformats.org/drawingml/2006/main">
            <a:r>
              <a:t>La evidencia también obliga a separar causas. Hay daño radiativo documentado en detectores tras Júpiter. En 2010 se corrigió un bit alterado, pero eso no identifica por sí solo una partícula causante. En 2024 se recuperó telemetría reubicando código tras una falla de memoria, cuya causa física no quedó resuelta entre las posibilidades publicadas. Además, apagar instrumentos para ahorrar energía no demuestra que esos instrumentos hayan sido destruidos por radiación.</a:t>
            </a:r>
          </a:p>
          <a:p xmlns:a="http://schemas.openxmlformats.org/drawingml/2006/main">
            <a:r>
              <a:t/>
            </a:r>
          </a:p>
          <a:p xmlns:a="http://schemas.openxmlformats.org/drawingml/2006/main">
            <a:r>
              <a:t>La conclusión es que la radiación puede alterar señales y parámetros. El diseño debe limitar ambas cosas y sus consecuencias. Voyager continúa produciendo ciencia con capacidades reducidas: eso muestra resistencia y recuperación del sistema, no ausencia de efectos.»</a:t>
            </a:r>
          </a:p>
          <a:p xmlns:a="http://schemas.openxmlformats.org/drawingml/2006/main">
            <a:r>
              <a:t/>
            </a:r>
          </a:p>
          <a:p xmlns:a="http://schemas.openxmlformats.org/drawingml/2006/main">
            <a:r>
              <a:t>FUENTES Y LOCALIZADORES</a:t>
            </a:r>
          </a:p>
          <a:p xmlns:a="http://schemas.openxmlformats.org/drawingml/2006/main">
            <a:r>
              <a:t>[S01](04_fuentes.md#s01), [S02](04_fuentes.md#s02), [S03](04_fuentes.md#s03), [S04](04_fuentes.md#s04), [S07](04_fuentes.md#s07), [S09](04_fuentes.md#s09), [S10](04_fuentes.md#s10), [S11](04_fuentes.md#s11), [S12](04_fuentes.md#s12), [S13](04_fuentes.md#s13), [S14](04_fuentes.md#s14), [S15](04_fuentes.md#s15), [S16](04_fuentes.md#s16). Presentar estado de instrumentos solo con fecha de corte si surge la pregunta.</a:t>
            </a:r>
          </a:p>
          <a:p xmlns:a="http://schemas.openxmlformats.org/drawingml/2006/main">
            <a:r>
              <a:t>S01 — Voyager Electronic Parts Radiation Program Volume I</a:t>
            </a:r>
          </a:p>
          <a:p xmlns:a="http://schemas.openxmlformats.org/drawingml/2006/main">
            <a:r>
              <a:t>https://ntrs.nasa.gov/api/citations/19780007219/downloads/19780007219.pdf</a:t>
            </a:r>
          </a:p>
          <a:p xmlns:a="http://schemas.openxmlformats.org/drawingml/2006/main">
            <a:r>
              <a:t>S02 — Voyager Electronic Parts Radiation Program Volume II</a:t>
            </a:r>
          </a:p>
          <a:p xmlns:a="http://schemas.openxmlformats.org/drawingml/2006/main">
            <a:r>
              <a:t>https://ntrs.nasa.gov/api/citations/19790006102/downloads/19790006102.pdf</a:t>
            </a:r>
          </a:p>
          <a:p xmlns:a="http://schemas.openxmlformats.org/drawingml/2006/main">
            <a:r>
              <a:t>S03 — Voyager Backgrounder</a:t>
            </a:r>
          </a:p>
          <a:p xmlns:a="http://schemas.openxmlformats.org/drawingml/2006/main">
            <a:r>
              <a:t>https://ntrs.nasa.gov/api/citations/19810023559/downloads/19810023559.pdf</a:t>
            </a:r>
          </a:p>
          <a:p xmlns:a="http://schemas.openxmlformats.org/drawingml/2006/main">
            <a:r>
              <a:t>S04 — Computers in Spaceflight The NASA Experience</a:t>
            </a:r>
          </a:p>
          <a:p xmlns:a="http://schemas.openxmlformats.org/drawingml/2006/main">
            <a:r>
              <a:t>https://ntrs.nasa.gov/api/citations/19880069935/downloads/19880069935_Optimized.pdf</a:t>
            </a:r>
          </a:p>
          <a:p xmlns:a="http://schemas.openxmlformats.org/drawingml/2006/main">
            <a:r>
              <a:t>S07 — Where Are Voyager 1 and 2 Now</a:t>
            </a:r>
          </a:p>
          <a:p xmlns:a="http://schemas.openxmlformats.org/drawingml/2006/main">
            <a:r>
              <a:t>https://science.nasa.gov/mission/voyager/where-are-voyager-1-and-voyager-2-now/</a:t>
            </a:r>
          </a:p>
          <a:p xmlns:a="http://schemas.openxmlformats.org/drawingml/2006/main">
            <a:r>
              <a:t>S09 — Voyager CRS Instrument Problems</a:t>
            </a:r>
          </a:p>
          <a:p xmlns:a="http://schemas.openxmlformats.org/drawingml/2006/main">
            <a:r>
              <a:t>https://voyager.gsfc.nasa.gov/instrument_problems.html</a:t>
            </a:r>
          </a:p>
          <a:p xmlns:a="http://schemas.openxmlformats.org/drawingml/2006/main">
            <a:r>
              <a:t>S10 — Voyager 2 FDS reset May 2010</a:t>
            </a:r>
          </a:p>
          <a:p xmlns:a="http://schemas.openxmlformats.org/drawingml/2006/main">
            <a:r>
              <a:t>https://voyager.gsfc.nasa.gov/Library/V2_FDS_reset.pdf</a:t>
            </a:r>
          </a:p>
          <a:p xmlns:a="http://schemas.openxmlformats.org/drawingml/2006/main">
            <a:r>
              <a:t>S11 — Engineers Pinpoint Cause of Voyager 1 Issue</a:t>
            </a:r>
          </a:p>
          <a:p xmlns:a="http://schemas.openxmlformats.org/drawingml/2006/main">
            <a:r>
              <a:t>https://science.nasa.gov/blogs/voyager/2024/04/04/engineers-pinpoint-cause-of-voyager-1-issue-are-working-on-solution/</a:t>
            </a:r>
          </a:p>
          <a:p xmlns:a="http://schemas.openxmlformats.org/drawingml/2006/main">
            <a:r>
              <a:t>S12 — Voyager 1 Resumes Sending Engineering Updates</a:t>
            </a:r>
          </a:p>
          <a:p xmlns:a="http://schemas.openxmlformats.org/drawingml/2006/main">
            <a:r>
              <a:t>https://www.jpl.nasa.gov/news/nasas-voyager-1-resumes-sending-engineering-updates-to-earth/</a:t>
            </a:r>
          </a:p>
          <a:p xmlns:a="http://schemas.openxmlformats.org/drawingml/2006/main">
            <a:r>
              <a:t>S13 — Voyager Will Do More Science With New Power Strategy</a:t>
            </a:r>
          </a:p>
          <a:p xmlns:a="http://schemas.openxmlformats.org/drawingml/2006/main">
            <a:r>
              <a:t>https://www.jpl.nasa.gov/news/nasas-voyager-will-do-more-science-with-new-power-strategy/</a:t>
            </a:r>
          </a:p>
          <a:p xmlns:a="http://schemas.openxmlformats.org/drawingml/2006/main">
            <a:r>
              <a:t>S14 — NASA Shuts Off Instrument on Voyager 1</a:t>
            </a:r>
          </a:p>
          <a:p xmlns:a="http://schemas.openxmlformats.org/drawingml/2006/main">
            <a:r>
              <a:t>https://science.nasa.gov/blogs/voyager/2026/04/17/nasa-shuts-off-instrument-on-voyager-1-to-keep-spacecraft-operating/</a:t>
            </a:r>
          </a:p>
          <a:p xmlns:a="http://schemas.openxmlformats.org/drawingml/2006/main">
            <a:r>
              <a:t>S15 — NASA Engineers Help Prolong Voyager 2 Science Mission</a:t>
            </a:r>
          </a:p>
          <a:p xmlns:a="http://schemas.openxmlformats.org/drawingml/2006/main">
            <a:r>
              <a:t>https://science.nasa.gov/blogs/voyager/2026/08/04/nasa-engineers-help-prolong-voyager-2s-science-mission/</a:t>
            </a:r>
          </a:p>
          <a:p xmlns:a="http://schemas.openxmlformats.org/drawingml/2006/main">
            <a:r>
              <a:t>S16 — NASA Turns Off 2 Voyager Science Instruments</a:t>
            </a:r>
          </a:p>
          <a:p xmlns:a="http://schemas.openxmlformats.org/drawingml/2006/main">
            <a:r>
              <a:t>https://science.nasa.gov/blogs/voyager/2025/03/05/nasa-turns-off-2-voyager-science-instruments-to-extend-mission/</a:t>
            </a:r>
          </a:p>
          <a:p xmlns:a="http://schemas.openxmlformats.org/drawingml/2006/main">
            <a:r>
              <a:t/>
            </a:r>
          </a:p>
          <a:p xmlns:a="http://schemas.openxmlformats.org/drawingml/2006/main">
            <a:r>
              <a:t>LECTURA DE LA FIGURA</a:t>
            </a:r>
          </a:p>
          <a:p xmlns:a="http://schemas.openxmlformats.org/drawingml/2006/main">
            <a:r>
              <a:t>El contorno representa conceptualmente protección alrededor del equipo, no distribución real de blindaje. S01 documenta blindaje específico, ensayos, selección y cambios de proceso. S04 documenta arquitectura redundante. En 2010 se corrigió un bit; no identifica por sí solo radiación. En 2024 se reubicó código ante falla de memoria con causa física no resuelta. Energía y temperatura también limitan. No atribuir a radiación apagados de ahorro energético.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Documentos principales para respaldar mecanismos, hardware y mitigación. Los informes de 2005, 2012 y 2022 no prueban por sí mismos prácticas Voyager.</a:t>
            </a:r>
          </a:p>
          <a:p xmlns:a="http://schemas.openxmlformats.org/drawingml/2006/main">
            <a:r>
              <a:t/>
            </a:r>
          </a:p>
          <a:p xmlns:a="http://schemas.openxmlformats.org/drawingml/2006/main">
            <a:r>
              <a:t>S01: Voyager Electronic Parts Radiation Program Volume I</a:t>
            </a:r>
          </a:p>
          <a:p xmlns:a="http://schemas.openxmlformats.org/drawingml/2006/main">
            <a:r>
              <a:t>https://ntrs.nasa.gov/api/citations/19780007219/downloads/19780007219.pdf</a:t>
            </a:r>
          </a:p>
          <a:p xmlns:a="http://schemas.openxmlformats.org/drawingml/2006/main">
            <a:r>
              <a:t/>
            </a:r>
          </a:p>
          <a:p xmlns:a="http://schemas.openxmlformats.org/drawingml/2006/main">
            <a:r>
              <a:t>S02: Voyager Electronic Parts Radiation Program Volume II</a:t>
            </a:r>
          </a:p>
          <a:p xmlns:a="http://schemas.openxmlformats.org/drawingml/2006/main">
            <a:r>
              <a:t>https://ntrs.nasa.gov/api/citations/19790006102/downloads/19790006102.pdf</a:t>
            </a:r>
          </a:p>
          <a:p xmlns:a="http://schemas.openxmlformats.org/drawingml/2006/main">
            <a:r>
              <a:t/>
            </a:r>
          </a:p>
          <a:p xmlns:a="http://schemas.openxmlformats.org/drawingml/2006/main">
            <a:r>
              <a:t>S04: Computers in Spaceflight The NASA Experience</a:t>
            </a:r>
          </a:p>
          <a:p xmlns:a="http://schemas.openxmlformats.org/drawingml/2006/main">
            <a:r>
              <a:t>https://ntrs.nasa.gov/api/citations/19880069935/downloads/19880069935_Optimized.pdf</a:t>
            </a:r>
          </a:p>
          <a:p xmlns:a="http://schemas.openxmlformats.org/drawingml/2006/main">
            <a:r>
              <a:t/>
            </a:r>
          </a:p>
          <a:p xmlns:a="http://schemas.openxmlformats.org/drawingml/2006/main">
            <a:r>
              <a:t>S08: A Plasma Wave Investigation for the Voyager Mission</a:t>
            </a:r>
          </a:p>
          <a:p xmlns:a="http://schemas.openxmlformats.org/drawingml/2006/main">
            <a:r>
              <a:t>https://pds.nasa.gov/data/vg1-j-spice-6-spk-v2.0/vg_1501/document/pws/pwsinst.htm</a:t>
            </a:r>
          </a:p>
          <a:p xmlns:a="http://schemas.openxmlformats.org/drawingml/2006/main">
            <a:r>
              <a:t/>
            </a:r>
          </a:p>
          <a:p xmlns:a="http://schemas.openxmlformats.org/drawingml/2006/main">
            <a:r>
              <a:t>S09: Voyager CRS Instrument Problems</a:t>
            </a:r>
          </a:p>
          <a:p xmlns:a="http://schemas.openxmlformats.org/drawingml/2006/main">
            <a:r>
              <a:t>https://voyager.gsfc.nasa.gov/instrument_problems.html</a:t>
            </a:r>
          </a:p>
          <a:p xmlns:a="http://schemas.openxmlformats.org/drawingml/2006/main">
            <a:r>
              <a:t/>
            </a:r>
          </a:p>
          <a:p xmlns:a="http://schemas.openxmlformats.org/drawingml/2006/main">
            <a:r>
              <a:t>S21: Radiation Effects on Electronics 101 Kenneth LaBel</a:t>
            </a:r>
          </a:p>
          <a:p xmlns:a="http://schemas.openxmlformats.org/drawingml/2006/main">
            <a:r>
              <a:t>https://nepp.nasa.gov/DocUploads/392333B0-7A48-4A04-A3A72B0B1DD73343/Rad_Effects_101_WebEx.pdf</a:t>
            </a:r>
          </a:p>
          <a:p xmlns:a="http://schemas.openxmlformats.org/drawingml/2006/main">
            <a:r>
              <a:t/>
            </a:r>
          </a:p>
          <a:p xmlns:a="http://schemas.openxmlformats.org/drawingml/2006/main">
            <a:r>
              <a:t>S25: NASA HDBK 4002B Mitigating In Space Charging Effects</a:t>
            </a:r>
          </a:p>
          <a:p xmlns:a="http://schemas.openxmlformats.org/drawingml/2006/main">
            <a:r>
              <a:t>https://standards.nasa.gov/sites/default/files/standards/NASA/B/0/2022-06-07-NASA-HDBK-4002B-Approved.pdf</a:t>
            </a:r>
          </a:p>
          <a:p xmlns:a="http://schemas.openxmlformats.org/drawingml/2006/main">
            <a:r>
              <a:t/>
            </a:r>
          </a:p>
          <a:p xmlns:a="http://schemas.openxmlformats.org/drawingml/2006/main">
            <a:r>
              <a:t>S35: Testing and Hardness Assurance Guidelines for Single Event Transients in Linear Devices</a:t>
            </a:r>
          </a:p>
          <a:p xmlns:a="http://schemas.openxmlformats.org/drawingml/2006/main">
            <a:r>
              <a:t>https://nepp.nasa.gov/docuploads/FE7A50F8-E974-462D-8642C727C445125F/SET_Linear05.pdf</a:t>
            </a:r>
          </a:p>
          <a:p xmlns:a="http://schemas.openxmlformats.org/drawingml/2006/main">
            <a:r>
              <a:t/>
            </a:r>
          </a:p>
          <a:p xmlns:a="http://schemas.openxmlformats.org/drawingml/2006/main">
            <a:r>
              <a:t>S36: Hydrogen Contamination and Its Correlation with Enhanced Low-Dose-Rate Sensitivity</a:t>
            </a:r>
          </a:p>
          <a:p xmlns:a="http://schemas.openxmlformats.org/drawingml/2006/main">
            <a:r>
              <a:t>https://nepp.nasa.gov/files/25742/12_162_JPL_Adell_Hydrogen%20Contamination%20rec%201%207%2014.pdf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S01 fig. 7-1, p. 7-3, PDF 101. Incremento de ganancia inversa frente a corriente de colector. Fluencia 5 × 10¹² electrones/cm². Comparar las curvas de fabricantes del 2N2222; no afirmar que el modelo comercial fija susceptibilidad ni que cada curva corresponde a una pieza instalada.</a:t>
            </a:r>
          </a:p>
          <a:p xmlns:a="http://schemas.openxmlformats.org/drawingml/2006/main">
            <a:r>
              <a:t>S01: Voyager Electronic Parts Radiation Program Volume I</a:t>
            </a:r>
          </a:p>
          <a:p xmlns:a="http://schemas.openxmlformats.org/drawingml/2006/main">
            <a:r>
              <a:t>https://ntrs.nasa.gov/api/citations/19780007219/downloads/19780007219.pdf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S35 p. 4, fig. 1. Ejemplo de circuito lineal, no Voyager. Condiciones: LET 9 MeV·cm²/mg, Vcc ±15 V, V+ 5 V. Eje temporal en segundos, marcas de microsegundos. La salida vuelve al nivel inicial. El receptor podría haber capturado un cambio.</a:t>
            </a:r>
          </a:p>
          <a:p xmlns:a="http://schemas.openxmlformats.org/drawingml/2006/main">
            <a:r>
              <a:t>S35: Testing and Hardness Assurance Guidelines for Single Event Transients in Linear Devices</a:t>
            </a:r>
          </a:p>
          <a:p xmlns:a="http://schemas.openxmlformats.org/drawingml/2006/main">
            <a:r>
              <a:t>https://nepp.nasa.gov/docuploads/FE7A50F8-E974-462D-8642C727C445125F/SET_Linear05.pdf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 pares representan redundancia de arquitectura; no implica duplicación idéntica de todas las funciones y estados en cualquier fecha. S04 pp. 182–184 describe prototipos TTL y evolución del FDS a CMOS. S01 §VI.B documenta 28 funciones CMOS usadas. No asignar TTL a todas las computadoras.</a:t>
            </a:r>
          </a:p>
          <a:p xmlns:a="http://schemas.openxmlformats.org/drawingml/2006/main">
            <a:r>
              <a:t>S01: Voyager Electronic Parts Radiation Program Volume I</a:t>
            </a:r>
          </a:p>
          <a:p xmlns:a="http://schemas.openxmlformats.org/drawingml/2006/main">
            <a:r>
              <a:t>https://ntrs.nasa.gov/api/citations/19780007219/downloads/19780007219.pdf</a:t>
            </a:r>
          </a:p>
          <a:p xmlns:a="http://schemas.openxmlformats.org/drawingml/2006/main">
            <a:r>
              <a:t/>
            </a:r>
          </a:p>
          <a:p xmlns:a="http://schemas.openxmlformats.org/drawingml/2006/main">
            <a:r>
              <a:t>S03: Voyager Backgrounder</a:t>
            </a:r>
          </a:p>
          <a:p xmlns:a="http://schemas.openxmlformats.org/drawingml/2006/main">
            <a:r>
              <a:t>https://ntrs.nasa.gov/api/citations/19810023559/downloads/19810023559.pdf</a:t>
            </a:r>
          </a:p>
          <a:p xmlns:a="http://schemas.openxmlformats.org/drawingml/2006/main">
            <a:r>
              <a:t/>
            </a:r>
          </a:p>
          <a:p xmlns:a="http://schemas.openxmlformats.org/drawingml/2006/main">
            <a:r>
              <a:t>S04: Computers in Spaceflight The NASA Experience</a:t>
            </a:r>
          </a:p>
          <a:p xmlns:a="http://schemas.openxmlformats.org/drawingml/2006/main">
            <a:r>
              <a:t>https://ntrs.nasa.gov/api/citations/19880069935/downloads/19880069935_Optimized.pdf</a:t>
            </a:r>
          </a:p>
          <a:p xmlns:a="http://schemas.openxmlformats.org/drawingml/2006/main">
            <a:r>
              <a:t/>
            </a:r>
          </a:p>
          <a:p xmlns:a="http://schemas.openxmlformats.org/drawingml/2006/main">
            <a:r>
              <a:t>S05: Voyager Frequently Asked Questions</a:t>
            </a:r>
          </a:p>
          <a:p xmlns:a="http://schemas.openxmlformats.org/drawingml/2006/main">
            <a:r>
              <a:t>https://science.nasa.gov/mission/voyager/frequently-asked-questions/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S01 p. 7-53 PDF 151. Resistencias Dale CDP16, CDP18, LDP16 y SDP16. Capacitores: seis muestras de cada valor, no inventario instalado. La evidencia corresponde a esos parámetros y condiciones. Capacitancia estable no demuestra ausencia de fuga transitoria. La fluencia de esta lámina no se confunde con dosis absorbida. La errata de S02 tabla A-2 se explica en el dossier.</a:t>
            </a:r>
          </a:p>
          <a:p xmlns:a="http://schemas.openxmlformats.org/drawingml/2006/main">
            <a:r>
              <a:t>S01: Voyager Electronic Parts Radiation Program Volume I</a:t>
            </a:r>
          </a:p>
          <a:p xmlns:a="http://schemas.openxmlformats.org/drawingml/2006/main">
            <a:r>
              <a:t>https://ntrs.nasa.gov/api/citations/19780007219/downloads/19780007219.pdf</a:t>
            </a:r>
          </a:p>
          <a:p xmlns:a="http://schemas.openxmlformats.org/drawingml/2006/main">
            <a:r>
              <a:t/>
            </a:r>
          </a:p>
          <a:p xmlns:a="http://schemas.openxmlformats.org/drawingml/2006/main">
            <a:r>
              <a:t>S02: Voyager Electronic Parts Radiation Program Volume II</a:t>
            </a:r>
          </a:p>
          <a:p xmlns:a="http://schemas.openxmlformats.org/drawingml/2006/main">
            <a:r>
              <a:t>https://ntrs.nasa.gov/api/citations/19790006102/downloads/19790006102.pdf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612d59af2a7444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9af292d980845e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89061b6296346b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c92c9baeb05485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6c99e82540545d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10bb44841ea440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14F58D2-3991-457B-8414-4958632D374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A3571D1-909A-498E-86E7-040DFFC1839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428ADE4-1F6F-4D87-9508-E25BC284366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55B2E61-CCF5-4FE7-B8FF-B325B657D4A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8553476-1FF1-470C-BFC4-3181BAD1591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CCC2894-B090-44D9-8F7B-4369919D02A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563040B-7F28-4E8B-95BD-43835BDACEA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1A64AB0-2CD1-4B95-AFE2-B1B265DB07D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3273A57-CF8E-4CA2-A102-3012D03D39B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4E1179D-9E52-4126-9E4D-861EB41D60D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8e28f72138f4245" /><Relationship Type="http://schemas.openxmlformats.org/officeDocument/2006/relationships/slideLayout" Target="/ppt/slideLayouts/slideLayout1.xml" Id="R80d0e6f9936e4ded" /><Relationship Type="http://schemas.openxmlformats.org/officeDocument/2006/relationships/slideLayout" Target="/ppt/slideLayouts/slideLayout2.xml" Id="R99dcdcbdae7c4b66" /><Relationship Type="http://schemas.openxmlformats.org/officeDocument/2006/relationships/slideLayout" Target="/ppt/slideLayouts/slideLayout3.xml" Id="Rf62a3d18d3a94726" /><Relationship Type="http://schemas.openxmlformats.org/officeDocument/2006/relationships/slideLayout" Target="/ppt/slideLayouts/slideLayout4.xml" Id="R3675e0cc4d084405" /><Relationship Type="http://schemas.openxmlformats.org/officeDocument/2006/relationships/slideLayout" Target="/ppt/slideLayouts/slideLayout5.xml" Id="Rb273e5dba1bb4280" /><Relationship Type="http://schemas.openxmlformats.org/officeDocument/2006/relationships/slideLayout" Target="/ppt/slideLayouts/slideLayout6.xml" Id="R5a54804dfadf454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0d0e6f9936e4ded"/>
    <p:sldLayoutId xmlns:r="http://schemas.openxmlformats.org/officeDocument/2006/relationships" id="2147483650" r:id="R99dcdcbdae7c4b66"/>
    <p:sldLayoutId xmlns:r="http://schemas.openxmlformats.org/officeDocument/2006/relationships" id="2147483651" r:id="Rf62a3d18d3a94726"/>
    <p:sldLayoutId xmlns:r="http://schemas.openxmlformats.org/officeDocument/2006/relationships" id="2147483652" r:id="R3675e0cc4d084405"/>
    <p:sldLayoutId xmlns:r="http://schemas.openxmlformats.org/officeDocument/2006/relationships" id="2147483653" r:id="Rb273e5dba1bb4280"/>
    <p:sldLayoutId xmlns:r="http://schemas.openxmlformats.org/officeDocument/2006/relationships" id="2147483654" r:id="R5a54804dfadf454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5ac9f86e4bb46ee" /><Relationship Type="http://schemas.openxmlformats.org/officeDocument/2006/relationships/image" Target="/ppt/media/image.jpeg" Id="Rdfea33f152f7416f" /><Relationship Type="http://schemas.openxmlformats.org/officeDocument/2006/relationships/notesSlide" Target="/ppt/notesSlides/notesSlide1.xml" Id="R4f17c4893c334cf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08d38ced0454f4e" /><Relationship Type="http://schemas.openxmlformats.org/officeDocument/2006/relationships/notesSlide" Target="/ppt/notesSlides/notesSlide2.xml" Id="R3f478b82bdc54e4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060796aef454e63" /><Relationship Type="http://schemas.openxmlformats.org/officeDocument/2006/relationships/image" Target="/ppt/media/image.png" Id="R142523fc14cc45c8" /><Relationship Type="http://schemas.openxmlformats.org/officeDocument/2006/relationships/image" Target="/ppt/media/image2.jpeg" Id="R81a5ee2e95f3436b" /><Relationship Type="http://schemas.openxmlformats.org/officeDocument/2006/relationships/notesSlide" Target="/ppt/notesSlides/notesSlide3.xml" Id="R8f7bbd78b2a4439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656b14af7eb43fd" /><Relationship Type="http://schemas.openxmlformats.org/officeDocument/2006/relationships/notesSlide" Target="/ppt/notesSlides/notesSlide4.xml" Id="R08e6eff5969d41d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157a33b16194157" /><Relationship Type="http://schemas.openxmlformats.org/officeDocument/2006/relationships/notesSlide" Target="/ppt/notesSlides/notesSlide5.xml" Id="R9e09ca41752b46f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23e371dc2af4e55" /><Relationship Type="http://schemas.openxmlformats.org/officeDocument/2006/relationships/notesSlide" Target="/ppt/notesSlides/notesSlide6.xml" Id="Rb2df070cadf340b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3545e32575d4ae6" /><Relationship Type="http://schemas.openxmlformats.org/officeDocument/2006/relationships/image" Target="/ppt/media/image2.png" Id="R2b18e04a99214850" /><Relationship Type="http://schemas.openxmlformats.org/officeDocument/2006/relationships/notesSlide" Target="/ppt/notesSlides/notesSlide7.xml" Id="R0a37bf3337374ce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b52722e28ac4628" /><Relationship Type="http://schemas.openxmlformats.org/officeDocument/2006/relationships/notesSlide" Target="/ppt/notesSlides/notesSlide8.xml" Id="R952b749411de440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ad0fb9335bf4b25" /><Relationship Type="http://schemas.openxmlformats.org/officeDocument/2006/relationships/notesSlide" Target="/ppt/notesSlides/notesSlide9.xml" Id="R3eb2a71116c44e4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fd9b9033e15418f" /><Relationship Type="http://schemas.openxmlformats.org/officeDocument/2006/relationships/notesSlide" Target="/ppt/notesSlides/notesSlide10.xml" Id="R83704c177f0441f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e2be2492fd14763" /><Relationship Type="http://schemas.openxmlformats.org/officeDocument/2006/relationships/notesSlide" Target="/ppt/notesSlides/notesSlide11.xml" Id="Rfe529fad2d12463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d5a1bcc7a914e6f" /><Relationship Type="http://schemas.openxmlformats.org/officeDocument/2006/relationships/notesSlide" Target="/ppt/notesSlides/notesSlide12.xml" Id="R57b1b5ab911445d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82546cb24b841e2" /><Relationship Type="http://schemas.openxmlformats.org/officeDocument/2006/relationships/image" Target="/ppt/media/image3.png" Id="R0aad707680454e18" /><Relationship Type="http://schemas.openxmlformats.org/officeDocument/2006/relationships/notesSlide" Target="/ppt/notesSlides/notesSlide13.xml" Id="Rfab6260a23cf4bf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d6e15698bf34963" /><Relationship Type="http://schemas.openxmlformats.org/officeDocument/2006/relationships/image" Target="/ppt/media/image4.png" Id="R3e42a734e02049d5" /><Relationship Type="http://schemas.openxmlformats.org/officeDocument/2006/relationships/notesSlide" Target="/ppt/notesSlides/notesSlide14.xml" Id="R4bdeb641ee1e49c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39b2a2d1bd743b6" /><Relationship Type="http://schemas.openxmlformats.org/officeDocument/2006/relationships/notesSlide" Target="/ppt/notesSlides/notesSlide15.xml" Id="Rf1945e5fdaf4409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32030d9cc424273" /><Relationship Type="http://schemas.openxmlformats.org/officeDocument/2006/relationships/notesSlide" Target="/ppt/notesSlides/notesSlide16.xml" Id="Rd8c44a3ae6bf4f5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3025192-2BDD-458B-B555-2185F9BC9CA9}"/>
              </a:ext>
            </a:extLst>
          </p:cNvPr>
          <p:cNvSpPr>
            <a:spLocks xmlns:a="http://schemas.openxmlformats.org/drawingml/2006/main" noGrp="1"/>
          </p:cNvSpPr>
          <p:nvPr/>
        </p:nvSpPr>
        <p:spPr>
          <a:xfrm xmlns:a="http://schemas.openxmlformats.org/drawingml/2006/main">
            <a:off x="457200" y="266700"/>
            <a:ext cx="11239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3300" b="1">
                <a:solidFill>
                  <a:srgbClr val="142C40"/>
                </a:solidFill>
                <a:latin typeface="Arial"/>
                <a:ea typeface="Arial"/>
                <a:cs typeface="Arial"/>
              </a:defRPr>
            </a:defPPr>
          </a:lstStyle>
          <a:p xmlns:a="http://schemas.openxmlformats.org/drawingml/2006/main">
            <a:pPr algn="l">
              <a:defRPr sz="3300" b="1">
                <a:solidFill>
                  <a:srgbClr val="142C40"/>
                </a:solidFill>
                <a:latin typeface="Arial"/>
                <a:ea typeface="Arial"/>
                <a:cs typeface="Arial"/>
              </a:defRPr>
            </a:pPr>
            <a:r>
              <a:rPr sz="3300" b="1">
                <a:solidFill>
                  <a:srgbClr val="142C40"/>
                </a:solidFill>
                <a:latin typeface="Arial"/>
                <a:ea typeface="Arial"/>
                <a:cs typeface="Arial"/>
              </a:rPr>
              <a:t>Radiación y electrónica de Voyager</a:t>
            </a:r>
          </a:p>
        </p:txBody>
      </p:sp>
      <p:sp>
        <p:nvSpPr>
          <p:cNvPr id="2" name="">
            <a:extLst xmlns:a="http://schemas.openxmlformats.org/drawingml/2006/main">
              <a:ext uri="{FF2B5EF4-FFF2-40B4-BE49-F238E27FC236}">
                <a16:creationId xmlns:a16="http://schemas.microsoft.com/office/drawing/2014/main" id="{C5F0B875-9D53-44A4-B187-EBAC39EEC857}"/>
              </a:ext>
            </a:extLst>
          </p:cNvPr>
          <p:cNvSpPr>
            <a:spLocks xmlns:a="http://schemas.openxmlformats.org/drawingml/2006/main" noGrp="1"/>
          </p:cNvSpPr>
          <p:nvPr/>
        </p:nvSpPr>
        <p:spPr>
          <a:xfrm xmlns:a="http://schemas.openxmlformats.org/drawingml/2006/main">
            <a:off x="457200" y="6096000"/>
            <a:ext cx="11258550" cy="9525"/>
          </a:xfrm>
          <a:custGeom xmlns:a="http://schemas.openxmlformats.org/drawingml/2006/main">
            <a:pathLst>
              <a:path w="11258550" h="9525">
                <a:moveTo>
                  <a:pt x="0" y="0"/>
                </a:moveTo>
                <a:lnTo>
                  <a:pt x="11258550" y="0"/>
                </a:lnTo>
              </a:path>
            </a:pathLst>
          </a:custGeom>
          <a:noFill xmlns:a="http://schemas.openxmlformats.org/drawingml/2006/main"/>
          <a:ln xmlns:a="http://schemas.openxmlformats.org/drawingml/2006/main" w="9525">
            <a:solidFill>
              <a:srgbClr val="B9C8D2"/>
            </a:solidFill>
          </a:ln>
        </p:spPr>
      </p:sp>
      <p:sp>
        <p:nvSpPr>
          <p:cNvPr id="3" name="">
            <a:extLst xmlns:a="http://schemas.openxmlformats.org/drawingml/2006/main">
              <a:ext uri="{FF2B5EF4-FFF2-40B4-BE49-F238E27FC236}">
                <a16:creationId xmlns:a16="http://schemas.microsoft.com/office/drawing/2014/main" id="{5F365495-F021-48E9-AA3F-48E0870C47FA}"/>
              </a:ext>
            </a:extLst>
          </p:cNvPr>
          <p:cNvSpPr>
            <a:spLocks xmlns:a="http://schemas.openxmlformats.org/drawingml/2006/main" noGrp="1"/>
          </p:cNvSpPr>
          <p:nvPr/>
        </p:nvSpPr>
        <p:spPr>
          <a:xfrm xmlns:a="http://schemas.openxmlformats.org/drawingml/2006/main">
            <a:off x="457200" y="627697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6C7F8C"/>
                </a:solidFill>
                <a:latin typeface="Arial"/>
                <a:ea typeface="Arial"/>
                <a:cs typeface="Arial"/>
              </a:defRPr>
            </a:defPPr>
          </a:lstStyle>
          <a:p xmlns:a="http://schemas.openxmlformats.org/drawingml/2006/main">
            <a:pPr algn="l">
              <a:defRPr sz="2400" b="0">
                <a:solidFill>
                  <a:srgbClr val="6C7F8C"/>
                </a:solidFill>
                <a:latin typeface="Arial"/>
                <a:ea typeface="Arial"/>
                <a:cs typeface="Arial"/>
              </a:defRPr>
            </a:pPr>
            <a:r>
              <a:rPr sz="2400" b="0">
                <a:solidFill>
                  <a:srgbClr val="6C7F8C"/>
                </a:solidFill>
                <a:latin typeface="Arial"/>
                <a:ea typeface="Arial"/>
                <a:cs typeface="Arial"/>
              </a:rPr>
              <a:t>NASA · S37 · 14/10/2026</a:t>
            </a:r>
          </a:p>
        </p:txBody>
      </p:sp>
      <p:sp>
        <p:nvSpPr>
          <p:cNvPr id="4" name="">
            <a:extLst xmlns:a="http://schemas.openxmlformats.org/drawingml/2006/main">
              <a:ext uri="{FF2B5EF4-FFF2-40B4-BE49-F238E27FC236}">
                <a16:creationId xmlns:a16="http://schemas.microsoft.com/office/drawing/2014/main" id="{BFA26340-B034-4D4C-9A4E-AC15DFF215B1}"/>
              </a:ext>
            </a:extLst>
          </p:cNvPr>
          <p:cNvSpPr>
            <a:spLocks xmlns:a="http://schemas.openxmlformats.org/drawingml/2006/main" noGrp="1"/>
          </p:cNvSpPr>
          <p:nvPr/>
        </p:nvSpPr>
        <p:spPr>
          <a:xfrm xmlns:a="http://schemas.openxmlformats.org/drawingml/2006/main">
            <a:off x="11163300" y="6276975"/>
            <a:ext cx="66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6BA4"/>
                </a:solidFill>
                <a:latin typeface="Arial"/>
                <a:ea typeface="Arial"/>
                <a:cs typeface="Arial"/>
              </a:defRPr>
            </a:defPPr>
          </a:lstStyle>
          <a:p xmlns:a="http://schemas.openxmlformats.org/drawingml/2006/main">
            <a:pPr algn="l">
              <a:defRPr sz="2400" b="1">
                <a:solidFill>
                  <a:srgbClr val="146BA4"/>
                </a:solidFill>
                <a:latin typeface="Arial"/>
                <a:ea typeface="Arial"/>
                <a:cs typeface="Arial"/>
              </a:defRPr>
            </a:pPr>
            <a:r>
              <a:rPr sz="2400" b="1">
                <a:solidFill>
                  <a:srgbClr val="146BA4"/>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14B64AF0-E00A-4286-AE90-EE322C073B8A}"/>
              </a:ext>
            </a:extLst>
          </p:cNvPr>
          <p:cNvSpPr>
            <a:spLocks xmlns:a="http://schemas.openxmlformats.org/drawingml/2006/main" noGrp="1"/>
          </p:cNvSpPr>
          <p:nvPr/>
        </p:nvSpPr>
        <p:spPr>
          <a:xfrm xmlns:a="http://schemas.openxmlformats.org/drawingml/2006/main">
            <a:off x="457200" y="1333500"/>
            <a:ext cx="685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3450" b="1">
                <a:solidFill>
                  <a:srgbClr val="146BA4"/>
                </a:solidFill>
                <a:latin typeface="Arial"/>
                <a:ea typeface="Arial"/>
                <a:cs typeface="Arial"/>
              </a:defRPr>
            </a:defPPr>
          </a:lstStyle>
          <a:p xmlns:a="http://schemas.openxmlformats.org/drawingml/2006/main">
            <a:pPr algn="l">
              <a:defRPr sz="3450" b="1">
                <a:solidFill>
                  <a:srgbClr val="146BA4"/>
                </a:solidFill>
                <a:latin typeface="Arial"/>
                <a:ea typeface="Arial"/>
                <a:cs typeface="Arial"/>
              </a:defRPr>
            </a:pPr>
            <a:r>
              <a:rPr sz="3450" b="1">
                <a:solidFill>
                  <a:srgbClr val="146BA4"/>
                </a:solidFill>
                <a:latin typeface="Arial"/>
                <a:ea typeface="Arial"/>
                <a:cs typeface="Arial"/>
              </a:rPr>
              <a:t>¿Cómo sigue funcionando?</a:t>
            </a:r>
          </a:p>
        </p:txBody>
      </p:sp>
      <p:sp>
        <p:nvSpPr>
          <p:cNvPr id="6" name="">
            <a:extLst xmlns:a="http://schemas.openxmlformats.org/drawingml/2006/main">
              <a:ext uri="{FF2B5EF4-FFF2-40B4-BE49-F238E27FC236}">
                <a16:creationId xmlns:a16="http://schemas.microsoft.com/office/drawing/2014/main" id="{D3EB171F-C12E-4EFF-9AA3-36C05980A1AD}"/>
              </a:ext>
            </a:extLst>
          </p:cNvPr>
          <p:cNvSpPr>
            <a:spLocks xmlns:a="http://schemas.openxmlformats.org/drawingml/2006/main" noGrp="1"/>
          </p:cNvSpPr>
          <p:nvPr/>
        </p:nvSpPr>
        <p:spPr>
          <a:xfrm xmlns:a="http://schemas.openxmlformats.org/drawingml/2006/main">
            <a:off x="457200" y="2381250"/>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142C40"/>
                </a:solidFill>
                <a:latin typeface="Arial"/>
                <a:ea typeface="Arial"/>
                <a:cs typeface="Arial"/>
              </a:defRPr>
            </a:defPPr>
          </a:lstStyle>
          <a:p xmlns:a="http://schemas.openxmlformats.org/drawingml/2006/main">
            <a:pPr algn="l">
              <a:defRPr sz="2400" b="0">
                <a:solidFill>
                  <a:srgbClr val="142C40"/>
                </a:solidFill>
                <a:latin typeface="Arial"/>
                <a:ea typeface="Arial"/>
                <a:cs typeface="Arial"/>
              </a:defRPr>
            </a:pPr>
            <a:r>
              <a:rPr sz="2400" b="0">
                <a:solidFill>
                  <a:srgbClr val="142C40"/>
                </a:solidFill>
                <a:latin typeface="Arial"/>
                <a:ea typeface="Arial"/>
                <a:cs typeface="Arial"/>
              </a:rPr>
              <a:t>Ignacio Cavicchioli</a:t>
            </a:r>
          </a:p>
        </p:txBody>
      </p:sp>
      <p:sp>
        <p:nvSpPr>
          <p:cNvPr id="7" name="">
            <a:extLst xmlns:a="http://schemas.openxmlformats.org/drawingml/2006/main">
              <a:ext uri="{FF2B5EF4-FFF2-40B4-BE49-F238E27FC236}">
                <a16:creationId xmlns:a16="http://schemas.microsoft.com/office/drawing/2014/main" id="{18BDAB34-73AB-4E84-97F2-0A9D387261DD}"/>
              </a:ext>
            </a:extLst>
          </p:cNvPr>
          <p:cNvSpPr>
            <a:spLocks xmlns:a="http://schemas.openxmlformats.org/drawingml/2006/main" noGrp="1"/>
          </p:cNvSpPr>
          <p:nvPr/>
        </p:nvSpPr>
        <p:spPr>
          <a:xfrm xmlns:a="http://schemas.openxmlformats.org/drawingml/2006/main">
            <a:off x="457200" y="3219450"/>
            <a:ext cx="609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700" b="1">
                <a:solidFill>
                  <a:srgbClr val="142C40"/>
                </a:solidFill>
                <a:latin typeface="Arial"/>
                <a:ea typeface="Arial"/>
                <a:cs typeface="Arial"/>
              </a:defRPr>
            </a:defPPr>
          </a:lstStyle>
          <a:p xmlns:a="http://schemas.openxmlformats.org/drawingml/2006/main">
            <a:pPr algn="l">
              <a:defRPr sz="2700" b="1">
                <a:solidFill>
                  <a:srgbClr val="142C40"/>
                </a:solidFill>
                <a:latin typeface="Arial"/>
                <a:ea typeface="Arial"/>
                <a:cs typeface="Arial"/>
              </a:defRPr>
            </a:pPr>
            <a:r>
              <a:rPr sz="2700" b="1">
                <a:solidFill>
                  <a:srgbClr val="142C40"/>
                </a:solidFill>
                <a:latin typeface="Arial"/>
                <a:ea typeface="Arial"/>
                <a:cs typeface="Arial"/>
              </a:rPr>
              <a:t>49 años de misión</a:t>
            </a:r>
          </a:p>
        </p:txBody>
      </p:sp>
      <p:sp>
        <p:nvSpPr>
          <p:cNvPr id="8" name="">
            <a:extLst xmlns:a="http://schemas.openxmlformats.org/drawingml/2006/main">
              <a:ext uri="{FF2B5EF4-FFF2-40B4-BE49-F238E27FC236}">
                <a16:creationId xmlns:a16="http://schemas.microsoft.com/office/drawing/2014/main" id="{42652D24-9782-430E-9B6A-2DF8A361E9C8}"/>
              </a:ext>
            </a:extLst>
          </p:cNvPr>
          <p:cNvSpPr>
            <a:spLocks xmlns:a="http://schemas.openxmlformats.org/drawingml/2006/main" noGrp="1"/>
          </p:cNvSpPr>
          <p:nvPr/>
        </p:nvSpPr>
        <p:spPr>
          <a:xfrm xmlns:a="http://schemas.openxmlformats.org/drawingml/2006/main">
            <a:off x="457200" y="4048125"/>
            <a:ext cx="6381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142C40"/>
                </a:solidFill>
                <a:latin typeface="Arial"/>
                <a:ea typeface="Arial"/>
                <a:cs typeface="Arial"/>
              </a:defRPr>
            </a:defPPr>
          </a:lstStyle>
          <a:p xmlns:a="http://schemas.openxmlformats.org/drawingml/2006/main">
            <a:pPr algn="l">
              <a:defRPr sz="2400" b="0">
                <a:solidFill>
                  <a:srgbClr val="142C40"/>
                </a:solidFill>
                <a:latin typeface="Arial"/>
                <a:ea typeface="Arial"/>
                <a:cs typeface="Arial"/>
              </a:defRPr>
            </a:pPr>
            <a:r>
              <a:rPr sz="2400" b="0">
                <a:solidFill>
                  <a:srgbClr val="142C40"/>
                </a:solidFill>
                <a:latin typeface="Arial"/>
                <a:ea typeface="Arial"/>
                <a:cs typeface="Arial"/>
              </a:rPr>
              <a:t>Explicar efectos y decisiones de diseño</a:t>
            </a:r>
          </a:p>
        </p:txBody>
      </p:sp>
      <p:pic>
        <p:nvPicPr>
          <p:cNvPr id="9" name="">
            <a:extLst xmlns:a="http://schemas.openxmlformats.org/drawingml/2006/main">
              <a:ext uri="{FF2B5EF4-FFF2-40B4-BE49-F238E27FC236}">
                <a16:creationId xmlns:a16="http://schemas.microsoft.com/office/drawing/2014/main" id="{814385DE-31F3-47D0-8F66-A22B0C757381}"/>
              </a:ext>
            </a:extLst>
          </p:cNvPr>
          <p:cNvPicPr>
            <a:picLocks xmlns:a="http://schemas.openxmlformats.org/drawingml/2006/main" noChangeAspect="1"/>
          </p:cNvPicPr>
          <p:nvPr/>
        </p:nvPicPr>
        <p:blipFill>
          <a:blip xmlns:r="http://schemas.openxmlformats.org/officeDocument/2006/relationships" xmlns:a="http://schemas.openxmlformats.org/drawingml/2006/main" r:embed="Rdfea33f152f7416f"/>
          <a:stretch xmlns:a="http://schemas.openxmlformats.org/drawingml/2006/main"/>
        </p:blipFill>
        <p:spPr>
          <a:xfrm xmlns:a="http://schemas.openxmlformats.org/drawingml/2006/main">
            <a:off x="7143750" y="1439540"/>
            <a:ext cx="4524375" cy="340742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4F07455D-F30F-4C00-A4BA-E72E769A09A1}"/>
              </a:ext>
            </a:extLst>
          </p:cNvPr>
          <p:cNvSpPr>
            <a:spLocks xmlns:a="http://schemas.openxmlformats.org/drawingml/2006/main" noGrp="1"/>
          </p:cNvSpPr>
          <p:nvPr/>
        </p:nvSpPr>
        <p:spPr>
          <a:xfrm xmlns:a="http://schemas.openxmlformats.org/drawingml/2006/main">
            <a:off x="7810500" y="5410200"/>
            <a:ext cx="381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6BA4"/>
                </a:solidFill>
                <a:latin typeface="Arial"/>
                <a:ea typeface="Arial"/>
                <a:cs typeface="Arial"/>
              </a:defRPr>
            </a:defPPr>
          </a:lstStyle>
          <a:p xmlns:a="http://schemas.openxmlformats.org/drawingml/2006/main">
            <a:pPr algn="l">
              <a:defRPr sz="2400" b="1">
                <a:solidFill>
                  <a:srgbClr val="146BA4"/>
                </a:solidFill>
                <a:latin typeface="Arial"/>
                <a:ea typeface="Arial"/>
                <a:cs typeface="Arial"/>
              </a:defRPr>
            </a:pPr>
            <a:r>
              <a:rPr sz="2400" b="1">
                <a:solidFill>
                  <a:srgbClr val="146BA4"/>
                </a:solidFill>
                <a:latin typeface="Arial"/>
                <a:ea typeface="Arial"/>
                <a:cs typeface="Arial"/>
              </a:rPr>
              <a:t>Electrónica del bus</a:t>
            </a:r>
          </a:p>
        </p:txBody>
      </p:sp>
      <p:sp>
        <p:nvSpPr>
          <p:cNvPr id="11" name="">
            <a:extLst xmlns:a="http://schemas.openxmlformats.org/drawingml/2006/main">
              <a:ext uri="{FF2B5EF4-FFF2-40B4-BE49-F238E27FC236}">
                <a16:creationId xmlns:a16="http://schemas.microsoft.com/office/drawing/2014/main" id="{9BF316A8-C076-49FB-8CA1-A9E3242ABF4E}"/>
              </a:ext>
            </a:extLst>
          </p:cNvPr>
          <p:cNvSpPr>
            <a:spLocks xmlns:a="http://schemas.openxmlformats.org/drawingml/2006/main" noGrp="1"/>
          </p:cNvSpPr>
          <p:nvPr/>
        </p:nvSpPr>
        <p:spPr>
          <a:xfrm xmlns:a="http://schemas.openxmlformats.org/drawingml/2006/main">
            <a:off x="9096375" y="4067175"/>
            <a:ext cx="571500" cy="1276350"/>
          </a:xfrm>
          <a:custGeom xmlns:a="http://schemas.openxmlformats.org/drawingml/2006/main">
            <a:pathLst>
              <a:path w="571500" h="1276350">
                <a:moveTo>
                  <a:pt x="0" y="1276350"/>
                </a:moveTo>
                <a:lnTo>
                  <a:pt x="571500" y="0"/>
                </a:lnTo>
              </a:path>
            </a:pathLst>
          </a:custGeom>
          <a:noFill xmlns:a="http://schemas.openxmlformats.org/drawingml/2006/main"/>
          <a:ln xmlns:a="http://schemas.openxmlformats.org/drawingml/2006/main" w="19050">
            <a:solidFill>
              <a:srgbClr val="146BA4"/>
            </a:solidFill>
          </a:ln>
        </p:spPr>
      </p:sp>
      <p:sp>
        <p:nvSpPr>
          <p:cNvPr id="12" name="">
            <a:extLst xmlns:a="http://schemas.openxmlformats.org/drawingml/2006/main">
              <a:ext uri="{FF2B5EF4-FFF2-40B4-BE49-F238E27FC236}">
                <a16:creationId xmlns:a16="http://schemas.microsoft.com/office/drawing/2014/main" id="{65A94275-630D-4788-A0EF-EE5A391FA74F}"/>
              </a:ext>
            </a:extLst>
          </p:cNvPr>
          <p:cNvSpPr>
            <a:spLocks xmlns:a="http://schemas.openxmlformats.org/drawingml/2006/main" noGrp="1"/>
          </p:cNvSpPr>
          <p:nvPr/>
        </p:nvSpPr>
        <p:spPr>
          <a:xfrm xmlns:a="http://schemas.openxmlformats.org/drawingml/2006/main">
            <a:off x="9587726" y="4067175"/>
            <a:ext cx="83188" cy="104731"/>
          </a:xfrm>
          <a:custGeom xmlns:a="http://schemas.openxmlformats.org/drawingml/2006/main">
            <a:pathLst>
              <a:path w="83188" h="104731">
                <a:moveTo>
                  <a:pt x="83188" y="104731"/>
                </a:moveTo>
                <a:lnTo>
                  <a:pt x="80149" y="0"/>
                </a:lnTo>
                <a:lnTo>
                  <a:pt x="0" y="67482"/>
                </a:lnTo>
              </a:path>
            </a:pathLst>
          </a:custGeom>
          <a:noFill xmlns:a="http://schemas.openxmlformats.org/drawingml/2006/main"/>
          <a:ln xmlns:a="http://schemas.openxmlformats.org/drawingml/2006/main" w="19050">
            <a:solidFill>
              <a:srgbClr val="146BA4"/>
            </a:solidFill>
          </a:ln>
        </p:spPr>
      </p:sp>
    </p:spTree>
    <p:extLst>
      <p:ext uri="{BB962C8B-B14F-4D97-AF65-F5344CB8AC3E}">
        <p14:creationId xmlns:p14="http://schemas.microsoft.com/office/powerpoint/2010/main" val="166532809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E36A33B6-728D-4AB3-AE36-3F6FFE33B84C}"/>
              </a:ext>
            </a:extLst>
          </p:cNvPr>
          <p:cNvSpPr>
            <a:spLocks xmlns:a="http://schemas.openxmlformats.org/drawingml/2006/main" noGrp="1"/>
          </p:cNvSpPr>
          <p:nvPr/>
        </p:nvSpPr>
        <p:spPr>
          <a:xfrm xmlns:a="http://schemas.openxmlformats.org/drawingml/2006/main">
            <a:off x="457200" y="266700"/>
            <a:ext cx="11239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3300" b="1">
                <a:solidFill>
                  <a:srgbClr val="142C40"/>
                </a:solidFill>
                <a:latin typeface="Arial"/>
                <a:ea typeface="Arial"/>
                <a:cs typeface="Arial"/>
              </a:defRPr>
            </a:defPPr>
          </a:lstStyle>
          <a:p xmlns:a="http://schemas.openxmlformats.org/drawingml/2006/main">
            <a:pPr algn="l">
              <a:defRPr sz="3300" b="1">
                <a:solidFill>
                  <a:srgbClr val="142C40"/>
                </a:solidFill>
                <a:latin typeface="Arial"/>
                <a:ea typeface="Arial"/>
                <a:cs typeface="Arial"/>
              </a:defRPr>
            </a:pPr>
            <a:r>
              <a:rPr sz="3300" b="1">
                <a:solidFill>
                  <a:srgbClr val="142C40"/>
                </a:solidFill>
                <a:latin typeface="Arial"/>
                <a:ea typeface="Arial"/>
                <a:cs typeface="Arial"/>
              </a:rPr>
              <a:t>Tres ambientes, distintas partículas</a:t>
            </a:r>
          </a:p>
        </p:txBody>
      </p:sp>
      <p:sp>
        <p:nvSpPr>
          <p:cNvPr id="2" name="">
            <a:extLst xmlns:a="http://schemas.openxmlformats.org/drawingml/2006/main">
              <a:ext uri="{FF2B5EF4-FFF2-40B4-BE49-F238E27FC236}">
                <a16:creationId xmlns:a16="http://schemas.microsoft.com/office/drawing/2014/main" id="{6159B3AC-557B-4268-B0C5-82210F0BA2D7}"/>
              </a:ext>
            </a:extLst>
          </p:cNvPr>
          <p:cNvSpPr>
            <a:spLocks xmlns:a="http://schemas.openxmlformats.org/drawingml/2006/main" noGrp="1"/>
          </p:cNvSpPr>
          <p:nvPr/>
        </p:nvSpPr>
        <p:spPr>
          <a:xfrm xmlns:a="http://schemas.openxmlformats.org/drawingml/2006/main">
            <a:off x="457200" y="6096000"/>
            <a:ext cx="11258550" cy="9525"/>
          </a:xfrm>
          <a:custGeom xmlns:a="http://schemas.openxmlformats.org/drawingml/2006/main">
            <a:pathLst>
              <a:path w="11258550" h="9525">
                <a:moveTo>
                  <a:pt x="0" y="0"/>
                </a:moveTo>
                <a:lnTo>
                  <a:pt x="11258550" y="0"/>
                </a:lnTo>
              </a:path>
            </a:pathLst>
          </a:custGeom>
          <a:noFill xmlns:a="http://schemas.openxmlformats.org/drawingml/2006/main"/>
          <a:ln xmlns:a="http://schemas.openxmlformats.org/drawingml/2006/main" w="9525">
            <a:solidFill>
              <a:srgbClr val="B9C8D2"/>
            </a:solidFill>
          </a:ln>
        </p:spPr>
      </p:sp>
      <p:sp>
        <p:nvSpPr>
          <p:cNvPr id="3" name="">
            <a:extLst xmlns:a="http://schemas.openxmlformats.org/drawingml/2006/main">
              <a:ext uri="{FF2B5EF4-FFF2-40B4-BE49-F238E27FC236}">
                <a16:creationId xmlns:a16="http://schemas.microsoft.com/office/drawing/2014/main" id="{5A340836-1191-40DF-9E35-49E7DA02B428}"/>
              </a:ext>
            </a:extLst>
          </p:cNvPr>
          <p:cNvSpPr>
            <a:spLocks xmlns:a="http://schemas.openxmlformats.org/drawingml/2006/main" noGrp="1"/>
          </p:cNvSpPr>
          <p:nvPr/>
        </p:nvSpPr>
        <p:spPr>
          <a:xfrm xmlns:a="http://schemas.openxmlformats.org/drawingml/2006/main">
            <a:off x="457200" y="627697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6C7F8C"/>
                </a:solidFill>
                <a:latin typeface="Arial"/>
                <a:ea typeface="Arial"/>
                <a:cs typeface="Arial"/>
              </a:defRPr>
            </a:defPPr>
          </a:lstStyle>
          <a:p xmlns:a="http://schemas.openxmlformats.org/drawingml/2006/main">
            <a:pPr algn="l">
              <a:defRPr sz="2400" b="0">
                <a:solidFill>
                  <a:srgbClr val="6C7F8C"/>
                </a:solidFill>
                <a:latin typeface="Arial"/>
                <a:ea typeface="Arial"/>
                <a:cs typeface="Arial"/>
              </a:defRPr>
            </a:pPr>
            <a:r>
              <a:rPr sz="2400" b="0">
                <a:solidFill>
                  <a:srgbClr val="6C7F8C"/>
                </a:solidFill>
                <a:latin typeface="Arial"/>
                <a:ea typeface="Arial"/>
                <a:cs typeface="Arial"/>
              </a:rPr>
              <a:t>NASA/NEPP · S17, S21</a:t>
            </a:r>
          </a:p>
        </p:txBody>
      </p:sp>
      <p:sp>
        <p:nvSpPr>
          <p:cNvPr id="4" name="">
            <a:extLst xmlns:a="http://schemas.openxmlformats.org/drawingml/2006/main">
              <a:ext uri="{FF2B5EF4-FFF2-40B4-BE49-F238E27FC236}">
                <a16:creationId xmlns:a16="http://schemas.microsoft.com/office/drawing/2014/main" id="{5CA2DF36-0179-470B-B8D2-23F9ED429C09}"/>
              </a:ext>
            </a:extLst>
          </p:cNvPr>
          <p:cNvSpPr>
            <a:spLocks xmlns:a="http://schemas.openxmlformats.org/drawingml/2006/main" noGrp="1"/>
          </p:cNvSpPr>
          <p:nvPr/>
        </p:nvSpPr>
        <p:spPr>
          <a:xfrm xmlns:a="http://schemas.openxmlformats.org/drawingml/2006/main">
            <a:off x="11163300" y="6276975"/>
            <a:ext cx="66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6BA4"/>
                </a:solidFill>
                <a:latin typeface="Arial"/>
                <a:ea typeface="Arial"/>
                <a:cs typeface="Arial"/>
              </a:defRPr>
            </a:defPPr>
          </a:lstStyle>
          <a:p xmlns:a="http://schemas.openxmlformats.org/drawingml/2006/main">
            <a:pPr algn="l">
              <a:defRPr sz="2400" b="1">
                <a:solidFill>
                  <a:srgbClr val="146BA4"/>
                </a:solidFill>
                <a:latin typeface="Arial"/>
                <a:ea typeface="Arial"/>
                <a:cs typeface="Arial"/>
              </a:defRPr>
            </a:pPr>
            <a:r>
              <a:rPr sz="2400" b="1">
                <a:solidFill>
                  <a:srgbClr val="146BA4"/>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C78E0E73-1A2B-480A-AD9A-F70068E1E124}"/>
              </a:ext>
            </a:extLst>
          </p:cNvPr>
          <p:cNvSpPr>
            <a:spLocks xmlns:a="http://schemas.openxmlformats.org/drawingml/2006/main" noGrp="1"/>
          </p:cNvSpPr>
          <p:nvPr/>
        </p:nvSpPr>
        <p:spPr>
          <a:xfrm xmlns:a="http://schemas.openxmlformats.org/drawingml/2006/main">
            <a:off x="619125" y="1238250"/>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700" b="1">
                <a:solidFill>
                  <a:srgbClr val="146BA4"/>
                </a:solidFill>
                <a:latin typeface="Arial"/>
                <a:ea typeface="Arial"/>
                <a:cs typeface="Arial"/>
              </a:defRPr>
            </a:defPPr>
          </a:lstStyle>
          <a:p xmlns:a="http://schemas.openxmlformats.org/drawingml/2006/main">
            <a:pPr algn="l">
              <a:defRPr sz="2700" b="1">
                <a:solidFill>
                  <a:srgbClr val="146BA4"/>
                </a:solidFill>
                <a:latin typeface="Arial"/>
                <a:ea typeface="Arial"/>
                <a:cs typeface="Arial"/>
              </a:defRPr>
            </a:pPr>
            <a:r>
              <a:rPr sz="2700" b="1">
                <a:solidFill>
                  <a:srgbClr val="146BA4"/>
                </a:solidFill>
                <a:latin typeface="Arial"/>
                <a:ea typeface="Arial"/>
                <a:cs typeface="Arial"/>
              </a:rPr>
              <a:t>Galáctica</a:t>
            </a:r>
          </a:p>
        </p:txBody>
      </p:sp>
      <p:sp>
        <p:nvSpPr>
          <p:cNvPr id="6" name="">
            <a:extLst xmlns:a="http://schemas.openxmlformats.org/drawingml/2006/main">
              <a:ext uri="{FF2B5EF4-FFF2-40B4-BE49-F238E27FC236}">
                <a16:creationId xmlns:a16="http://schemas.microsoft.com/office/drawing/2014/main" id="{12207F21-FCA2-49DD-B870-F87007600287}"/>
              </a:ext>
            </a:extLst>
          </p:cNvPr>
          <p:cNvSpPr>
            <a:spLocks xmlns:a="http://schemas.openxmlformats.org/drawingml/2006/main" noGrp="1"/>
          </p:cNvSpPr>
          <p:nvPr/>
        </p:nvSpPr>
        <p:spPr>
          <a:xfrm xmlns:a="http://schemas.openxmlformats.org/drawingml/2006/main">
            <a:off x="4429125" y="1238250"/>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700" b="1">
                <a:solidFill>
                  <a:srgbClr val="146BA4"/>
                </a:solidFill>
                <a:latin typeface="Arial"/>
                <a:ea typeface="Arial"/>
                <a:cs typeface="Arial"/>
              </a:defRPr>
            </a:defPPr>
          </a:lstStyle>
          <a:p xmlns:a="http://schemas.openxmlformats.org/drawingml/2006/main">
            <a:pPr algn="l">
              <a:defRPr sz="2700" b="1">
                <a:solidFill>
                  <a:srgbClr val="146BA4"/>
                </a:solidFill>
                <a:latin typeface="Arial"/>
                <a:ea typeface="Arial"/>
                <a:cs typeface="Arial"/>
              </a:defRPr>
            </a:pPr>
            <a:r>
              <a:rPr sz="2700" b="1">
                <a:solidFill>
                  <a:srgbClr val="146BA4"/>
                </a:solidFill>
                <a:latin typeface="Arial"/>
                <a:ea typeface="Arial"/>
                <a:cs typeface="Arial"/>
              </a:rPr>
              <a:t>Solar</a:t>
            </a:r>
          </a:p>
        </p:txBody>
      </p:sp>
      <p:sp>
        <p:nvSpPr>
          <p:cNvPr id="7" name="">
            <a:extLst xmlns:a="http://schemas.openxmlformats.org/drawingml/2006/main">
              <a:ext uri="{FF2B5EF4-FFF2-40B4-BE49-F238E27FC236}">
                <a16:creationId xmlns:a16="http://schemas.microsoft.com/office/drawing/2014/main" id="{3FBFF741-30CD-48DD-87DF-EB17D9E6324B}"/>
              </a:ext>
            </a:extLst>
          </p:cNvPr>
          <p:cNvSpPr>
            <a:spLocks xmlns:a="http://schemas.openxmlformats.org/drawingml/2006/main" noGrp="1"/>
          </p:cNvSpPr>
          <p:nvPr/>
        </p:nvSpPr>
        <p:spPr>
          <a:xfrm xmlns:a="http://schemas.openxmlformats.org/drawingml/2006/main">
            <a:off x="8239125" y="1238250"/>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700" b="1">
                <a:solidFill>
                  <a:srgbClr val="146BA4"/>
                </a:solidFill>
                <a:latin typeface="Arial"/>
                <a:ea typeface="Arial"/>
                <a:cs typeface="Arial"/>
              </a:defRPr>
            </a:defPPr>
          </a:lstStyle>
          <a:p xmlns:a="http://schemas.openxmlformats.org/drawingml/2006/main">
            <a:pPr algn="l">
              <a:defRPr sz="2700" b="1">
                <a:solidFill>
                  <a:srgbClr val="146BA4"/>
                </a:solidFill>
                <a:latin typeface="Arial"/>
                <a:ea typeface="Arial"/>
                <a:cs typeface="Arial"/>
              </a:defRPr>
            </a:pPr>
            <a:r>
              <a:rPr sz="2700" b="1">
                <a:solidFill>
                  <a:srgbClr val="146BA4"/>
                </a:solidFill>
                <a:latin typeface="Arial"/>
                <a:ea typeface="Arial"/>
                <a:cs typeface="Arial"/>
              </a:rPr>
              <a:t>Atrapada</a:t>
            </a:r>
          </a:p>
        </p:txBody>
      </p:sp>
      <p:sp>
        <p:nvSpPr>
          <p:cNvPr id="8" name="">
            <a:extLst xmlns:a="http://schemas.openxmlformats.org/drawingml/2006/main">
              <a:ext uri="{FF2B5EF4-FFF2-40B4-BE49-F238E27FC236}">
                <a16:creationId xmlns:a16="http://schemas.microsoft.com/office/drawing/2014/main" id="{C1145C69-859A-4368-8C1A-9310AEB9C7F6}"/>
              </a:ext>
            </a:extLst>
          </p:cNvPr>
          <p:cNvSpPr>
            <a:spLocks xmlns:a="http://schemas.openxmlformats.org/drawingml/2006/main" noGrp="1"/>
          </p:cNvSpPr>
          <p:nvPr/>
        </p:nvSpPr>
        <p:spPr>
          <a:xfrm xmlns:a="http://schemas.openxmlformats.org/drawingml/2006/main">
            <a:off x="866775" y="2105025"/>
            <a:ext cx="171450" cy="171450"/>
          </a:xfrm>
          <a:prstGeom xmlns:a="http://schemas.openxmlformats.org/drawingml/2006/main" prst="ellipse">
            <a:avLst/>
          </a:prstGeom>
          <a:solidFill xmlns:a="http://schemas.openxmlformats.org/drawingml/2006/main">
            <a:srgbClr val="146BA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AC67A23-8C29-4D61-BA6B-93FEBDC9170C}"/>
              </a:ext>
            </a:extLst>
          </p:cNvPr>
          <p:cNvSpPr>
            <a:spLocks xmlns:a="http://schemas.openxmlformats.org/drawingml/2006/main" noGrp="1"/>
          </p:cNvSpPr>
          <p:nvPr/>
        </p:nvSpPr>
        <p:spPr>
          <a:xfrm xmlns:a="http://schemas.openxmlformats.org/drawingml/2006/main">
            <a:off x="1047750" y="2190750"/>
            <a:ext cx="409575" cy="9525"/>
          </a:xfrm>
          <a:custGeom xmlns:a="http://schemas.openxmlformats.org/drawingml/2006/main">
            <a:pathLst>
              <a:path w="409575" h="9525">
                <a:moveTo>
                  <a:pt x="0" y="0"/>
                </a:moveTo>
                <a:lnTo>
                  <a:pt x="409575" y="0"/>
                </a:lnTo>
              </a:path>
            </a:pathLst>
          </a:custGeom>
          <a:noFill xmlns:a="http://schemas.openxmlformats.org/drawingml/2006/main"/>
          <a:ln xmlns:a="http://schemas.openxmlformats.org/drawingml/2006/main" w="19050">
            <a:solidFill>
              <a:srgbClr val="146BA4"/>
            </a:solidFill>
          </a:ln>
        </p:spPr>
      </p:sp>
      <p:sp>
        <p:nvSpPr>
          <p:cNvPr id="10" name="">
            <a:extLst xmlns:a="http://schemas.openxmlformats.org/drawingml/2006/main">
              <a:ext uri="{FF2B5EF4-FFF2-40B4-BE49-F238E27FC236}">
                <a16:creationId xmlns:a16="http://schemas.microsoft.com/office/drawing/2014/main" id="{92FDB957-370E-4B50-876F-E240717FDA2B}"/>
              </a:ext>
            </a:extLst>
          </p:cNvPr>
          <p:cNvSpPr>
            <a:spLocks xmlns:a="http://schemas.openxmlformats.org/drawingml/2006/main" noGrp="1"/>
          </p:cNvSpPr>
          <p:nvPr/>
        </p:nvSpPr>
        <p:spPr>
          <a:xfrm xmlns:a="http://schemas.openxmlformats.org/drawingml/2006/main">
            <a:off x="1362981" y="2145176"/>
            <a:ext cx="94344" cy="91147"/>
          </a:xfrm>
          <a:custGeom xmlns:a="http://schemas.openxmlformats.org/drawingml/2006/main">
            <a:pathLst>
              <a:path w="94344" h="91147">
                <a:moveTo>
                  <a:pt x="0" y="91147"/>
                </a:moveTo>
                <a:lnTo>
                  <a:pt x="94344" y="45574"/>
                </a:lnTo>
                <a:lnTo>
                  <a:pt x="0" y="0"/>
                </a:lnTo>
              </a:path>
            </a:pathLst>
          </a:custGeom>
          <a:noFill xmlns:a="http://schemas.openxmlformats.org/drawingml/2006/main"/>
          <a:ln xmlns:a="http://schemas.openxmlformats.org/drawingml/2006/main" w="19050">
            <a:solidFill>
              <a:srgbClr val="146BA4"/>
            </a:solidFill>
          </a:ln>
        </p:spPr>
      </p:sp>
      <p:sp>
        <p:nvSpPr>
          <p:cNvPr id="11" name="">
            <a:extLst xmlns:a="http://schemas.openxmlformats.org/drawingml/2006/main">
              <a:ext uri="{FF2B5EF4-FFF2-40B4-BE49-F238E27FC236}">
                <a16:creationId xmlns:a16="http://schemas.microsoft.com/office/drawing/2014/main" id="{9448F8A4-C09B-439B-8765-27EC5E01B203}"/>
              </a:ext>
            </a:extLst>
          </p:cNvPr>
          <p:cNvSpPr>
            <a:spLocks xmlns:a="http://schemas.openxmlformats.org/drawingml/2006/main" noGrp="1"/>
          </p:cNvSpPr>
          <p:nvPr/>
        </p:nvSpPr>
        <p:spPr>
          <a:xfrm xmlns:a="http://schemas.openxmlformats.org/drawingml/2006/main">
            <a:off x="1533525" y="2533650"/>
            <a:ext cx="171450" cy="171450"/>
          </a:xfrm>
          <a:prstGeom xmlns:a="http://schemas.openxmlformats.org/drawingml/2006/main" prst="ellipse">
            <a:avLst/>
          </a:prstGeom>
          <a:solidFill xmlns:a="http://schemas.openxmlformats.org/drawingml/2006/main">
            <a:srgbClr val="146BA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0FA17C3-BED6-4039-9AF5-9FE86DBE9122}"/>
              </a:ext>
            </a:extLst>
          </p:cNvPr>
          <p:cNvSpPr>
            <a:spLocks xmlns:a="http://schemas.openxmlformats.org/drawingml/2006/main" noGrp="1"/>
          </p:cNvSpPr>
          <p:nvPr/>
        </p:nvSpPr>
        <p:spPr>
          <a:xfrm xmlns:a="http://schemas.openxmlformats.org/drawingml/2006/main">
            <a:off x="1714500" y="2619375"/>
            <a:ext cx="409575" cy="9525"/>
          </a:xfrm>
          <a:custGeom xmlns:a="http://schemas.openxmlformats.org/drawingml/2006/main">
            <a:pathLst>
              <a:path w="409575" h="9525">
                <a:moveTo>
                  <a:pt x="0" y="0"/>
                </a:moveTo>
                <a:lnTo>
                  <a:pt x="409575" y="0"/>
                </a:lnTo>
              </a:path>
            </a:pathLst>
          </a:custGeom>
          <a:noFill xmlns:a="http://schemas.openxmlformats.org/drawingml/2006/main"/>
          <a:ln xmlns:a="http://schemas.openxmlformats.org/drawingml/2006/main" w="19050">
            <a:solidFill>
              <a:srgbClr val="146BA4"/>
            </a:solidFill>
          </a:ln>
        </p:spPr>
      </p:sp>
      <p:sp>
        <p:nvSpPr>
          <p:cNvPr id="13" name="">
            <a:extLst xmlns:a="http://schemas.openxmlformats.org/drawingml/2006/main">
              <a:ext uri="{FF2B5EF4-FFF2-40B4-BE49-F238E27FC236}">
                <a16:creationId xmlns:a16="http://schemas.microsoft.com/office/drawing/2014/main" id="{B48BEEF2-A461-4664-B7B4-C2C01F07978D}"/>
              </a:ext>
            </a:extLst>
          </p:cNvPr>
          <p:cNvSpPr>
            <a:spLocks xmlns:a="http://schemas.openxmlformats.org/drawingml/2006/main" noGrp="1"/>
          </p:cNvSpPr>
          <p:nvPr/>
        </p:nvSpPr>
        <p:spPr>
          <a:xfrm xmlns:a="http://schemas.openxmlformats.org/drawingml/2006/main">
            <a:off x="2029731" y="2573801"/>
            <a:ext cx="94344" cy="91147"/>
          </a:xfrm>
          <a:custGeom xmlns:a="http://schemas.openxmlformats.org/drawingml/2006/main">
            <a:pathLst>
              <a:path w="94344" h="91147">
                <a:moveTo>
                  <a:pt x="0" y="91147"/>
                </a:moveTo>
                <a:lnTo>
                  <a:pt x="94344" y="45574"/>
                </a:lnTo>
                <a:lnTo>
                  <a:pt x="0" y="0"/>
                </a:lnTo>
              </a:path>
            </a:pathLst>
          </a:custGeom>
          <a:noFill xmlns:a="http://schemas.openxmlformats.org/drawingml/2006/main"/>
          <a:ln xmlns:a="http://schemas.openxmlformats.org/drawingml/2006/main" w="19050">
            <a:solidFill>
              <a:srgbClr val="146BA4"/>
            </a:solidFill>
          </a:ln>
        </p:spPr>
      </p:sp>
      <p:sp>
        <p:nvSpPr>
          <p:cNvPr id="14" name="">
            <a:extLst xmlns:a="http://schemas.openxmlformats.org/drawingml/2006/main">
              <a:ext uri="{FF2B5EF4-FFF2-40B4-BE49-F238E27FC236}">
                <a16:creationId xmlns:a16="http://schemas.microsoft.com/office/drawing/2014/main" id="{C30D78FB-5AA9-49DA-B6C9-8163B705355D}"/>
              </a:ext>
            </a:extLst>
          </p:cNvPr>
          <p:cNvSpPr>
            <a:spLocks xmlns:a="http://schemas.openxmlformats.org/drawingml/2006/main" noGrp="1"/>
          </p:cNvSpPr>
          <p:nvPr/>
        </p:nvSpPr>
        <p:spPr>
          <a:xfrm xmlns:a="http://schemas.openxmlformats.org/drawingml/2006/main">
            <a:off x="2200275" y="2105025"/>
            <a:ext cx="171450" cy="171450"/>
          </a:xfrm>
          <a:prstGeom xmlns:a="http://schemas.openxmlformats.org/drawingml/2006/main" prst="ellipse">
            <a:avLst/>
          </a:prstGeom>
          <a:solidFill xmlns:a="http://schemas.openxmlformats.org/drawingml/2006/main">
            <a:srgbClr val="146BA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8BC516E-8056-4087-AB65-B518DE0C02AD}"/>
              </a:ext>
            </a:extLst>
          </p:cNvPr>
          <p:cNvSpPr>
            <a:spLocks xmlns:a="http://schemas.openxmlformats.org/drawingml/2006/main" noGrp="1"/>
          </p:cNvSpPr>
          <p:nvPr/>
        </p:nvSpPr>
        <p:spPr>
          <a:xfrm xmlns:a="http://schemas.openxmlformats.org/drawingml/2006/main">
            <a:off x="2381250" y="2190750"/>
            <a:ext cx="409575" cy="9525"/>
          </a:xfrm>
          <a:custGeom xmlns:a="http://schemas.openxmlformats.org/drawingml/2006/main">
            <a:pathLst>
              <a:path w="409575" h="9525">
                <a:moveTo>
                  <a:pt x="0" y="0"/>
                </a:moveTo>
                <a:lnTo>
                  <a:pt x="409575" y="0"/>
                </a:lnTo>
              </a:path>
            </a:pathLst>
          </a:custGeom>
          <a:noFill xmlns:a="http://schemas.openxmlformats.org/drawingml/2006/main"/>
          <a:ln xmlns:a="http://schemas.openxmlformats.org/drawingml/2006/main" w="19050">
            <a:solidFill>
              <a:srgbClr val="146BA4"/>
            </a:solidFill>
          </a:ln>
        </p:spPr>
      </p:sp>
      <p:sp>
        <p:nvSpPr>
          <p:cNvPr id="16" name="">
            <a:extLst xmlns:a="http://schemas.openxmlformats.org/drawingml/2006/main">
              <a:ext uri="{FF2B5EF4-FFF2-40B4-BE49-F238E27FC236}">
                <a16:creationId xmlns:a16="http://schemas.microsoft.com/office/drawing/2014/main" id="{85FE7DBA-C4A8-40CF-A449-6B4283EC5E0C}"/>
              </a:ext>
            </a:extLst>
          </p:cNvPr>
          <p:cNvSpPr>
            <a:spLocks xmlns:a="http://schemas.openxmlformats.org/drawingml/2006/main" noGrp="1"/>
          </p:cNvSpPr>
          <p:nvPr/>
        </p:nvSpPr>
        <p:spPr>
          <a:xfrm xmlns:a="http://schemas.openxmlformats.org/drawingml/2006/main">
            <a:off x="2696481" y="2145176"/>
            <a:ext cx="94344" cy="91147"/>
          </a:xfrm>
          <a:custGeom xmlns:a="http://schemas.openxmlformats.org/drawingml/2006/main">
            <a:pathLst>
              <a:path w="94344" h="91147">
                <a:moveTo>
                  <a:pt x="0" y="91147"/>
                </a:moveTo>
                <a:lnTo>
                  <a:pt x="94344" y="45574"/>
                </a:lnTo>
                <a:lnTo>
                  <a:pt x="0" y="0"/>
                </a:lnTo>
              </a:path>
            </a:pathLst>
          </a:custGeom>
          <a:noFill xmlns:a="http://schemas.openxmlformats.org/drawingml/2006/main"/>
          <a:ln xmlns:a="http://schemas.openxmlformats.org/drawingml/2006/main" w="19050">
            <a:solidFill>
              <a:srgbClr val="146BA4"/>
            </a:solidFill>
          </a:ln>
        </p:spPr>
      </p:sp>
      <p:sp>
        <p:nvSpPr>
          <p:cNvPr id="17" name="">
            <a:extLst xmlns:a="http://schemas.openxmlformats.org/drawingml/2006/main">
              <a:ext uri="{FF2B5EF4-FFF2-40B4-BE49-F238E27FC236}">
                <a16:creationId xmlns:a16="http://schemas.microsoft.com/office/drawing/2014/main" id="{A80D4280-FCFC-4A0F-9122-21D2520171D6}"/>
              </a:ext>
            </a:extLst>
          </p:cNvPr>
          <p:cNvSpPr>
            <a:spLocks xmlns:a="http://schemas.openxmlformats.org/drawingml/2006/main" noGrp="1"/>
          </p:cNvSpPr>
          <p:nvPr/>
        </p:nvSpPr>
        <p:spPr>
          <a:xfrm xmlns:a="http://schemas.openxmlformats.org/drawingml/2006/main">
            <a:off x="619125" y="3143250"/>
            <a:ext cx="3381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142C40"/>
                </a:solidFill>
                <a:latin typeface="Arial"/>
                <a:ea typeface="Arial"/>
                <a:cs typeface="Arial"/>
              </a:defRPr>
            </a:defPPr>
          </a:lstStyle>
          <a:p xmlns:a="http://schemas.openxmlformats.org/drawingml/2006/main">
            <a:pPr algn="l">
              <a:defRPr sz="2400" b="0">
                <a:solidFill>
                  <a:srgbClr val="142C40"/>
                </a:solidFill>
                <a:latin typeface="Arial"/>
                <a:ea typeface="Arial"/>
                <a:cs typeface="Arial"/>
              </a:defRPr>
            </a:pPr>
            <a:r>
              <a:rPr sz="2400" b="0">
                <a:solidFill>
                  <a:srgbClr val="142C40"/>
                </a:solidFill>
                <a:latin typeface="Arial"/>
                <a:ea typeface="Arial"/>
                <a:cs typeface="Arial"/>
              </a:rPr>
              <a:t>Protones e iones</a:t>
            </a:r>
          </a:p>
        </p:txBody>
      </p:sp>
      <p:sp>
        <p:nvSpPr>
          <p:cNvPr id="18" name="">
            <a:extLst xmlns:a="http://schemas.openxmlformats.org/drawingml/2006/main">
              <a:ext uri="{FF2B5EF4-FFF2-40B4-BE49-F238E27FC236}">
                <a16:creationId xmlns:a16="http://schemas.microsoft.com/office/drawing/2014/main" id="{BFEE7131-D265-479D-A978-7E94379E577E}"/>
              </a:ext>
            </a:extLst>
          </p:cNvPr>
          <p:cNvSpPr>
            <a:spLocks xmlns:a="http://schemas.openxmlformats.org/drawingml/2006/main" noGrp="1"/>
          </p:cNvSpPr>
          <p:nvPr/>
        </p:nvSpPr>
        <p:spPr>
          <a:xfrm xmlns:a="http://schemas.openxmlformats.org/drawingml/2006/main">
            <a:off x="4676775" y="2105025"/>
            <a:ext cx="171450" cy="171450"/>
          </a:xfrm>
          <a:prstGeom xmlns:a="http://schemas.openxmlformats.org/drawingml/2006/main" prst="ellipse">
            <a:avLst/>
          </a:prstGeom>
          <a:solidFill xmlns:a="http://schemas.openxmlformats.org/drawingml/2006/main">
            <a:srgbClr val="146BA4"/>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5EDE9671-44E4-4AAC-AE98-AFF7CEF34778}"/>
              </a:ext>
            </a:extLst>
          </p:cNvPr>
          <p:cNvSpPr>
            <a:spLocks xmlns:a="http://schemas.openxmlformats.org/drawingml/2006/main" noGrp="1"/>
          </p:cNvSpPr>
          <p:nvPr/>
        </p:nvSpPr>
        <p:spPr>
          <a:xfrm xmlns:a="http://schemas.openxmlformats.org/drawingml/2006/main">
            <a:off x="4857750" y="2190750"/>
            <a:ext cx="409575" cy="9525"/>
          </a:xfrm>
          <a:custGeom xmlns:a="http://schemas.openxmlformats.org/drawingml/2006/main">
            <a:pathLst>
              <a:path w="409575" h="9525">
                <a:moveTo>
                  <a:pt x="0" y="0"/>
                </a:moveTo>
                <a:lnTo>
                  <a:pt x="409575" y="0"/>
                </a:lnTo>
              </a:path>
            </a:pathLst>
          </a:custGeom>
          <a:noFill xmlns:a="http://schemas.openxmlformats.org/drawingml/2006/main"/>
          <a:ln xmlns:a="http://schemas.openxmlformats.org/drawingml/2006/main" w="19050">
            <a:solidFill>
              <a:srgbClr val="146BA4"/>
            </a:solidFill>
          </a:ln>
        </p:spPr>
      </p:sp>
      <p:sp>
        <p:nvSpPr>
          <p:cNvPr id="20" name="">
            <a:extLst xmlns:a="http://schemas.openxmlformats.org/drawingml/2006/main">
              <a:ext uri="{FF2B5EF4-FFF2-40B4-BE49-F238E27FC236}">
                <a16:creationId xmlns:a16="http://schemas.microsoft.com/office/drawing/2014/main" id="{AC289779-79C0-4A43-BEF6-0EF09ADF4372}"/>
              </a:ext>
            </a:extLst>
          </p:cNvPr>
          <p:cNvSpPr>
            <a:spLocks xmlns:a="http://schemas.openxmlformats.org/drawingml/2006/main" noGrp="1"/>
          </p:cNvSpPr>
          <p:nvPr/>
        </p:nvSpPr>
        <p:spPr>
          <a:xfrm xmlns:a="http://schemas.openxmlformats.org/drawingml/2006/main">
            <a:off x="5172981" y="2145176"/>
            <a:ext cx="94344" cy="91147"/>
          </a:xfrm>
          <a:custGeom xmlns:a="http://schemas.openxmlformats.org/drawingml/2006/main">
            <a:pathLst>
              <a:path w="94344" h="91147">
                <a:moveTo>
                  <a:pt x="0" y="91147"/>
                </a:moveTo>
                <a:lnTo>
                  <a:pt x="94344" y="45574"/>
                </a:lnTo>
                <a:lnTo>
                  <a:pt x="0" y="0"/>
                </a:lnTo>
              </a:path>
            </a:pathLst>
          </a:custGeom>
          <a:noFill xmlns:a="http://schemas.openxmlformats.org/drawingml/2006/main"/>
          <a:ln xmlns:a="http://schemas.openxmlformats.org/drawingml/2006/main" w="19050">
            <a:solidFill>
              <a:srgbClr val="146BA4"/>
            </a:solidFill>
          </a:ln>
        </p:spPr>
      </p:sp>
      <p:sp>
        <p:nvSpPr>
          <p:cNvPr id="21" name="">
            <a:extLst xmlns:a="http://schemas.openxmlformats.org/drawingml/2006/main">
              <a:ext uri="{FF2B5EF4-FFF2-40B4-BE49-F238E27FC236}">
                <a16:creationId xmlns:a16="http://schemas.microsoft.com/office/drawing/2014/main" id="{F2BC5C9E-36FB-4982-855D-34AB2ECF47A2}"/>
              </a:ext>
            </a:extLst>
          </p:cNvPr>
          <p:cNvSpPr>
            <a:spLocks xmlns:a="http://schemas.openxmlformats.org/drawingml/2006/main" noGrp="1"/>
          </p:cNvSpPr>
          <p:nvPr/>
        </p:nvSpPr>
        <p:spPr>
          <a:xfrm xmlns:a="http://schemas.openxmlformats.org/drawingml/2006/main">
            <a:off x="5343525" y="2533650"/>
            <a:ext cx="171450" cy="171450"/>
          </a:xfrm>
          <a:prstGeom xmlns:a="http://schemas.openxmlformats.org/drawingml/2006/main" prst="ellipse">
            <a:avLst/>
          </a:prstGeom>
          <a:solidFill xmlns:a="http://schemas.openxmlformats.org/drawingml/2006/main">
            <a:srgbClr val="146BA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488871EC-0AE3-4218-97FD-112393449AF5}"/>
              </a:ext>
            </a:extLst>
          </p:cNvPr>
          <p:cNvSpPr>
            <a:spLocks xmlns:a="http://schemas.openxmlformats.org/drawingml/2006/main" noGrp="1"/>
          </p:cNvSpPr>
          <p:nvPr/>
        </p:nvSpPr>
        <p:spPr>
          <a:xfrm xmlns:a="http://schemas.openxmlformats.org/drawingml/2006/main">
            <a:off x="5524500" y="2619375"/>
            <a:ext cx="409575" cy="9525"/>
          </a:xfrm>
          <a:custGeom xmlns:a="http://schemas.openxmlformats.org/drawingml/2006/main">
            <a:pathLst>
              <a:path w="409575" h="9525">
                <a:moveTo>
                  <a:pt x="0" y="0"/>
                </a:moveTo>
                <a:lnTo>
                  <a:pt x="409575" y="0"/>
                </a:lnTo>
              </a:path>
            </a:pathLst>
          </a:custGeom>
          <a:noFill xmlns:a="http://schemas.openxmlformats.org/drawingml/2006/main"/>
          <a:ln xmlns:a="http://schemas.openxmlformats.org/drawingml/2006/main" w="19050">
            <a:solidFill>
              <a:srgbClr val="146BA4"/>
            </a:solidFill>
          </a:ln>
        </p:spPr>
      </p:sp>
      <p:sp>
        <p:nvSpPr>
          <p:cNvPr id="23" name="">
            <a:extLst xmlns:a="http://schemas.openxmlformats.org/drawingml/2006/main">
              <a:ext uri="{FF2B5EF4-FFF2-40B4-BE49-F238E27FC236}">
                <a16:creationId xmlns:a16="http://schemas.microsoft.com/office/drawing/2014/main" id="{59C2C528-9708-4A3E-99BD-7378DBBA25A9}"/>
              </a:ext>
            </a:extLst>
          </p:cNvPr>
          <p:cNvSpPr>
            <a:spLocks xmlns:a="http://schemas.openxmlformats.org/drawingml/2006/main" noGrp="1"/>
          </p:cNvSpPr>
          <p:nvPr/>
        </p:nvSpPr>
        <p:spPr>
          <a:xfrm xmlns:a="http://schemas.openxmlformats.org/drawingml/2006/main">
            <a:off x="5839731" y="2573801"/>
            <a:ext cx="94344" cy="91147"/>
          </a:xfrm>
          <a:custGeom xmlns:a="http://schemas.openxmlformats.org/drawingml/2006/main">
            <a:pathLst>
              <a:path w="94344" h="91147">
                <a:moveTo>
                  <a:pt x="0" y="91147"/>
                </a:moveTo>
                <a:lnTo>
                  <a:pt x="94344" y="45574"/>
                </a:lnTo>
                <a:lnTo>
                  <a:pt x="0" y="0"/>
                </a:lnTo>
              </a:path>
            </a:pathLst>
          </a:custGeom>
          <a:noFill xmlns:a="http://schemas.openxmlformats.org/drawingml/2006/main"/>
          <a:ln xmlns:a="http://schemas.openxmlformats.org/drawingml/2006/main" w="19050">
            <a:solidFill>
              <a:srgbClr val="146BA4"/>
            </a:solidFill>
          </a:ln>
        </p:spPr>
      </p:sp>
      <p:sp>
        <p:nvSpPr>
          <p:cNvPr id="24" name="">
            <a:extLst xmlns:a="http://schemas.openxmlformats.org/drawingml/2006/main">
              <a:ext uri="{FF2B5EF4-FFF2-40B4-BE49-F238E27FC236}">
                <a16:creationId xmlns:a16="http://schemas.microsoft.com/office/drawing/2014/main" id="{2987B4FE-B8B5-4F60-B07F-39D852EBBD9A}"/>
              </a:ext>
            </a:extLst>
          </p:cNvPr>
          <p:cNvSpPr>
            <a:spLocks xmlns:a="http://schemas.openxmlformats.org/drawingml/2006/main" noGrp="1"/>
          </p:cNvSpPr>
          <p:nvPr/>
        </p:nvSpPr>
        <p:spPr>
          <a:xfrm xmlns:a="http://schemas.openxmlformats.org/drawingml/2006/main">
            <a:off x="6010275" y="2105025"/>
            <a:ext cx="171450" cy="171450"/>
          </a:xfrm>
          <a:prstGeom xmlns:a="http://schemas.openxmlformats.org/drawingml/2006/main" prst="ellipse">
            <a:avLst/>
          </a:prstGeom>
          <a:solidFill xmlns:a="http://schemas.openxmlformats.org/drawingml/2006/main">
            <a:srgbClr val="146BA4"/>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2EEE85AF-352F-4458-B3BE-E486E7E1B3B0}"/>
              </a:ext>
            </a:extLst>
          </p:cNvPr>
          <p:cNvSpPr>
            <a:spLocks xmlns:a="http://schemas.openxmlformats.org/drawingml/2006/main" noGrp="1"/>
          </p:cNvSpPr>
          <p:nvPr/>
        </p:nvSpPr>
        <p:spPr>
          <a:xfrm xmlns:a="http://schemas.openxmlformats.org/drawingml/2006/main">
            <a:off x="6191250" y="2190750"/>
            <a:ext cx="409575" cy="9525"/>
          </a:xfrm>
          <a:custGeom xmlns:a="http://schemas.openxmlformats.org/drawingml/2006/main">
            <a:pathLst>
              <a:path w="409575" h="9525">
                <a:moveTo>
                  <a:pt x="0" y="0"/>
                </a:moveTo>
                <a:lnTo>
                  <a:pt x="409575" y="0"/>
                </a:lnTo>
              </a:path>
            </a:pathLst>
          </a:custGeom>
          <a:noFill xmlns:a="http://schemas.openxmlformats.org/drawingml/2006/main"/>
          <a:ln xmlns:a="http://schemas.openxmlformats.org/drawingml/2006/main" w="19050">
            <a:solidFill>
              <a:srgbClr val="146BA4"/>
            </a:solidFill>
          </a:ln>
        </p:spPr>
      </p:sp>
      <p:sp>
        <p:nvSpPr>
          <p:cNvPr id="26" name="">
            <a:extLst xmlns:a="http://schemas.openxmlformats.org/drawingml/2006/main">
              <a:ext uri="{FF2B5EF4-FFF2-40B4-BE49-F238E27FC236}">
                <a16:creationId xmlns:a16="http://schemas.microsoft.com/office/drawing/2014/main" id="{FB3776C9-3FBB-44D4-9211-C9C985AA8EA1}"/>
              </a:ext>
            </a:extLst>
          </p:cNvPr>
          <p:cNvSpPr>
            <a:spLocks xmlns:a="http://schemas.openxmlformats.org/drawingml/2006/main" noGrp="1"/>
          </p:cNvSpPr>
          <p:nvPr/>
        </p:nvSpPr>
        <p:spPr>
          <a:xfrm xmlns:a="http://schemas.openxmlformats.org/drawingml/2006/main">
            <a:off x="6506481" y="2145176"/>
            <a:ext cx="94344" cy="91147"/>
          </a:xfrm>
          <a:custGeom xmlns:a="http://schemas.openxmlformats.org/drawingml/2006/main">
            <a:pathLst>
              <a:path w="94344" h="91147">
                <a:moveTo>
                  <a:pt x="0" y="91147"/>
                </a:moveTo>
                <a:lnTo>
                  <a:pt x="94344" y="45574"/>
                </a:lnTo>
                <a:lnTo>
                  <a:pt x="0" y="0"/>
                </a:lnTo>
              </a:path>
            </a:pathLst>
          </a:custGeom>
          <a:noFill xmlns:a="http://schemas.openxmlformats.org/drawingml/2006/main"/>
          <a:ln xmlns:a="http://schemas.openxmlformats.org/drawingml/2006/main" w="19050">
            <a:solidFill>
              <a:srgbClr val="146BA4"/>
            </a:solidFill>
          </a:ln>
        </p:spPr>
      </p:sp>
      <p:sp>
        <p:nvSpPr>
          <p:cNvPr id="27" name="">
            <a:extLst xmlns:a="http://schemas.openxmlformats.org/drawingml/2006/main">
              <a:ext uri="{FF2B5EF4-FFF2-40B4-BE49-F238E27FC236}">
                <a16:creationId xmlns:a16="http://schemas.microsoft.com/office/drawing/2014/main" id="{8B885113-03A9-468A-AAFB-AA92D841BEB3}"/>
              </a:ext>
            </a:extLst>
          </p:cNvPr>
          <p:cNvSpPr>
            <a:spLocks xmlns:a="http://schemas.openxmlformats.org/drawingml/2006/main" noGrp="1"/>
          </p:cNvSpPr>
          <p:nvPr/>
        </p:nvSpPr>
        <p:spPr>
          <a:xfrm xmlns:a="http://schemas.openxmlformats.org/drawingml/2006/main">
            <a:off x="4429125" y="3143250"/>
            <a:ext cx="3381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142C40"/>
                </a:solidFill>
                <a:latin typeface="Arial"/>
                <a:ea typeface="Arial"/>
                <a:cs typeface="Arial"/>
              </a:defRPr>
            </a:defPPr>
          </a:lstStyle>
          <a:p xmlns:a="http://schemas.openxmlformats.org/drawingml/2006/main">
            <a:pPr algn="l">
              <a:defRPr sz="2400" b="0">
                <a:solidFill>
                  <a:srgbClr val="142C40"/>
                </a:solidFill>
                <a:latin typeface="Arial"/>
                <a:ea typeface="Arial"/>
                <a:cs typeface="Arial"/>
              </a:defRPr>
            </a:pPr>
            <a:r>
              <a:rPr sz="2400" b="0">
                <a:solidFill>
                  <a:srgbClr val="142C40"/>
                </a:solidFill>
                <a:latin typeface="Arial"/>
                <a:ea typeface="Arial"/>
                <a:cs typeface="Arial"/>
              </a:rPr>
              <a:t>Eventos del Sol</a:t>
            </a:r>
          </a:p>
        </p:txBody>
      </p:sp>
      <p:sp>
        <p:nvSpPr>
          <p:cNvPr id="28" name="">
            <a:extLst xmlns:a="http://schemas.openxmlformats.org/drawingml/2006/main">
              <a:ext uri="{FF2B5EF4-FFF2-40B4-BE49-F238E27FC236}">
                <a16:creationId xmlns:a16="http://schemas.microsoft.com/office/drawing/2014/main" id="{5F5C8E1E-5C9B-45A0-8902-739EB46B7821}"/>
              </a:ext>
            </a:extLst>
          </p:cNvPr>
          <p:cNvSpPr>
            <a:spLocks xmlns:a="http://schemas.openxmlformats.org/drawingml/2006/main" noGrp="1"/>
          </p:cNvSpPr>
          <p:nvPr/>
        </p:nvSpPr>
        <p:spPr>
          <a:xfrm xmlns:a="http://schemas.openxmlformats.org/drawingml/2006/main">
            <a:off x="8486775" y="2105025"/>
            <a:ext cx="171450" cy="171450"/>
          </a:xfrm>
          <a:prstGeom xmlns:a="http://schemas.openxmlformats.org/drawingml/2006/main" prst="ellipse">
            <a:avLst/>
          </a:prstGeom>
          <a:solidFill xmlns:a="http://schemas.openxmlformats.org/drawingml/2006/main">
            <a:srgbClr val="146BA4"/>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D6AA045C-F1BC-413D-B125-2C713C9F159F}"/>
              </a:ext>
            </a:extLst>
          </p:cNvPr>
          <p:cNvSpPr>
            <a:spLocks xmlns:a="http://schemas.openxmlformats.org/drawingml/2006/main" noGrp="1"/>
          </p:cNvSpPr>
          <p:nvPr/>
        </p:nvSpPr>
        <p:spPr>
          <a:xfrm xmlns:a="http://schemas.openxmlformats.org/drawingml/2006/main">
            <a:off x="8667750" y="2190750"/>
            <a:ext cx="409575" cy="9525"/>
          </a:xfrm>
          <a:custGeom xmlns:a="http://schemas.openxmlformats.org/drawingml/2006/main">
            <a:pathLst>
              <a:path w="409575" h="9525">
                <a:moveTo>
                  <a:pt x="0" y="0"/>
                </a:moveTo>
                <a:lnTo>
                  <a:pt x="409575" y="0"/>
                </a:lnTo>
              </a:path>
            </a:pathLst>
          </a:custGeom>
          <a:noFill xmlns:a="http://schemas.openxmlformats.org/drawingml/2006/main"/>
          <a:ln xmlns:a="http://schemas.openxmlformats.org/drawingml/2006/main" w="19050">
            <a:solidFill>
              <a:srgbClr val="146BA4"/>
            </a:solidFill>
          </a:ln>
        </p:spPr>
      </p:sp>
      <p:sp>
        <p:nvSpPr>
          <p:cNvPr id="30" name="">
            <a:extLst xmlns:a="http://schemas.openxmlformats.org/drawingml/2006/main">
              <a:ext uri="{FF2B5EF4-FFF2-40B4-BE49-F238E27FC236}">
                <a16:creationId xmlns:a16="http://schemas.microsoft.com/office/drawing/2014/main" id="{671EA452-8950-4831-A502-11A9EE710292}"/>
              </a:ext>
            </a:extLst>
          </p:cNvPr>
          <p:cNvSpPr>
            <a:spLocks xmlns:a="http://schemas.openxmlformats.org/drawingml/2006/main" noGrp="1"/>
          </p:cNvSpPr>
          <p:nvPr/>
        </p:nvSpPr>
        <p:spPr>
          <a:xfrm xmlns:a="http://schemas.openxmlformats.org/drawingml/2006/main">
            <a:off x="8982981" y="2145176"/>
            <a:ext cx="94344" cy="91147"/>
          </a:xfrm>
          <a:custGeom xmlns:a="http://schemas.openxmlformats.org/drawingml/2006/main">
            <a:pathLst>
              <a:path w="94344" h="91147">
                <a:moveTo>
                  <a:pt x="0" y="91147"/>
                </a:moveTo>
                <a:lnTo>
                  <a:pt x="94344" y="45574"/>
                </a:lnTo>
                <a:lnTo>
                  <a:pt x="0" y="0"/>
                </a:lnTo>
              </a:path>
            </a:pathLst>
          </a:custGeom>
          <a:noFill xmlns:a="http://schemas.openxmlformats.org/drawingml/2006/main"/>
          <a:ln xmlns:a="http://schemas.openxmlformats.org/drawingml/2006/main" w="19050">
            <a:solidFill>
              <a:srgbClr val="146BA4"/>
            </a:solidFill>
          </a:ln>
        </p:spPr>
      </p:sp>
      <p:sp>
        <p:nvSpPr>
          <p:cNvPr id="31" name="">
            <a:extLst xmlns:a="http://schemas.openxmlformats.org/drawingml/2006/main">
              <a:ext uri="{FF2B5EF4-FFF2-40B4-BE49-F238E27FC236}">
                <a16:creationId xmlns:a16="http://schemas.microsoft.com/office/drawing/2014/main" id="{E6482C6B-C5BD-43DB-B97B-8EC98CDF4373}"/>
              </a:ext>
            </a:extLst>
          </p:cNvPr>
          <p:cNvSpPr>
            <a:spLocks xmlns:a="http://schemas.openxmlformats.org/drawingml/2006/main" noGrp="1"/>
          </p:cNvSpPr>
          <p:nvPr/>
        </p:nvSpPr>
        <p:spPr>
          <a:xfrm xmlns:a="http://schemas.openxmlformats.org/drawingml/2006/main">
            <a:off x="9153525" y="2533650"/>
            <a:ext cx="171450" cy="171450"/>
          </a:xfrm>
          <a:prstGeom xmlns:a="http://schemas.openxmlformats.org/drawingml/2006/main" prst="ellipse">
            <a:avLst/>
          </a:prstGeom>
          <a:solidFill xmlns:a="http://schemas.openxmlformats.org/drawingml/2006/main">
            <a:srgbClr val="146BA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5F445142-FBB9-464F-8651-2C3BF0A5E6DA}"/>
              </a:ext>
            </a:extLst>
          </p:cNvPr>
          <p:cNvSpPr>
            <a:spLocks xmlns:a="http://schemas.openxmlformats.org/drawingml/2006/main" noGrp="1"/>
          </p:cNvSpPr>
          <p:nvPr/>
        </p:nvSpPr>
        <p:spPr>
          <a:xfrm xmlns:a="http://schemas.openxmlformats.org/drawingml/2006/main">
            <a:off x="9334500" y="2619375"/>
            <a:ext cx="409575" cy="9525"/>
          </a:xfrm>
          <a:custGeom xmlns:a="http://schemas.openxmlformats.org/drawingml/2006/main">
            <a:pathLst>
              <a:path w="409575" h="9525">
                <a:moveTo>
                  <a:pt x="0" y="0"/>
                </a:moveTo>
                <a:lnTo>
                  <a:pt x="409575" y="0"/>
                </a:lnTo>
              </a:path>
            </a:pathLst>
          </a:custGeom>
          <a:noFill xmlns:a="http://schemas.openxmlformats.org/drawingml/2006/main"/>
          <a:ln xmlns:a="http://schemas.openxmlformats.org/drawingml/2006/main" w="19050">
            <a:solidFill>
              <a:srgbClr val="146BA4"/>
            </a:solidFill>
          </a:ln>
        </p:spPr>
      </p:sp>
      <p:sp>
        <p:nvSpPr>
          <p:cNvPr id="33" name="">
            <a:extLst xmlns:a="http://schemas.openxmlformats.org/drawingml/2006/main">
              <a:ext uri="{FF2B5EF4-FFF2-40B4-BE49-F238E27FC236}">
                <a16:creationId xmlns:a16="http://schemas.microsoft.com/office/drawing/2014/main" id="{80A795EB-DF21-4C74-8D8B-01F609A5C0C0}"/>
              </a:ext>
            </a:extLst>
          </p:cNvPr>
          <p:cNvSpPr>
            <a:spLocks xmlns:a="http://schemas.openxmlformats.org/drawingml/2006/main" noGrp="1"/>
          </p:cNvSpPr>
          <p:nvPr/>
        </p:nvSpPr>
        <p:spPr>
          <a:xfrm xmlns:a="http://schemas.openxmlformats.org/drawingml/2006/main">
            <a:off x="9649731" y="2573801"/>
            <a:ext cx="94344" cy="91147"/>
          </a:xfrm>
          <a:custGeom xmlns:a="http://schemas.openxmlformats.org/drawingml/2006/main">
            <a:pathLst>
              <a:path w="94344" h="91147">
                <a:moveTo>
                  <a:pt x="0" y="91147"/>
                </a:moveTo>
                <a:lnTo>
                  <a:pt x="94344" y="45574"/>
                </a:lnTo>
                <a:lnTo>
                  <a:pt x="0" y="0"/>
                </a:lnTo>
              </a:path>
            </a:pathLst>
          </a:custGeom>
          <a:noFill xmlns:a="http://schemas.openxmlformats.org/drawingml/2006/main"/>
          <a:ln xmlns:a="http://schemas.openxmlformats.org/drawingml/2006/main" w="19050">
            <a:solidFill>
              <a:srgbClr val="146BA4"/>
            </a:solidFill>
          </a:ln>
        </p:spPr>
      </p:sp>
      <p:sp>
        <p:nvSpPr>
          <p:cNvPr id="34" name="">
            <a:extLst xmlns:a="http://schemas.openxmlformats.org/drawingml/2006/main">
              <a:ext uri="{FF2B5EF4-FFF2-40B4-BE49-F238E27FC236}">
                <a16:creationId xmlns:a16="http://schemas.microsoft.com/office/drawing/2014/main" id="{DF982381-C924-4CEE-B3B3-6312A9B37EC2}"/>
              </a:ext>
            </a:extLst>
          </p:cNvPr>
          <p:cNvSpPr>
            <a:spLocks xmlns:a="http://schemas.openxmlformats.org/drawingml/2006/main" noGrp="1"/>
          </p:cNvSpPr>
          <p:nvPr/>
        </p:nvSpPr>
        <p:spPr>
          <a:xfrm xmlns:a="http://schemas.openxmlformats.org/drawingml/2006/main">
            <a:off x="9820275" y="2105025"/>
            <a:ext cx="171450" cy="171450"/>
          </a:xfrm>
          <a:prstGeom xmlns:a="http://schemas.openxmlformats.org/drawingml/2006/main" prst="ellipse">
            <a:avLst/>
          </a:prstGeom>
          <a:solidFill xmlns:a="http://schemas.openxmlformats.org/drawingml/2006/main">
            <a:srgbClr val="146BA4"/>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06921EEB-5493-4E87-9C06-F17321C115DA}"/>
              </a:ext>
            </a:extLst>
          </p:cNvPr>
          <p:cNvSpPr>
            <a:spLocks xmlns:a="http://schemas.openxmlformats.org/drawingml/2006/main" noGrp="1"/>
          </p:cNvSpPr>
          <p:nvPr/>
        </p:nvSpPr>
        <p:spPr>
          <a:xfrm xmlns:a="http://schemas.openxmlformats.org/drawingml/2006/main">
            <a:off x="10001250" y="2190750"/>
            <a:ext cx="409575" cy="9525"/>
          </a:xfrm>
          <a:custGeom xmlns:a="http://schemas.openxmlformats.org/drawingml/2006/main">
            <a:pathLst>
              <a:path w="409575" h="9525">
                <a:moveTo>
                  <a:pt x="0" y="0"/>
                </a:moveTo>
                <a:lnTo>
                  <a:pt x="409575" y="0"/>
                </a:lnTo>
              </a:path>
            </a:pathLst>
          </a:custGeom>
          <a:noFill xmlns:a="http://schemas.openxmlformats.org/drawingml/2006/main"/>
          <a:ln xmlns:a="http://schemas.openxmlformats.org/drawingml/2006/main" w="19050">
            <a:solidFill>
              <a:srgbClr val="146BA4"/>
            </a:solidFill>
          </a:ln>
        </p:spPr>
      </p:sp>
      <p:sp>
        <p:nvSpPr>
          <p:cNvPr id="36" name="">
            <a:extLst xmlns:a="http://schemas.openxmlformats.org/drawingml/2006/main">
              <a:ext uri="{FF2B5EF4-FFF2-40B4-BE49-F238E27FC236}">
                <a16:creationId xmlns:a16="http://schemas.microsoft.com/office/drawing/2014/main" id="{AA90A5FD-CBF2-406B-ADC9-D6D2D5408A52}"/>
              </a:ext>
            </a:extLst>
          </p:cNvPr>
          <p:cNvSpPr>
            <a:spLocks xmlns:a="http://schemas.openxmlformats.org/drawingml/2006/main" noGrp="1"/>
          </p:cNvSpPr>
          <p:nvPr/>
        </p:nvSpPr>
        <p:spPr>
          <a:xfrm xmlns:a="http://schemas.openxmlformats.org/drawingml/2006/main">
            <a:off x="10316481" y="2145176"/>
            <a:ext cx="94344" cy="91147"/>
          </a:xfrm>
          <a:custGeom xmlns:a="http://schemas.openxmlformats.org/drawingml/2006/main">
            <a:pathLst>
              <a:path w="94344" h="91147">
                <a:moveTo>
                  <a:pt x="0" y="91147"/>
                </a:moveTo>
                <a:lnTo>
                  <a:pt x="94344" y="45574"/>
                </a:lnTo>
                <a:lnTo>
                  <a:pt x="0" y="0"/>
                </a:lnTo>
              </a:path>
            </a:pathLst>
          </a:custGeom>
          <a:noFill xmlns:a="http://schemas.openxmlformats.org/drawingml/2006/main"/>
          <a:ln xmlns:a="http://schemas.openxmlformats.org/drawingml/2006/main" w="19050">
            <a:solidFill>
              <a:srgbClr val="146BA4"/>
            </a:solidFill>
          </a:ln>
        </p:spPr>
      </p:sp>
      <p:sp>
        <p:nvSpPr>
          <p:cNvPr id="37" name="">
            <a:extLst xmlns:a="http://schemas.openxmlformats.org/drawingml/2006/main">
              <a:ext uri="{FF2B5EF4-FFF2-40B4-BE49-F238E27FC236}">
                <a16:creationId xmlns:a16="http://schemas.microsoft.com/office/drawing/2014/main" id="{3A816647-3EFE-43B8-B79F-E37B1E948778}"/>
              </a:ext>
            </a:extLst>
          </p:cNvPr>
          <p:cNvSpPr>
            <a:spLocks xmlns:a="http://schemas.openxmlformats.org/drawingml/2006/main" noGrp="1"/>
          </p:cNvSpPr>
          <p:nvPr/>
        </p:nvSpPr>
        <p:spPr>
          <a:xfrm xmlns:a="http://schemas.openxmlformats.org/drawingml/2006/main">
            <a:off x="8239125" y="3143250"/>
            <a:ext cx="3381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142C40"/>
                </a:solidFill>
                <a:latin typeface="Arial"/>
                <a:ea typeface="Arial"/>
                <a:cs typeface="Arial"/>
              </a:defRPr>
            </a:defPPr>
          </a:lstStyle>
          <a:p xmlns:a="http://schemas.openxmlformats.org/drawingml/2006/main">
            <a:pPr algn="l">
              <a:defRPr sz="2400" b="0">
                <a:solidFill>
                  <a:srgbClr val="142C40"/>
                </a:solidFill>
                <a:latin typeface="Arial"/>
                <a:ea typeface="Arial"/>
                <a:cs typeface="Arial"/>
              </a:defRPr>
            </a:pPr>
            <a:r>
              <a:rPr sz="2400" b="0">
                <a:solidFill>
                  <a:srgbClr val="142C40"/>
                </a:solidFill>
                <a:latin typeface="Arial"/>
                <a:ea typeface="Arial"/>
                <a:cs typeface="Arial"/>
              </a:rPr>
              <a:t>Cinturones planetarios</a:t>
            </a:r>
          </a:p>
        </p:txBody>
      </p:sp>
      <p:sp>
        <p:nvSpPr>
          <p:cNvPr id="38" name="">
            <a:extLst xmlns:a="http://schemas.openxmlformats.org/drawingml/2006/main">
              <a:ext uri="{FF2B5EF4-FFF2-40B4-BE49-F238E27FC236}">
                <a16:creationId xmlns:a16="http://schemas.microsoft.com/office/drawing/2014/main" id="{6ED15907-459B-4C84-87F7-6F8738F8E151}"/>
              </a:ext>
            </a:extLst>
          </p:cNvPr>
          <p:cNvSpPr>
            <a:spLocks xmlns:a="http://schemas.openxmlformats.org/drawingml/2006/main" noGrp="1"/>
          </p:cNvSpPr>
          <p:nvPr/>
        </p:nvSpPr>
        <p:spPr>
          <a:xfrm xmlns:a="http://schemas.openxmlformats.org/drawingml/2006/main">
            <a:off x="457200" y="4095750"/>
            <a:ext cx="11258550" cy="9525"/>
          </a:xfrm>
          <a:custGeom xmlns:a="http://schemas.openxmlformats.org/drawingml/2006/main">
            <a:pathLst>
              <a:path w="11258550" h="9525">
                <a:moveTo>
                  <a:pt x="0" y="0"/>
                </a:moveTo>
                <a:lnTo>
                  <a:pt x="11258550" y="0"/>
                </a:lnTo>
              </a:path>
            </a:pathLst>
          </a:custGeom>
          <a:noFill xmlns:a="http://schemas.openxmlformats.org/drawingml/2006/main"/>
          <a:ln xmlns:a="http://schemas.openxmlformats.org/drawingml/2006/main" w="9525">
            <a:solidFill>
              <a:srgbClr val="B9C8D2"/>
            </a:solidFill>
          </a:ln>
        </p:spPr>
      </p:sp>
      <p:sp>
        <p:nvSpPr>
          <p:cNvPr id="39" name="">
            <a:extLst xmlns:a="http://schemas.openxmlformats.org/drawingml/2006/main">
              <a:ext uri="{FF2B5EF4-FFF2-40B4-BE49-F238E27FC236}">
                <a16:creationId xmlns:a16="http://schemas.microsoft.com/office/drawing/2014/main" id="{A61741F3-AD0B-404C-A828-5E17BE9B03A3}"/>
              </a:ext>
            </a:extLst>
          </p:cNvPr>
          <p:cNvSpPr>
            <a:spLocks xmlns:a="http://schemas.openxmlformats.org/drawingml/2006/main" noGrp="1"/>
          </p:cNvSpPr>
          <p:nvPr/>
        </p:nvSpPr>
        <p:spPr>
          <a:xfrm xmlns:a="http://schemas.openxmlformats.org/drawingml/2006/main">
            <a:off x="619125" y="442912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6BA4"/>
                </a:solidFill>
                <a:latin typeface="Arial"/>
                <a:ea typeface="Arial"/>
                <a:cs typeface="Arial"/>
              </a:defRPr>
            </a:defPPr>
          </a:lstStyle>
          <a:p xmlns:a="http://schemas.openxmlformats.org/drawingml/2006/main">
            <a:pPr algn="l">
              <a:defRPr sz="2400" b="1">
                <a:solidFill>
                  <a:srgbClr val="146BA4"/>
                </a:solidFill>
                <a:latin typeface="Arial"/>
                <a:ea typeface="Arial"/>
                <a:cs typeface="Arial"/>
              </a:defRPr>
            </a:pPr>
            <a:r>
              <a:rPr sz="2400" b="1">
                <a:solidFill>
                  <a:srgbClr val="146BA4"/>
                </a:solidFill>
                <a:latin typeface="Arial"/>
                <a:ea typeface="Arial"/>
                <a:cs typeface="Arial"/>
              </a:rPr>
              <a:t>Energía</a:t>
            </a:r>
          </a:p>
        </p:txBody>
      </p:sp>
      <p:sp>
        <p:nvSpPr>
          <p:cNvPr id="40" name="">
            <a:extLst xmlns:a="http://schemas.openxmlformats.org/drawingml/2006/main">
              <a:ext uri="{FF2B5EF4-FFF2-40B4-BE49-F238E27FC236}">
                <a16:creationId xmlns:a16="http://schemas.microsoft.com/office/drawing/2014/main" id="{F84B5ADF-02B1-4E32-8011-035CE583B651}"/>
              </a:ext>
            </a:extLst>
          </p:cNvPr>
          <p:cNvSpPr>
            <a:spLocks xmlns:a="http://schemas.openxmlformats.org/drawingml/2006/main" noGrp="1"/>
          </p:cNvSpPr>
          <p:nvPr/>
        </p:nvSpPr>
        <p:spPr>
          <a:xfrm xmlns:a="http://schemas.openxmlformats.org/drawingml/2006/main">
            <a:off x="4429125" y="442912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6BA4"/>
                </a:solidFill>
                <a:latin typeface="Arial"/>
                <a:ea typeface="Arial"/>
                <a:cs typeface="Arial"/>
              </a:defRPr>
            </a:defPPr>
          </a:lstStyle>
          <a:p xmlns:a="http://schemas.openxmlformats.org/drawingml/2006/main">
            <a:pPr algn="l">
              <a:defRPr sz="2400" b="1">
                <a:solidFill>
                  <a:srgbClr val="146BA4"/>
                </a:solidFill>
                <a:latin typeface="Arial"/>
                <a:ea typeface="Arial"/>
                <a:cs typeface="Arial"/>
              </a:defRPr>
            </a:pPr>
            <a:r>
              <a:rPr sz="2400" b="1">
                <a:solidFill>
                  <a:srgbClr val="146BA4"/>
                </a:solidFill>
                <a:latin typeface="Arial"/>
                <a:ea typeface="Arial"/>
                <a:cs typeface="Arial"/>
              </a:rPr>
              <a:t>Flujo</a:t>
            </a:r>
          </a:p>
        </p:txBody>
      </p:sp>
      <p:sp>
        <p:nvSpPr>
          <p:cNvPr id="41" name="">
            <a:extLst xmlns:a="http://schemas.openxmlformats.org/drawingml/2006/main">
              <a:ext uri="{FF2B5EF4-FFF2-40B4-BE49-F238E27FC236}">
                <a16:creationId xmlns:a16="http://schemas.microsoft.com/office/drawing/2014/main" id="{5E564C0B-4982-4B3B-9288-A142A09C7FDB}"/>
              </a:ext>
            </a:extLst>
          </p:cNvPr>
          <p:cNvSpPr>
            <a:spLocks xmlns:a="http://schemas.openxmlformats.org/drawingml/2006/main" noGrp="1"/>
          </p:cNvSpPr>
          <p:nvPr/>
        </p:nvSpPr>
        <p:spPr>
          <a:xfrm xmlns:a="http://schemas.openxmlformats.org/drawingml/2006/main">
            <a:off x="8239125" y="442912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6BA4"/>
                </a:solidFill>
                <a:latin typeface="Arial"/>
                <a:ea typeface="Arial"/>
                <a:cs typeface="Arial"/>
              </a:defRPr>
            </a:defPPr>
          </a:lstStyle>
          <a:p xmlns:a="http://schemas.openxmlformats.org/drawingml/2006/main">
            <a:pPr algn="l">
              <a:defRPr sz="2400" b="1">
                <a:solidFill>
                  <a:srgbClr val="146BA4"/>
                </a:solidFill>
                <a:latin typeface="Arial"/>
                <a:ea typeface="Arial"/>
                <a:cs typeface="Arial"/>
              </a:defRPr>
            </a:pPr>
            <a:r>
              <a:rPr sz="2400" b="1">
                <a:solidFill>
                  <a:srgbClr val="146BA4"/>
                </a:solidFill>
                <a:latin typeface="Arial"/>
                <a:ea typeface="Arial"/>
                <a:cs typeface="Arial"/>
              </a:rPr>
              <a:t>Dosis</a:t>
            </a:r>
          </a:p>
        </p:txBody>
      </p:sp>
      <p:sp>
        <p:nvSpPr>
          <p:cNvPr id="42" name="">
            <a:extLst xmlns:a="http://schemas.openxmlformats.org/drawingml/2006/main">
              <a:ext uri="{FF2B5EF4-FFF2-40B4-BE49-F238E27FC236}">
                <a16:creationId xmlns:a16="http://schemas.microsoft.com/office/drawing/2014/main" id="{AC1D84FF-2558-495C-9FE7-0E1189DE2C51}"/>
              </a:ext>
            </a:extLst>
          </p:cNvPr>
          <p:cNvSpPr>
            <a:spLocks xmlns:a="http://schemas.openxmlformats.org/drawingml/2006/main" noGrp="1"/>
          </p:cNvSpPr>
          <p:nvPr/>
        </p:nvSpPr>
        <p:spPr>
          <a:xfrm xmlns:a="http://schemas.openxmlformats.org/drawingml/2006/main">
            <a:off x="619125" y="509587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142C40"/>
                </a:solidFill>
                <a:latin typeface="Arial"/>
                <a:ea typeface="Arial"/>
                <a:cs typeface="Arial"/>
              </a:defRPr>
            </a:defPPr>
          </a:lstStyle>
          <a:p xmlns:a="http://schemas.openxmlformats.org/drawingml/2006/main">
            <a:pPr algn="l">
              <a:defRPr sz="2400" b="0">
                <a:solidFill>
                  <a:srgbClr val="142C40"/>
                </a:solidFill>
                <a:latin typeface="Arial"/>
                <a:ea typeface="Arial"/>
                <a:cs typeface="Arial"/>
              </a:defRPr>
            </a:pPr>
            <a:r>
              <a:rPr sz="2400" b="0">
                <a:solidFill>
                  <a:srgbClr val="142C40"/>
                </a:solidFill>
                <a:latin typeface="Arial"/>
                <a:ea typeface="Arial"/>
                <a:cs typeface="Arial"/>
              </a:rPr>
              <a:t>Por partícula</a:t>
            </a:r>
          </a:p>
        </p:txBody>
      </p:sp>
      <p:sp>
        <p:nvSpPr>
          <p:cNvPr id="43" name="">
            <a:extLst xmlns:a="http://schemas.openxmlformats.org/drawingml/2006/main">
              <a:ext uri="{FF2B5EF4-FFF2-40B4-BE49-F238E27FC236}">
                <a16:creationId xmlns:a16="http://schemas.microsoft.com/office/drawing/2014/main" id="{9F0CA9AC-3FAC-4215-B3E0-F460A85BC8B7}"/>
              </a:ext>
            </a:extLst>
          </p:cNvPr>
          <p:cNvSpPr>
            <a:spLocks xmlns:a="http://schemas.openxmlformats.org/drawingml/2006/main" noGrp="1"/>
          </p:cNvSpPr>
          <p:nvPr/>
        </p:nvSpPr>
        <p:spPr>
          <a:xfrm xmlns:a="http://schemas.openxmlformats.org/drawingml/2006/main">
            <a:off x="4429125" y="509587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142C40"/>
                </a:solidFill>
                <a:latin typeface="Arial"/>
                <a:ea typeface="Arial"/>
                <a:cs typeface="Arial"/>
              </a:defRPr>
            </a:defPPr>
          </a:lstStyle>
          <a:p xmlns:a="http://schemas.openxmlformats.org/drawingml/2006/main">
            <a:pPr algn="l">
              <a:defRPr sz="2400" b="0">
                <a:solidFill>
                  <a:srgbClr val="142C40"/>
                </a:solidFill>
                <a:latin typeface="Arial"/>
                <a:ea typeface="Arial"/>
                <a:cs typeface="Arial"/>
              </a:defRPr>
            </a:pPr>
            <a:r>
              <a:rPr sz="2400" b="0">
                <a:solidFill>
                  <a:srgbClr val="142C40"/>
                </a:solidFill>
                <a:latin typeface="Arial"/>
                <a:ea typeface="Arial"/>
                <a:cs typeface="Arial"/>
              </a:rPr>
              <a:t>Por área y tiempo</a:t>
            </a:r>
          </a:p>
        </p:txBody>
      </p:sp>
      <p:sp>
        <p:nvSpPr>
          <p:cNvPr id="44" name="">
            <a:extLst xmlns:a="http://schemas.openxmlformats.org/drawingml/2006/main">
              <a:ext uri="{FF2B5EF4-FFF2-40B4-BE49-F238E27FC236}">
                <a16:creationId xmlns:a16="http://schemas.microsoft.com/office/drawing/2014/main" id="{BC4C5069-5FC7-4416-8B09-53AFEC13519D}"/>
              </a:ext>
            </a:extLst>
          </p:cNvPr>
          <p:cNvSpPr>
            <a:spLocks xmlns:a="http://schemas.openxmlformats.org/drawingml/2006/main" noGrp="1"/>
          </p:cNvSpPr>
          <p:nvPr/>
        </p:nvSpPr>
        <p:spPr>
          <a:xfrm xmlns:a="http://schemas.openxmlformats.org/drawingml/2006/main">
            <a:off x="8239125" y="5095875"/>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142C40"/>
                </a:solidFill>
                <a:latin typeface="Arial"/>
                <a:ea typeface="Arial"/>
                <a:cs typeface="Arial"/>
              </a:defRPr>
            </a:defPPr>
          </a:lstStyle>
          <a:p xmlns:a="http://schemas.openxmlformats.org/drawingml/2006/main">
            <a:pPr algn="l">
              <a:defRPr sz="2400" b="0">
                <a:solidFill>
                  <a:srgbClr val="142C40"/>
                </a:solidFill>
                <a:latin typeface="Arial"/>
                <a:ea typeface="Arial"/>
                <a:cs typeface="Arial"/>
              </a:defRPr>
            </a:pPr>
            <a:r>
              <a:rPr sz="2400" b="0">
                <a:solidFill>
                  <a:srgbClr val="142C40"/>
                </a:solidFill>
                <a:latin typeface="Arial"/>
                <a:ea typeface="Arial"/>
                <a:cs typeface="Arial"/>
              </a:rPr>
              <a:t>Depositada por masa</a:t>
            </a:r>
          </a:p>
        </p:txBody>
      </p:sp>
    </p:spTree>
    <p:extLst>
      <p:ext uri="{BB962C8B-B14F-4D97-AF65-F5344CB8AC3E}">
        <p14:creationId xmlns:p14="http://schemas.microsoft.com/office/powerpoint/2010/main" val="46083934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16DFB3A1-EBD8-4936-9CCF-B9CEAD13B836}"/>
              </a:ext>
            </a:extLst>
          </p:cNvPr>
          <p:cNvSpPr>
            <a:spLocks xmlns:a="http://schemas.openxmlformats.org/drawingml/2006/main" noGrp="1"/>
          </p:cNvSpPr>
          <p:nvPr/>
        </p:nvSpPr>
        <p:spPr>
          <a:xfrm xmlns:a="http://schemas.openxmlformats.org/drawingml/2006/main">
            <a:off x="457200" y="266700"/>
            <a:ext cx="11239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3300" b="1">
                <a:solidFill>
                  <a:srgbClr val="142C40"/>
                </a:solidFill>
                <a:latin typeface="Arial"/>
                <a:ea typeface="Arial"/>
                <a:cs typeface="Arial"/>
              </a:defRPr>
            </a:defPPr>
          </a:lstStyle>
          <a:p xmlns:a="http://schemas.openxmlformats.org/drawingml/2006/main">
            <a:pPr algn="l">
              <a:defRPr sz="3300" b="1">
                <a:solidFill>
                  <a:srgbClr val="142C40"/>
                </a:solidFill>
                <a:latin typeface="Arial"/>
                <a:ea typeface="Arial"/>
                <a:cs typeface="Arial"/>
              </a:defRPr>
            </a:pPr>
            <a:r>
              <a:rPr sz="3300" b="1">
                <a:solidFill>
                  <a:srgbClr val="142C40"/>
                </a:solidFill>
                <a:latin typeface="Arial"/>
                <a:ea typeface="Arial"/>
                <a:cs typeface="Arial"/>
              </a:rPr>
              <a:t>Del espacio al interior del equipo</a:t>
            </a:r>
          </a:p>
        </p:txBody>
      </p:sp>
      <p:sp>
        <p:nvSpPr>
          <p:cNvPr id="2" name="">
            <a:extLst xmlns:a="http://schemas.openxmlformats.org/drawingml/2006/main">
              <a:ext uri="{FF2B5EF4-FFF2-40B4-BE49-F238E27FC236}">
                <a16:creationId xmlns:a16="http://schemas.microsoft.com/office/drawing/2014/main" id="{AD0D1EBB-CD8F-4695-A63A-D3A549B2B45D}"/>
              </a:ext>
            </a:extLst>
          </p:cNvPr>
          <p:cNvSpPr>
            <a:spLocks xmlns:a="http://schemas.openxmlformats.org/drawingml/2006/main" noGrp="1"/>
          </p:cNvSpPr>
          <p:nvPr/>
        </p:nvSpPr>
        <p:spPr>
          <a:xfrm xmlns:a="http://schemas.openxmlformats.org/drawingml/2006/main">
            <a:off x="457200" y="6096000"/>
            <a:ext cx="11258550" cy="9525"/>
          </a:xfrm>
          <a:custGeom xmlns:a="http://schemas.openxmlformats.org/drawingml/2006/main">
            <a:pathLst>
              <a:path w="11258550" h="9525">
                <a:moveTo>
                  <a:pt x="0" y="0"/>
                </a:moveTo>
                <a:lnTo>
                  <a:pt x="11258550" y="0"/>
                </a:lnTo>
              </a:path>
            </a:pathLst>
          </a:custGeom>
          <a:noFill xmlns:a="http://schemas.openxmlformats.org/drawingml/2006/main"/>
          <a:ln xmlns:a="http://schemas.openxmlformats.org/drawingml/2006/main" w="9525">
            <a:solidFill>
              <a:srgbClr val="B9C8D2"/>
            </a:solidFill>
          </a:ln>
        </p:spPr>
      </p:sp>
      <p:sp>
        <p:nvSpPr>
          <p:cNvPr id="3" name="">
            <a:extLst xmlns:a="http://schemas.openxmlformats.org/drawingml/2006/main">
              <a:ext uri="{FF2B5EF4-FFF2-40B4-BE49-F238E27FC236}">
                <a16:creationId xmlns:a16="http://schemas.microsoft.com/office/drawing/2014/main" id="{1215C9AE-38AE-4344-B375-57281E0AE858}"/>
              </a:ext>
            </a:extLst>
          </p:cNvPr>
          <p:cNvSpPr>
            <a:spLocks xmlns:a="http://schemas.openxmlformats.org/drawingml/2006/main" noGrp="1"/>
          </p:cNvSpPr>
          <p:nvPr/>
        </p:nvSpPr>
        <p:spPr>
          <a:xfrm xmlns:a="http://schemas.openxmlformats.org/drawingml/2006/main">
            <a:off x="457200" y="627697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6C7F8C"/>
                </a:solidFill>
                <a:latin typeface="Arial"/>
                <a:ea typeface="Arial"/>
                <a:cs typeface="Arial"/>
              </a:defRPr>
            </a:defPPr>
          </a:lstStyle>
          <a:p xmlns:a="http://schemas.openxmlformats.org/drawingml/2006/main">
            <a:pPr algn="l">
              <a:defRPr sz="2400" b="0">
                <a:solidFill>
                  <a:srgbClr val="6C7F8C"/>
                </a:solidFill>
                <a:latin typeface="Arial"/>
                <a:ea typeface="Arial"/>
                <a:cs typeface="Arial"/>
              </a:defRPr>
            </a:pPr>
            <a:r>
              <a:rPr sz="2400" b="0">
                <a:solidFill>
                  <a:srgbClr val="6C7F8C"/>
                </a:solidFill>
                <a:latin typeface="Arial"/>
                <a:ea typeface="Arial"/>
                <a:cs typeface="Arial"/>
              </a:rPr>
              <a:t>Voyager · S01, S06, S29, S37</a:t>
            </a:r>
          </a:p>
        </p:txBody>
      </p:sp>
      <p:sp>
        <p:nvSpPr>
          <p:cNvPr id="4" name="">
            <a:extLst xmlns:a="http://schemas.openxmlformats.org/drawingml/2006/main">
              <a:ext uri="{FF2B5EF4-FFF2-40B4-BE49-F238E27FC236}">
                <a16:creationId xmlns:a16="http://schemas.microsoft.com/office/drawing/2014/main" id="{348EFDA5-0659-4ECB-A5C3-80A81B6B50E5}"/>
              </a:ext>
            </a:extLst>
          </p:cNvPr>
          <p:cNvSpPr>
            <a:spLocks xmlns:a="http://schemas.openxmlformats.org/drawingml/2006/main" noGrp="1"/>
          </p:cNvSpPr>
          <p:nvPr/>
        </p:nvSpPr>
        <p:spPr>
          <a:xfrm xmlns:a="http://schemas.openxmlformats.org/drawingml/2006/main">
            <a:off x="11163300" y="6276975"/>
            <a:ext cx="66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6BA4"/>
                </a:solidFill>
                <a:latin typeface="Arial"/>
                <a:ea typeface="Arial"/>
                <a:cs typeface="Arial"/>
              </a:defRPr>
            </a:defPPr>
          </a:lstStyle>
          <a:p xmlns:a="http://schemas.openxmlformats.org/drawingml/2006/main">
            <a:pPr algn="l">
              <a:defRPr sz="2400" b="1">
                <a:solidFill>
                  <a:srgbClr val="146BA4"/>
                </a:solidFill>
                <a:latin typeface="Arial"/>
                <a:ea typeface="Arial"/>
                <a:cs typeface="Arial"/>
              </a:defRPr>
            </a:pPr>
            <a:r>
              <a:rPr sz="2400" b="1">
                <a:solidFill>
                  <a:srgbClr val="146BA4"/>
                </a:solidFill>
                <a:latin typeface="Arial"/>
                <a:ea typeface="Arial"/>
                <a:cs typeface="Arial"/>
              </a:rPr>
              <a:t>03</a:t>
            </a:r>
          </a:p>
        </p:txBody>
      </p:sp>
      <p:pic>
        <p:nvPicPr>
          <p:cNvPr id="5" name="">
            <a:extLst xmlns:a="http://schemas.openxmlformats.org/drawingml/2006/main">
              <a:ext uri="{FF2B5EF4-FFF2-40B4-BE49-F238E27FC236}">
                <a16:creationId xmlns:a16="http://schemas.microsoft.com/office/drawing/2014/main" id="{7369A0C7-89EE-4933-9864-1CD25A6D0B46}"/>
              </a:ext>
            </a:extLst>
          </p:cNvPr>
          <p:cNvPicPr>
            <a:picLocks xmlns:a="http://schemas.openxmlformats.org/drawingml/2006/main" noChangeAspect="1"/>
          </p:cNvPicPr>
          <p:nvPr/>
        </p:nvPicPr>
        <p:blipFill>
          <a:blip xmlns:r="http://schemas.openxmlformats.org/officeDocument/2006/relationships" xmlns:a="http://schemas.openxmlformats.org/drawingml/2006/main" r:embed="R142523fc14cc45c8"/>
          <a:stretch xmlns:a="http://schemas.openxmlformats.org/drawingml/2006/main"/>
        </p:blipFill>
        <p:spPr>
          <a:xfrm xmlns:a="http://schemas.openxmlformats.org/drawingml/2006/main">
            <a:off x="495770" y="1190625"/>
            <a:ext cx="4447236" cy="3714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D7761BA-DDAE-447F-B3A6-B66A887B675C}"/>
              </a:ext>
            </a:extLst>
          </p:cNvPr>
          <p:cNvSpPr>
            <a:spLocks xmlns:a="http://schemas.openxmlformats.org/drawingml/2006/main" noGrp="1"/>
          </p:cNvSpPr>
          <p:nvPr/>
        </p:nvSpPr>
        <p:spPr>
          <a:xfrm xmlns:a="http://schemas.openxmlformats.org/drawingml/2006/main">
            <a:off x="523875" y="5095875"/>
            <a:ext cx="428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6BA4"/>
                </a:solidFill>
                <a:latin typeface="Arial"/>
                <a:ea typeface="Arial"/>
                <a:cs typeface="Arial"/>
              </a:defRPr>
            </a:defPPr>
          </a:lstStyle>
          <a:p xmlns:a="http://schemas.openxmlformats.org/drawingml/2006/main">
            <a:pPr algn="l">
              <a:defRPr sz="2400" b="1">
                <a:solidFill>
                  <a:srgbClr val="146BA4"/>
                </a:solidFill>
                <a:latin typeface="Arial"/>
                <a:ea typeface="Arial"/>
                <a:cs typeface="Arial"/>
              </a:defRPr>
            </a:pPr>
            <a:r>
              <a:rPr sz="2400" b="1">
                <a:solidFill>
                  <a:srgbClr val="146BA4"/>
                </a:solidFill>
                <a:latin typeface="Arial"/>
                <a:ea typeface="Arial"/>
                <a:cs typeface="Arial"/>
              </a:rPr>
              <a:t>Júpiter: 1979</a:t>
            </a:r>
          </a:p>
        </p:txBody>
      </p:sp>
      <p:sp>
        <p:nvSpPr>
          <p:cNvPr id="7" name="">
            <a:extLst xmlns:a="http://schemas.openxmlformats.org/drawingml/2006/main">
              <a:ext uri="{FF2B5EF4-FFF2-40B4-BE49-F238E27FC236}">
                <a16:creationId xmlns:a16="http://schemas.microsoft.com/office/drawing/2014/main" id="{C986992C-0A21-40E2-A105-EACA3AC54278}"/>
              </a:ext>
            </a:extLst>
          </p:cNvPr>
          <p:cNvSpPr>
            <a:spLocks xmlns:a="http://schemas.openxmlformats.org/drawingml/2006/main" noGrp="1"/>
          </p:cNvSpPr>
          <p:nvPr/>
        </p:nvSpPr>
        <p:spPr>
          <a:xfrm xmlns:a="http://schemas.openxmlformats.org/drawingml/2006/main">
            <a:off x="5619750" y="1285875"/>
            <a:ext cx="609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6BA4"/>
                </a:solidFill>
                <a:latin typeface="Arial"/>
                <a:ea typeface="Arial"/>
                <a:cs typeface="Arial"/>
              </a:defRPr>
            </a:defPPr>
          </a:lstStyle>
          <a:p xmlns:a="http://schemas.openxmlformats.org/drawingml/2006/main">
            <a:pPr algn="l">
              <a:defRPr sz="2400" b="1">
                <a:solidFill>
                  <a:srgbClr val="146BA4"/>
                </a:solidFill>
                <a:latin typeface="Arial"/>
                <a:ea typeface="Arial"/>
                <a:cs typeface="Arial"/>
              </a:defRPr>
            </a:pPr>
            <a:r>
              <a:rPr sz="2400" b="1">
                <a:solidFill>
                  <a:srgbClr val="146BA4"/>
                </a:solidFill>
                <a:latin typeface="Arial"/>
                <a:ea typeface="Arial"/>
                <a:cs typeface="Arial"/>
              </a:rPr>
              <a:t>Heliopausa: 2012 / 2018</a:t>
            </a:r>
          </a:p>
        </p:txBody>
      </p:sp>
      <p:pic>
        <p:nvPicPr>
          <p:cNvPr id="8" name="">
            <a:extLst xmlns:a="http://schemas.openxmlformats.org/drawingml/2006/main">
              <a:ext uri="{FF2B5EF4-FFF2-40B4-BE49-F238E27FC236}">
                <a16:creationId xmlns:a16="http://schemas.microsoft.com/office/drawing/2014/main" id="{E0D359D4-2E87-43A5-BA1A-767ACEC18654}"/>
              </a:ext>
            </a:extLst>
          </p:cNvPr>
          <p:cNvPicPr>
            <a:picLocks xmlns:a="http://schemas.openxmlformats.org/drawingml/2006/main" noChangeAspect="1"/>
          </p:cNvPicPr>
          <p:nvPr/>
        </p:nvPicPr>
        <p:blipFill>
          <a:blip xmlns:r="http://schemas.openxmlformats.org/officeDocument/2006/relationships" xmlns:a="http://schemas.openxmlformats.org/drawingml/2006/main" r:embed="R81a5ee2e95f3436b"/>
          <a:stretch xmlns:a="http://schemas.openxmlformats.org/drawingml/2006/main"/>
        </p:blipFill>
        <p:spPr>
          <a:xfrm xmlns:a="http://schemas.openxmlformats.org/drawingml/2006/main">
            <a:off x="6692291" y="1885950"/>
            <a:ext cx="3855668" cy="22860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14E0CD2C-F27F-4357-B528-6652E52B91B6}"/>
              </a:ext>
            </a:extLst>
          </p:cNvPr>
          <p:cNvSpPr>
            <a:spLocks xmlns:a="http://schemas.openxmlformats.org/drawingml/2006/main" noGrp="1"/>
          </p:cNvSpPr>
          <p:nvPr/>
        </p:nvSpPr>
        <p:spPr>
          <a:xfrm xmlns:a="http://schemas.openxmlformats.org/drawingml/2006/main">
            <a:off x="6905625" y="4476750"/>
            <a:ext cx="285750" cy="1047750"/>
          </a:xfrm>
          <a:prstGeom xmlns:a="http://schemas.openxmlformats.org/drawingml/2006/main" prst="rect">
            <a:avLst/>
          </a:prstGeom>
          <a:solidFill xmlns:a="http://schemas.openxmlformats.org/drawingml/2006/main">
            <a:srgbClr val="E4EFF6"/>
          </a:solidFill>
          <a:ln xmlns:a="http://schemas.openxmlformats.org/drawingml/2006/main" w="19050">
            <a:solidFill>
              <a:srgbClr val="146BA4"/>
            </a:solidFill>
          </a:ln>
        </p:spPr>
      </p:sp>
      <p:sp>
        <p:nvSpPr>
          <p:cNvPr id="10" name="">
            <a:extLst xmlns:a="http://schemas.openxmlformats.org/drawingml/2006/main">
              <a:ext uri="{FF2B5EF4-FFF2-40B4-BE49-F238E27FC236}">
                <a16:creationId xmlns:a16="http://schemas.microsoft.com/office/drawing/2014/main" id="{76BEA883-A134-4BC2-8ED8-37EA15EF44F9}"/>
              </a:ext>
            </a:extLst>
          </p:cNvPr>
          <p:cNvSpPr>
            <a:spLocks xmlns:a="http://schemas.openxmlformats.org/drawingml/2006/main" noGrp="1"/>
          </p:cNvSpPr>
          <p:nvPr/>
        </p:nvSpPr>
        <p:spPr>
          <a:xfrm xmlns:a="http://schemas.openxmlformats.org/drawingml/2006/main">
            <a:off x="8858250" y="4619625"/>
            <a:ext cx="1571625" cy="762000"/>
          </a:xfrm>
          <a:prstGeom xmlns:a="http://schemas.openxmlformats.org/drawingml/2006/main" prst="rect">
            <a:avLst/>
          </a:prstGeom>
          <a:noFill xmlns:a="http://schemas.openxmlformats.org/drawingml/2006/main"/>
          <a:ln xmlns:a="http://schemas.openxmlformats.org/drawingml/2006/main" w="19050">
            <a:solidFill>
              <a:srgbClr val="142C40"/>
            </a:solidFill>
          </a:ln>
        </p:spPr>
      </p:sp>
      <p:sp>
        <p:nvSpPr>
          <p:cNvPr id="11" name="">
            <a:extLst xmlns:a="http://schemas.openxmlformats.org/drawingml/2006/main">
              <a:ext uri="{FF2B5EF4-FFF2-40B4-BE49-F238E27FC236}">
                <a16:creationId xmlns:a16="http://schemas.microsoft.com/office/drawing/2014/main" id="{C415AEA9-02A3-4DED-90A8-CC147DA76749}"/>
              </a:ext>
            </a:extLst>
          </p:cNvPr>
          <p:cNvSpPr>
            <a:spLocks xmlns:a="http://schemas.openxmlformats.org/drawingml/2006/main" noGrp="1"/>
          </p:cNvSpPr>
          <p:nvPr/>
        </p:nvSpPr>
        <p:spPr>
          <a:xfrm xmlns:a="http://schemas.openxmlformats.org/drawingml/2006/main">
            <a:off x="8715375" y="4714875"/>
            <a:ext cx="142875" cy="9525"/>
          </a:xfrm>
          <a:custGeom xmlns:a="http://schemas.openxmlformats.org/drawingml/2006/main">
            <a:pathLst>
              <a:path w="142875" h="9525">
                <a:moveTo>
                  <a:pt x="0" y="0"/>
                </a:moveTo>
                <a:lnTo>
                  <a:pt x="142875" y="0"/>
                </a:lnTo>
              </a:path>
            </a:pathLst>
          </a:custGeom>
          <a:noFill xmlns:a="http://schemas.openxmlformats.org/drawingml/2006/main"/>
          <a:ln xmlns:a="http://schemas.openxmlformats.org/drawingml/2006/main" w="28575">
            <a:solidFill>
              <a:srgbClr val="142C40"/>
            </a:solidFill>
          </a:ln>
        </p:spPr>
      </p:sp>
      <p:sp>
        <p:nvSpPr>
          <p:cNvPr id="12" name="">
            <a:extLst xmlns:a="http://schemas.openxmlformats.org/drawingml/2006/main">
              <a:ext uri="{FF2B5EF4-FFF2-40B4-BE49-F238E27FC236}">
                <a16:creationId xmlns:a16="http://schemas.microsoft.com/office/drawing/2014/main" id="{A985FF0D-E1D5-4334-BF1F-F6714CDAD511}"/>
              </a:ext>
            </a:extLst>
          </p:cNvPr>
          <p:cNvSpPr>
            <a:spLocks xmlns:a="http://schemas.openxmlformats.org/drawingml/2006/main" noGrp="1"/>
          </p:cNvSpPr>
          <p:nvPr/>
        </p:nvSpPr>
        <p:spPr>
          <a:xfrm xmlns:a="http://schemas.openxmlformats.org/drawingml/2006/main">
            <a:off x="10429875" y="4714875"/>
            <a:ext cx="142875" cy="9525"/>
          </a:xfrm>
          <a:custGeom xmlns:a="http://schemas.openxmlformats.org/drawingml/2006/main">
            <a:pathLst>
              <a:path w="142875" h="9525">
                <a:moveTo>
                  <a:pt x="0" y="0"/>
                </a:moveTo>
                <a:lnTo>
                  <a:pt x="142875" y="0"/>
                </a:lnTo>
              </a:path>
            </a:pathLst>
          </a:custGeom>
          <a:noFill xmlns:a="http://schemas.openxmlformats.org/drawingml/2006/main"/>
          <a:ln xmlns:a="http://schemas.openxmlformats.org/drawingml/2006/main" w="28575">
            <a:solidFill>
              <a:srgbClr val="142C40"/>
            </a:solidFill>
          </a:ln>
        </p:spPr>
      </p:sp>
      <p:sp>
        <p:nvSpPr>
          <p:cNvPr id="13" name="">
            <a:extLst xmlns:a="http://schemas.openxmlformats.org/drawingml/2006/main">
              <a:ext uri="{FF2B5EF4-FFF2-40B4-BE49-F238E27FC236}">
                <a16:creationId xmlns:a16="http://schemas.microsoft.com/office/drawing/2014/main" id="{C90F9B65-05A4-48DC-A8F1-4CE3BCEFEA5A}"/>
              </a:ext>
            </a:extLst>
          </p:cNvPr>
          <p:cNvSpPr>
            <a:spLocks xmlns:a="http://schemas.openxmlformats.org/drawingml/2006/main" noGrp="1"/>
          </p:cNvSpPr>
          <p:nvPr/>
        </p:nvSpPr>
        <p:spPr>
          <a:xfrm xmlns:a="http://schemas.openxmlformats.org/drawingml/2006/main">
            <a:off x="8715375" y="4848225"/>
            <a:ext cx="142875" cy="9525"/>
          </a:xfrm>
          <a:custGeom xmlns:a="http://schemas.openxmlformats.org/drawingml/2006/main">
            <a:pathLst>
              <a:path w="142875" h="9525">
                <a:moveTo>
                  <a:pt x="0" y="0"/>
                </a:moveTo>
                <a:lnTo>
                  <a:pt x="142875" y="0"/>
                </a:lnTo>
              </a:path>
            </a:pathLst>
          </a:custGeom>
          <a:noFill xmlns:a="http://schemas.openxmlformats.org/drawingml/2006/main"/>
          <a:ln xmlns:a="http://schemas.openxmlformats.org/drawingml/2006/main" w="28575">
            <a:solidFill>
              <a:srgbClr val="142C40"/>
            </a:solidFill>
          </a:ln>
        </p:spPr>
      </p:sp>
      <p:sp>
        <p:nvSpPr>
          <p:cNvPr id="14" name="">
            <a:extLst xmlns:a="http://schemas.openxmlformats.org/drawingml/2006/main">
              <a:ext uri="{FF2B5EF4-FFF2-40B4-BE49-F238E27FC236}">
                <a16:creationId xmlns:a16="http://schemas.microsoft.com/office/drawing/2014/main" id="{A8E41857-9050-40B8-8FEE-F49FB4516E9A}"/>
              </a:ext>
            </a:extLst>
          </p:cNvPr>
          <p:cNvSpPr>
            <a:spLocks xmlns:a="http://schemas.openxmlformats.org/drawingml/2006/main" noGrp="1"/>
          </p:cNvSpPr>
          <p:nvPr/>
        </p:nvSpPr>
        <p:spPr>
          <a:xfrm xmlns:a="http://schemas.openxmlformats.org/drawingml/2006/main">
            <a:off x="10429875" y="4848225"/>
            <a:ext cx="142875" cy="9525"/>
          </a:xfrm>
          <a:custGeom xmlns:a="http://schemas.openxmlformats.org/drawingml/2006/main">
            <a:pathLst>
              <a:path w="142875" h="9525">
                <a:moveTo>
                  <a:pt x="0" y="0"/>
                </a:moveTo>
                <a:lnTo>
                  <a:pt x="142875" y="0"/>
                </a:lnTo>
              </a:path>
            </a:pathLst>
          </a:custGeom>
          <a:noFill xmlns:a="http://schemas.openxmlformats.org/drawingml/2006/main"/>
          <a:ln xmlns:a="http://schemas.openxmlformats.org/drawingml/2006/main" w="28575">
            <a:solidFill>
              <a:srgbClr val="142C40"/>
            </a:solidFill>
          </a:ln>
        </p:spPr>
      </p:sp>
      <p:sp>
        <p:nvSpPr>
          <p:cNvPr id="15" name="">
            <a:extLst xmlns:a="http://schemas.openxmlformats.org/drawingml/2006/main">
              <a:ext uri="{FF2B5EF4-FFF2-40B4-BE49-F238E27FC236}">
                <a16:creationId xmlns:a16="http://schemas.microsoft.com/office/drawing/2014/main" id="{2CF378A9-AE48-4B18-98F2-C7E5E2655EFB}"/>
              </a:ext>
            </a:extLst>
          </p:cNvPr>
          <p:cNvSpPr>
            <a:spLocks xmlns:a="http://schemas.openxmlformats.org/drawingml/2006/main" noGrp="1"/>
          </p:cNvSpPr>
          <p:nvPr/>
        </p:nvSpPr>
        <p:spPr>
          <a:xfrm xmlns:a="http://schemas.openxmlformats.org/drawingml/2006/main">
            <a:off x="8715375" y="4981575"/>
            <a:ext cx="142875" cy="9525"/>
          </a:xfrm>
          <a:custGeom xmlns:a="http://schemas.openxmlformats.org/drawingml/2006/main">
            <a:pathLst>
              <a:path w="142875" h="9525">
                <a:moveTo>
                  <a:pt x="0" y="0"/>
                </a:moveTo>
                <a:lnTo>
                  <a:pt x="142875" y="0"/>
                </a:lnTo>
              </a:path>
            </a:pathLst>
          </a:custGeom>
          <a:noFill xmlns:a="http://schemas.openxmlformats.org/drawingml/2006/main"/>
          <a:ln xmlns:a="http://schemas.openxmlformats.org/drawingml/2006/main" w="28575">
            <a:solidFill>
              <a:srgbClr val="142C40"/>
            </a:solidFill>
          </a:ln>
        </p:spPr>
      </p:sp>
      <p:sp>
        <p:nvSpPr>
          <p:cNvPr id="16" name="">
            <a:extLst xmlns:a="http://schemas.openxmlformats.org/drawingml/2006/main">
              <a:ext uri="{FF2B5EF4-FFF2-40B4-BE49-F238E27FC236}">
                <a16:creationId xmlns:a16="http://schemas.microsoft.com/office/drawing/2014/main" id="{B9B3847A-6AB3-4A6A-B585-B5C1F1513F1E}"/>
              </a:ext>
            </a:extLst>
          </p:cNvPr>
          <p:cNvSpPr>
            <a:spLocks xmlns:a="http://schemas.openxmlformats.org/drawingml/2006/main" noGrp="1"/>
          </p:cNvSpPr>
          <p:nvPr/>
        </p:nvSpPr>
        <p:spPr>
          <a:xfrm xmlns:a="http://schemas.openxmlformats.org/drawingml/2006/main">
            <a:off x="10429875" y="4981575"/>
            <a:ext cx="142875" cy="9525"/>
          </a:xfrm>
          <a:custGeom xmlns:a="http://schemas.openxmlformats.org/drawingml/2006/main">
            <a:pathLst>
              <a:path w="142875" h="9525">
                <a:moveTo>
                  <a:pt x="0" y="0"/>
                </a:moveTo>
                <a:lnTo>
                  <a:pt x="142875" y="0"/>
                </a:lnTo>
              </a:path>
            </a:pathLst>
          </a:custGeom>
          <a:noFill xmlns:a="http://schemas.openxmlformats.org/drawingml/2006/main"/>
          <a:ln xmlns:a="http://schemas.openxmlformats.org/drawingml/2006/main" w="28575">
            <a:solidFill>
              <a:srgbClr val="142C40"/>
            </a:solidFill>
          </a:ln>
        </p:spPr>
      </p:sp>
      <p:sp>
        <p:nvSpPr>
          <p:cNvPr id="17" name="">
            <a:extLst xmlns:a="http://schemas.openxmlformats.org/drawingml/2006/main">
              <a:ext uri="{FF2B5EF4-FFF2-40B4-BE49-F238E27FC236}">
                <a16:creationId xmlns:a16="http://schemas.microsoft.com/office/drawing/2014/main" id="{E149CB0D-EA51-442D-B07B-EDA18C236603}"/>
              </a:ext>
            </a:extLst>
          </p:cNvPr>
          <p:cNvSpPr>
            <a:spLocks xmlns:a="http://schemas.openxmlformats.org/drawingml/2006/main" noGrp="1"/>
          </p:cNvSpPr>
          <p:nvPr/>
        </p:nvSpPr>
        <p:spPr>
          <a:xfrm xmlns:a="http://schemas.openxmlformats.org/drawingml/2006/main">
            <a:off x="8715375" y="5114925"/>
            <a:ext cx="142875" cy="9525"/>
          </a:xfrm>
          <a:custGeom xmlns:a="http://schemas.openxmlformats.org/drawingml/2006/main">
            <a:pathLst>
              <a:path w="142875" h="9525">
                <a:moveTo>
                  <a:pt x="0" y="0"/>
                </a:moveTo>
                <a:lnTo>
                  <a:pt x="142875" y="0"/>
                </a:lnTo>
              </a:path>
            </a:pathLst>
          </a:custGeom>
          <a:noFill xmlns:a="http://schemas.openxmlformats.org/drawingml/2006/main"/>
          <a:ln xmlns:a="http://schemas.openxmlformats.org/drawingml/2006/main" w="28575">
            <a:solidFill>
              <a:srgbClr val="142C40"/>
            </a:solidFill>
          </a:ln>
        </p:spPr>
      </p:sp>
      <p:sp>
        <p:nvSpPr>
          <p:cNvPr id="18" name="">
            <a:extLst xmlns:a="http://schemas.openxmlformats.org/drawingml/2006/main">
              <a:ext uri="{FF2B5EF4-FFF2-40B4-BE49-F238E27FC236}">
                <a16:creationId xmlns:a16="http://schemas.microsoft.com/office/drawing/2014/main" id="{E8C38422-CF45-43A9-8132-C6394D032BB5}"/>
              </a:ext>
            </a:extLst>
          </p:cNvPr>
          <p:cNvSpPr>
            <a:spLocks xmlns:a="http://schemas.openxmlformats.org/drawingml/2006/main" noGrp="1"/>
          </p:cNvSpPr>
          <p:nvPr/>
        </p:nvSpPr>
        <p:spPr>
          <a:xfrm xmlns:a="http://schemas.openxmlformats.org/drawingml/2006/main">
            <a:off x="10429875" y="5114925"/>
            <a:ext cx="142875" cy="9525"/>
          </a:xfrm>
          <a:custGeom xmlns:a="http://schemas.openxmlformats.org/drawingml/2006/main">
            <a:pathLst>
              <a:path w="142875" h="9525">
                <a:moveTo>
                  <a:pt x="0" y="0"/>
                </a:moveTo>
                <a:lnTo>
                  <a:pt x="142875" y="0"/>
                </a:lnTo>
              </a:path>
            </a:pathLst>
          </a:custGeom>
          <a:noFill xmlns:a="http://schemas.openxmlformats.org/drawingml/2006/main"/>
          <a:ln xmlns:a="http://schemas.openxmlformats.org/drawingml/2006/main" w="28575">
            <a:solidFill>
              <a:srgbClr val="142C40"/>
            </a:solidFill>
          </a:ln>
        </p:spPr>
      </p:sp>
      <p:sp>
        <p:nvSpPr>
          <p:cNvPr id="19" name="">
            <a:extLst xmlns:a="http://schemas.openxmlformats.org/drawingml/2006/main">
              <a:ext uri="{FF2B5EF4-FFF2-40B4-BE49-F238E27FC236}">
                <a16:creationId xmlns:a16="http://schemas.microsoft.com/office/drawing/2014/main" id="{836FDB82-5E34-456D-A00B-FAB380C93F93}"/>
              </a:ext>
            </a:extLst>
          </p:cNvPr>
          <p:cNvSpPr>
            <a:spLocks xmlns:a="http://schemas.openxmlformats.org/drawingml/2006/main" noGrp="1"/>
          </p:cNvSpPr>
          <p:nvPr/>
        </p:nvSpPr>
        <p:spPr>
          <a:xfrm xmlns:a="http://schemas.openxmlformats.org/drawingml/2006/main">
            <a:off x="8715375" y="5248275"/>
            <a:ext cx="142875" cy="9525"/>
          </a:xfrm>
          <a:custGeom xmlns:a="http://schemas.openxmlformats.org/drawingml/2006/main">
            <a:pathLst>
              <a:path w="142875" h="9525">
                <a:moveTo>
                  <a:pt x="0" y="0"/>
                </a:moveTo>
                <a:lnTo>
                  <a:pt x="142875" y="0"/>
                </a:lnTo>
              </a:path>
            </a:pathLst>
          </a:custGeom>
          <a:noFill xmlns:a="http://schemas.openxmlformats.org/drawingml/2006/main"/>
          <a:ln xmlns:a="http://schemas.openxmlformats.org/drawingml/2006/main" w="28575">
            <a:solidFill>
              <a:srgbClr val="142C40"/>
            </a:solidFill>
          </a:ln>
        </p:spPr>
      </p:sp>
      <p:sp>
        <p:nvSpPr>
          <p:cNvPr id="20" name="">
            <a:extLst xmlns:a="http://schemas.openxmlformats.org/drawingml/2006/main">
              <a:ext uri="{FF2B5EF4-FFF2-40B4-BE49-F238E27FC236}">
                <a16:creationId xmlns:a16="http://schemas.microsoft.com/office/drawing/2014/main" id="{A5A67CEF-C942-4D19-A7B9-96528627A1AF}"/>
              </a:ext>
            </a:extLst>
          </p:cNvPr>
          <p:cNvSpPr>
            <a:spLocks xmlns:a="http://schemas.openxmlformats.org/drawingml/2006/main" noGrp="1"/>
          </p:cNvSpPr>
          <p:nvPr/>
        </p:nvSpPr>
        <p:spPr>
          <a:xfrm xmlns:a="http://schemas.openxmlformats.org/drawingml/2006/main">
            <a:off x="10429875" y="5248275"/>
            <a:ext cx="142875" cy="9525"/>
          </a:xfrm>
          <a:custGeom xmlns:a="http://schemas.openxmlformats.org/drawingml/2006/main">
            <a:pathLst>
              <a:path w="142875" h="9525">
                <a:moveTo>
                  <a:pt x="0" y="0"/>
                </a:moveTo>
                <a:lnTo>
                  <a:pt x="142875" y="0"/>
                </a:lnTo>
              </a:path>
            </a:pathLst>
          </a:custGeom>
          <a:noFill xmlns:a="http://schemas.openxmlformats.org/drawingml/2006/main"/>
          <a:ln xmlns:a="http://schemas.openxmlformats.org/drawingml/2006/main" w="28575">
            <a:solidFill>
              <a:srgbClr val="142C40"/>
            </a:solidFill>
          </a:ln>
        </p:spPr>
      </p:sp>
      <p:sp>
        <p:nvSpPr>
          <p:cNvPr id="21" name="">
            <a:extLst xmlns:a="http://schemas.openxmlformats.org/drawingml/2006/main">
              <a:ext uri="{FF2B5EF4-FFF2-40B4-BE49-F238E27FC236}">
                <a16:creationId xmlns:a16="http://schemas.microsoft.com/office/drawing/2014/main" id="{BA6FC866-CF5F-4E99-9803-F727D7297C2B}"/>
              </a:ext>
            </a:extLst>
          </p:cNvPr>
          <p:cNvSpPr>
            <a:spLocks xmlns:a="http://schemas.openxmlformats.org/drawingml/2006/main" noGrp="1"/>
          </p:cNvSpPr>
          <p:nvPr/>
        </p:nvSpPr>
        <p:spPr>
          <a:xfrm xmlns:a="http://schemas.openxmlformats.org/drawingml/2006/main">
            <a:off x="5619750" y="4762500"/>
            <a:ext cx="1190625" cy="9525"/>
          </a:xfrm>
          <a:custGeom xmlns:a="http://schemas.openxmlformats.org/drawingml/2006/main">
            <a:pathLst>
              <a:path w="1190625" h="9525">
                <a:moveTo>
                  <a:pt x="0" y="0"/>
                </a:moveTo>
                <a:lnTo>
                  <a:pt x="1190625" y="0"/>
                </a:lnTo>
              </a:path>
            </a:pathLst>
          </a:custGeom>
          <a:noFill xmlns:a="http://schemas.openxmlformats.org/drawingml/2006/main"/>
          <a:ln xmlns:a="http://schemas.openxmlformats.org/drawingml/2006/main" w="28575">
            <a:solidFill>
              <a:srgbClr val="146BA4"/>
            </a:solidFill>
          </a:ln>
        </p:spPr>
      </p:sp>
      <p:sp>
        <p:nvSpPr>
          <p:cNvPr id="22" name="">
            <a:extLst xmlns:a="http://schemas.openxmlformats.org/drawingml/2006/main">
              <a:ext uri="{FF2B5EF4-FFF2-40B4-BE49-F238E27FC236}">
                <a16:creationId xmlns:a16="http://schemas.microsoft.com/office/drawing/2014/main" id="{4DC91667-8401-400C-914D-C9AE56F17CCC}"/>
              </a:ext>
            </a:extLst>
          </p:cNvPr>
          <p:cNvSpPr>
            <a:spLocks xmlns:a="http://schemas.openxmlformats.org/drawingml/2006/main" noGrp="1"/>
          </p:cNvSpPr>
          <p:nvPr/>
        </p:nvSpPr>
        <p:spPr>
          <a:xfrm xmlns:a="http://schemas.openxmlformats.org/drawingml/2006/main">
            <a:off x="6716031" y="4716926"/>
            <a:ext cx="94344" cy="91147"/>
          </a:xfrm>
          <a:custGeom xmlns:a="http://schemas.openxmlformats.org/drawingml/2006/main">
            <a:pathLst>
              <a:path w="94344" h="91147">
                <a:moveTo>
                  <a:pt x="0" y="91147"/>
                </a:moveTo>
                <a:lnTo>
                  <a:pt x="94344" y="45574"/>
                </a:lnTo>
                <a:lnTo>
                  <a:pt x="0" y="0"/>
                </a:lnTo>
              </a:path>
            </a:pathLst>
          </a:custGeom>
          <a:noFill xmlns:a="http://schemas.openxmlformats.org/drawingml/2006/main"/>
          <a:ln xmlns:a="http://schemas.openxmlformats.org/drawingml/2006/main" w="28575">
            <a:solidFill>
              <a:srgbClr val="146BA4"/>
            </a:solidFill>
          </a:ln>
        </p:spPr>
      </p:sp>
      <p:sp>
        <p:nvSpPr>
          <p:cNvPr id="23" name="">
            <a:extLst xmlns:a="http://schemas.openxmlformats.org/drawingml/2006/main">
              <a:ext uri="{FF2B5EF4-FFF2-40B4-BE49-F238E27FC236}">
                <a16:creationId xmlns:a16="http://schemas.microsoft.com/office/drawing/2014/main" id="{E9AABFA3-4A3F-4A1A-BA44-E520FB23803E}"/>
              </a:ext>
            </a:extLst>
          </p:cNvPr>
          <p:cNvSpPr>
            <a:spLocks xmlns:a="http://schemas.openxmlformats.org/drawingml/2006/main" noGrp="1"/>
          </p:cNvSpPr>
          <p:nvPr/>
        </p:nvSpPr>
        <p:spPr>
          <a:xfrm xmlns:a="http://schemas.openxmlformats.org/drawingml/2006/main">
            <a:off x="5619750" y="5191125"/>
            <a:ext cx="1190625" cy="9525"/>
          </a:xfrm>
          <a:custGeom xmlns:a="http://schemas.openxmlformats.org/drawingml/2006/main">
            <a:pathLst>
              <a:path w="1190625" h="9525">
                <a:moveTo>
                  <a:pt x="0" y="0"/>
                </a:moveTo>
                <a:lnTo>
                  <a:pt x="1190625" y="0"/>
                </a:lnTo>
              </a:path>
            </a:pathLst>
          </a:custGeom>
          <a:noFill xmlns:a="http://schemas.openxmlformats.org/drawingml/2006/main"/>
          <a:ln xmlns:a="http://schemas.openxmlformats.org/drawingml/2006/main" w="28575">
            <a:solidFill>
              <a:srgbClr val="146BA4"/>
            </a:solidFill>
          </a:ln>
        </p:spPr>
      </p:sp>
      <p:sp>
        <p:nvSpPr>
          <p:cNvPr id="24" name="">
            <a:extLst xmlns:a="http://schemas.openxmlformats.org/drawingml/2006/main">
              <a:ext uri="{FF2B5EF4-FFF2-40B4-BE49-F238E27FC236}">
                <a16:creationId xmlns:a16="http://schemas.microsoft.com/office/drawing/2014/main" id="{B9A868C0-D940-4D54-A711-162EE0CD7097}"/>
              </a:ext>
            </a:extLst>
          </p:cNvPr>
          <p:cNvSpPr>
            <a:spLocks xmlns:a="http://schemas.openxmlformats.org/drawingml/2006/main" noGrp="1"/>
          </p:cNvSpPr>
          <p:nvPr/>
        </p:nvSpPr>
        <p:spPr>
          <a:xfrm xmlns:a="http://schemas.openxmlformats.org/drawingml/2006/main">
            <a:off x="6716031" y="5145551"/>
            <a:ext cx="94344" cy="91147"/>
          </a:xfrm>
          <a:custGeom xmlns:a="http://schemas.openxmlformats.org/drawingml/2006/main">
            <a:pathLst>
              <a:path w="94344" h="91147">
                <a:moveTo>
                  <a:pt x="0" y="91147"/>
                </a:moveTo>
                <a:lnTo>
                  <a:pt x="94344" y="45574"/>
                </a:lnTo>
                <a:lnTo>
                  <a:pt x="0" y="0"/>
                </a:lnTo>
              </a:path>
            </a:pathLst>
          </a:custGeom>
          <a:noFill xmlns:a="http://schemas.openxmlformats.org/drawingml/2006/main"/>
          <a:ln xmlns:a="http://schemas.openxmlformats.org/drawingml/2006/main" w="28575">
            <a:solidFill>
              <a:srgbClr val="146BA4"/>
            </a:solidFill>
          </a:ln>
        </p:spPr>
      </p:sp>
      <p:sp>
        <p:nvSpPr>
          <p:cNvPr id="25" name="">
            <a:extLst xmlns:a="http://schemas.openxmlformats.org/drawingml/2006/main">
              <a:ext uri="{FF2B5EF4-FFF2-40B4-BE49-F238E27FC236}">
                <a16:creationId xmlns:a16="http://schemas.microsoft.com/office/drawing/2014/main" id="{AF1CBCBC-717D-4465-83D3-B84143A9D507}"/>
              </a:ext>
            </a:extLst>
          </p:cNvPr>
          <p:cNvSpPr>
            <a:spLocks xmlns:a="http://schemas.openxmlformats.org/drawingml/2006/main" noGrp="1"/>
          </p:cNvSpPr>
          <p:nvPr/>
        </p:nvSpPr>
        <p:spPr>
          <a:xfrm xmlns:a="http://schemas.openxmlformats.org/drawingml/2006/main">
            <a:off x="7286625" y="4953000"/>
            <a:ext cx="1285875" cy="9525"/>
          </a:xfrm>
          <a:custGeom xmlns:a="http://schemas.openxmlformats.org/drawingml/2006/main">
            <a:pathLst>
              <a:path w="1285875" h="9525">
                <a:moveTo>
                  <a:pt x="0" y="0"/>
                </a:moveTo>
                <a:lnTo>
                  <a:pt x="1285875" y="0"/>
                </a:lnTo>
              </a:path>
            </a:pathLst>
          </a:custGeom>
          <a:noFill xmlns:a="http://schemas.openxmlformats.org/drawingml/2006/main"/>
          <a:ln xmlns:a="http://schemas.openxmlformats.org/drawingml/2006/main" w="28575">
            <a:solidFill>
              <a:srgbClr val="146BA4"/>
            </a:solidFill>
          </a:ln>
        </p:spPr>
      </p:sp>
      <p:sp>
        <p:nvSpPr>
          <p:cNvPr id="26" name="">
            <a:extLst xmlns:a="http://schemas.openxmlformats.org/drawingml/2006/main">
              <a:ext uri="{FF2B5EF4-FFF2-40B4-BE49-F238E27FC236}">
                <a16:creationId xmlns:a16="http://schemas.microsoft.com/office/drawing/2014/main" id="{17529181-51DB-4495-995C-D8727F7EFDDD}"/>
              </a:ext>
            </a:extLst>
          </p:cNvPr>
          <p:cNvSpPr>
            <a:spLocks xmlns:a="http://schemas.openxmlformats.org/drawingml/2006/main" noGrp="1"/>
          </p:cNvSpPr>
          <p:nvPr/>
        </p:nvSpPr>
        <p:spPr>
          <a:xfrm xmlns:a="http://schemas.openxmlformats.org/drawingml/2006/main">
            <a:off x="8478156" y="4907426"/>
            <a:ext cx="94344" cy="91147"/>
          </a:xfrm>
          <a:custGeom xmlns:a="http://schemas.openxmlformats.org/drawingml/2006/main">
            <a:pathLst>
              <a:path w="94344" h="91147">
                <a:moveTo>
                  <a:pt x="0" y="91147"/>
                </a:moveTo>
                <a:lnTo>
                  <a:pt x="94344" y="45574"/>
                </a:lnTo>
                <a:lnTo>
                  <a:pt x="0" y="0"/>
                </a:lnTo>
              </a:path>
            </a:pathLst>
          </a:custGeom>
          <a:noFill xmlns:a="http://schemas.openxmlformats.org/drawingml/2006/main"/>
          <a:ln xmlns:a="http://schemas.openxmlformats.org/drawingml/2006/main" w="28575">
            <a:solidFill>
              <a:srgbClr val="146BA4"/>
            </a:solidFill>
          </a:ln>
        </p:spPr>
      </p:sp>
      <p:sp>
        <p:nvSpPr>
          <p:cNvPr id="27" name="">
            <a:extLst xmlns:a="http://schemas.openxmlformats.org/drawingml/2006/main">
              <a:ext uri="{FF2B5EF4-FFF2-40B4-BE49-F238E27FC236}">
                <a16:creationId xmlns:a16="http://schemas.microsoft.com/office/drawing/2014/main" id="{59C6F06B-5E71-4110-A3E7-209A9B77BC46}"/>
              </a:ext>
            </a:extLst>
          </p:cNvPr>
          <p:cNvSpPr>
            <a:spLocks xmlns:a="http://schemas.openxmlformats.org/drawingml/2006/main" noGrp="1"/>
          </p:cNvSpPr>
          <p:nvPr/>
        </p:nvSpPr>
        <p:spPr>
          <a:xfrm xmlns:a="http://schemas.openxmlformats.org/drawingml/2006/main">
            <a:off x="6381750" y="5524500"/>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142C40"/>
                </a:solidFill>
                <a:latin typeface="Arial"/>
                <a:ea typeface="Arial"/>
                <a:cs typeface="Arial"/>
              </a:defRPr>
            </a:defPPr>
          </a:lstStyle>
          <a:p xmlns:a="http://schemas.openxmlformats.org/drawingml/2006/main">
            <a:pPr algn="l">
              <a:defRPr sz="2400" b="0">
                <a:solidFill>
                  <a:srgbClr val="142C40"/>
                </a:solidFill>
                <a:latin typeface="Arial"/>
                <a:ea typeface="Arial"/>
                <a:cs typeface="Arial"/>
              </a:defRPr>
            </a:pPr>
            <a:r>
              <a:rPr sz="2400" b="0">
                <a:solidFill>
                  <a:srgbClr val="142C40"/>
                </a:solidFill>
                <a:latin typeface="Arial"/>
                <a:ea typeface="Arial"/>
                <a:cs typeface="Arial"/>
              </a:rPr>
              <a:t>Blindaje</a:t>
            </a:r>
          </a:p>
        </p:txBody>
      </p:sp>
      <p:sp>
        <p:nvSpPr>
          <p:cNvPr id="28" name="">
            <a:extLst xmlns:a="http://schemas.openxmlformats.org/drawingml/2006/main">
              <a:ext uri="{FF2B5EF4-FFF2-40B4-BE49-F238E27FC236}">
                <a16:creationId xmlns:a16="http://schemas.microsoft.com/office/drawing/2014/main" id="{17CBCC72-1AA5-474B-9CE9-1A088EABBD1C}"/>
              </a:ext>
            </a:extLst>
          </p:cNvPr>
          <p:cNvSpPr>
            <a:spLocks xmlns:a="http://schemas.openxmlformats.org/drawingml/2006/main" noGrp="1"/>
          </p:cNvSpPr>
          <p:nvPr/>
        </p:nvSpPr>
        <p:spPr>
          <a:xfrm xmlns:a="http://schemas.openxmlformats.org/drawingml/2006/main">
            <a:off x="8763000" y="5524500"/>
            <a:ext cx="276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142C40"/>
                </a:solidFill>
                <a:latin typeface="Arial"/>
                <a:ea typeface="Arial"/>
                <a:cs typeface="Arial"/>
              </a:defRPr>
            </a:defPPr>
          </a:lstStyle>
          <a:p xmlns:a="http://schemas.openxmlformats.org/drawingml/2006/main">
            <a:pPr algn="l">
              <a:defRPr sz="2400" b="0">
                <a:solidFill>
                  <a:srgbClr val="142C40"/>
                </a:solidFill>
                <a:latin typeface="Arial"/>
                <a:ea typeface="Arial"/>
                <a:cs typeface="Arial"/>
              </a:defRPr>
            </a:pPr>
            <a:r>
              <a:rPr sz="2400" b="0">
                <a:solidFill>
                  <a:srgbClr val="142C40"/>
                </a:solidFill>
                <a:latin typeface="Arial"/>
                <a:ea typeface="Arial"/>
                <a:cs typeface="Arial"/>
              </a:rPr>
              <a:t>Electrónica</a:t>
            </a:r>
          </a:p>
        </p:txBody>
      </p:sp>
    </p:spTree>
    <p:extLst>
      <p:ext uri="{BB962C8B-B14F-4D97-AF65-F5344CB8AC3E}">
        <p14:creationId xmlns:p14="http://schemas.microsoft.com/office/powerpoint/2010/main" val="1367166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3" name="">
            <a:extLst xmlns:a="http://schemas.openxmlformats.org/drawingml/2006/main">
              <a:ext uri="{FF2B5EF4-FFF2-40B4-BE49-F238E27FC236}">
                <a16:creationId xmlns:a16="http://schemas.microsoft.com/office/drawing/2014/main" id="{3E237F0A-CB00-4614-B22A-D99E93DE1233}"/>
              </a:ext>
            </a:extLst>
          </p:cNvPr>
          <p:cNvSpPr>
            <a:spLocks xmlns:a="http://schemas.openxmlformats.org/drawingml/2006/main" noGrp="1"/>
          </p:cNvSpPr>
          <p:nvPr/>
        </p:nvSpPr>
        <p:spPr>
          <a:xfrm xmlns:a="http://schemas.openxmlformats.org/drawingml/2006/main">
            <a:off x="457200" y="266700"/>
            <a:ext cx="11239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3300" b="1">
                <a:solidFill>
                  <a:srgbClr val="142C40"/>
                </a:solidFill>
                <a:latin typeface="Arial"/>
                <a:ea typeface="Arial"/>
                <a:cs typeface="Arial"/>
              </a:defRPr>
            </a:defPPr>
          </a:lstStyle>
          <a:p xmlns:a="http://schemas.openxmlformats.org/drawingml/2006/main">
            <a:pPr algn="l">
              <a:defRPr sz="3300" b="1">
                <a:solidFill>
                  <a:srgbClr val="142C40"/>
                </a:solidFill>
                <a:latin typeface="Arial"/>
                <a:ea typeface="Arial"/>
                <a:cs typeface="Arial"/>
              </a:defRPr>
            </a:pPr>
            <a:r>
              <a:rPr sz="3300" b="1">
                <a:solidFill>
                  <a:srgbClr val="142C40"/>
                </a:solidFill>
                <a:latin typeface="Arial"/>
                <a:ea typeface="Arial"/>
                <a:cs typeface="Arial"/>
              </a:rPr>
              <a:t>Un circuito, distintas consecuencias</a:t>
            </a:r>
          </a:p>
        </p:txBody>
      </p:sp>
      <p:sp>
        <p:nvSpPr>
          <p:cNvPr id="2" name="">
            <a:extLst xmlns:a="http://schemas.openxmlformats.org/drawingml/2006/main">
              <a:ext uri="{FF2B5EF4-FFF2-40B4-BE49-F238E27FC236}">
                <a16:creationId xmlns:a16="http://schemas.microsoft.com/office/drawing/2014/main" id="{3F7F635A-2CF3-4CCC-824D-11FF379332E4}"/>
              </a:ext>
            </a:extLst>
          </p:cNvPr>
          <p:cNvSpPr>
            <a:spLocks xmlns:a="http://schemas.openxmlformats.org/drawingml/2006/main" noGrp="1"/>
          </p:cNvSpPr>
          <p:nvPr/>
        </p:nvSpPr>
        <p:spPr>
          <a:xfrm xmlns:a="http://schemas.openxmlformats.org/drawingml/2006/main">
            <a:off x="457200" y="6096000"/>
            <a:ext cx="11258550" cy="9525"/>
          </a:xfrm>
          <a:custGeom xmlns:a="http://schemas.openxmlformats.org/drawingml/2006/main">
            <a:pathLst>
              <a:path w="11258550" h="9525">
                <a:moveTo>
                  <a:pt x="0" y="0"/>
                </a:moveTo>
                <a:lnTo>
                  <a:pt x="11258550" y="0"/>
                </a:lnTo>
              </a:path>
            </a:pathLst>
          </a:custGeom>
          <a:noFill xmlns:a="http://schemas.openxmlformats.org/drawingml/2006/main"/>
          <a:ln xmlns:a="http://schemas.openxmlformats.org/drawingml/2006/main" w="9525">
            <a:solidFill>
              <a:srgbClr val="B9C8D2"/>
            </a:solidFill>
          </a:ln>
        </p:spPr>
      </p:sp>
      <p:sp>
        <p:nvSpPr>
          <p:cNvPr id="3" name="">
            <a:extLst xmlns:a="http://schemas.openxmlformats.org/drawingml/2006/main">
              <a:ext uri="{FF2B5EF4-FFF2-40B4-BE49-F238E27FC236}">
                <a16:creationId xmlns:a16="http://schemas.microsoft.com/office/drawing/2014/main" id="{302D18A5-BA01-46DE-900A-1A80EAFFAB0A}"/>
              </a:ext>
            </a:extLst>
          </p:cNvPr>
          <p:cNvSpPr>
            <a:spLocks xmlns:a="http://schemas.openxmlformats.org/drawingml/2006/main" noGrp="1"/>
          </p:cNvSpPr>
          <p:nvPr/>
        </p:nvSpPr>
        <p:spPr>
          <a:xfrm xmlns:a="http://schemas.openxmlformats.org/drawingml/2006/main">
            <a:off x="457200" y="627697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6C7F8C"/>
                </a:solidFill>
                <a:latin typeface="Arial"/>
                <a:ea typeface="Arial"/>
                <a:cs typeface="Arial"/>
              </a:defRPr>
            </a:defPPr>
          </a:lstStyle>
          <a:p xmlns:a="http://schemas.openxmlformats.org/drawingml/2006/main">
            <a:pPr algn="l">
              <a:defRPr sz="2400" b="0">
                <a:solidFill>
                  <a:srgbClr val="6C7F8C"/>
                </a:solidFill>
                <a:latin typeface="Arial"/>
                <a:ea typeface="Arial"/>
                <a:cs typeface="Arial"/>
              </a:defRPr>
            </a:pPr>
            <a:r>
              <a:rPr sz="2400" b="0">
                <a:solidFill>
                  <a:srgbClr val="6C7F8C"/>
                </a:solidFill>
                <a:latin typeface="Arial"/>
                <a:ea typeface="Arial"/>
                <a:cs typeface="Arial"/>
              </a:rPr>
              <a:t>Modelo conceptual · S01–S04</a:t>
            </a:r>
          </a:p>
        </p:txBody>
      </p:sp>
      <p:sp>
        <p:nvSpPr>
          <p:cNvPr id="4" name="">
            <a:extLst xmlns:a="http://schemas.openxmlformats.org/drawingml/2006/main">
              <a:ext uri="{FF2B5EF4-FFF2-40B4-BE49-F238E27FC236}">
                <a16:creationId xmlns:a16="http://schemas.microsoft.com/office/drawing/2014/main" id="{C699CFDB-230F-48EF-8851-0A5C64352773}"/>
              </a:ext>
            </a:extLst>
          </p:cNvPr>
          <p:cNvSpPr>
            <a:spLocks xmlns:a="http://schemas.openxmlformats.org/drawingml/2006/main" noGrp="1"/>
          </p:cNvSpPr>
          <p:nvPr/>
        </p:nvSpPr>
        <p:spPr>
          <a:xfrm xmlns:a="http://schemas.openxmlformats.org/drawingml/2006/main">
            <a:off x="11163300" y="6276975"/>
            <a:ext cx="66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6BA4"/>
                </a:solidFill>
                <a:latin typeface="Arial"/>
                <a:ea typeface="Arial"/>
                <a:cs typeface="Arial"/>
              </a:defRPr>
            </a:defPPr>
          </a:lstStyle>
          <a:p xmlns:a="http://schemas.openxmlformats.org/drawingml/2006/main">
            <a:pPr algn="l">
              <a:defRPr sz="2400" b="1">
                <a:solidFill>
                  <a:srgbClr val="146BA4"/>
                </a:solidFill>
                <a:latin typeface="Arial"/>
                <a:ea typeface="Arial"/>
                <a:cs typeface="Arial"/>
              </a:defRPr>
            </a:pPr>
            <a:r>
              <a:rPr sz="2400" b="1">
                <a:solidFill>
                  <a:srgbClr val="146BA4"/>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D1679E1B-553C-4390-9B50-F04CDEB3BC48}"/>
              </a:ext>
            </a:extLst>
          </p:cNvPr>
          <p:cNvSpPr>
            <a:spLocks xmlns:a="http://schemas.openxmlformats.org/drawingml/2006/main" noGrp="1"/>
          </p:cNvSpPr>
          <p:nvPr/>
        </p:nvSpPr>
        <p:spPr>
          <a:xfrm xmlns:a="http://schemas.openxmlformats.org/drawingml/2006/main">
            <a:off x="952500" y="3667125"/>
            <a:ext cx="9525" cy="238125"/>
          </a:xfrm>
          <a:custGeom xmlns:a="http://schemas.openxmlformats.org/drawingml/2006/main">
            <a:pathLst>
              <a:path w="9525" h="238125">
                <a:moveTo>
                  <a:pt x="0" y="0"/>
                </a:moveTo>
                <a:lnTo>
                  <a:pt x="0" y="238125"/>
                </a:lnTo>
              </a:path>
            </a:pathLst>
          </a:custGeom>
          <a:noFill xmlns:a="http://schemas.openxmlformats.org/drawingml/2006/main"/>
          <a:ln xmlns:a="http://schemas.openxmlformats.org/drawingml/2006/main" w="28575">
            <a:solidFill>
              <a:srgbClr val="142C40"/>
            </a:solidFill>
          </a:ln>
        </p:spPr>
      </p:sp>
      <p:sp>
        <p:nvSpPr>
          <p:cNvPr id="6" name="">
            <a:extLst xmlns:a="http://schemas.openxmlformats.org/drawingml/2006/main">
              <a:ext uri="{FF2B5EF4-FFF2-40B4-BE49-F238E27FC236}">
                <a16:creationId xmlns:a16="http://schemas.microsoft.com/office/drawing/2014/main" id="{B54657BF-C107-4028-B97A-31683AA54CBB}"/>
              </a:ext>
            </a:extLst>
          </p:cNvPr>
          <p:cNvSpPr>
            <a:spLocks xmlns:a="http://schemas.openxmlformats.org/drawingml/2006/main" noGrp="1"/>
          </p:cNvSpPr>
          <p:nvPr/>
        </p:nvSpPr>
        <p:spPr>
          <a:xfrm xmlns:a="http://schemas.openxmlformats.org/drawingml/2006/main">
            <a:off x="762000" y="3905250"/>
            <a:ext cx="381000" cy="9525"/>
          </a:xfrm>
          <a:custGeom xmlns:a="http://schemas.openxmlformats.org/drawingml/2006/main">
            <a:pathLst>
              <a:path w="381000" h="9525">
                <a:moveTo>
                  <a:pt x="0" y="0"/>
                </a:moveTo>
                <a:lnTo>
                  <a:pt x="381000" y="0"/>
                </a:lnTo>
              </a:path>
            </a:pathLst>
          </a:custGeom>
          <a:noFill xmlns:a="http://schemas.openxmlformats.org/drawingml/2006/main"/>
          <a:ln xmlns:a="http://schemas.openxmlformats.org/drawingml/2006/main" w="28575">
            <a:solidFill>
              <a:srgbClr val="142C40"/>
            </a:solidFill>
          </a:ln>
        </p:spPr>
      </p:sp>
      <p:sp>
        <p:nvSpPr>
          <p:cNvPr id="7" name="">
            <a:extLst xmlns:a="http://schemas.openxmlformats.org/drawingml/2006/main">
              <a:ext uri="{FF2B5EF4-FFF2-40B4-BE49-F238E27FC236}">
                <a16:creationId xmlns:a16="http://schemas.microsoft.com/office/drawing/2014/main" id="{3E129B11-0A11-461F-8780-F1F3AFFC8BFB}"/>
              </a:ext>
            </a:extLst>
          </p:cNvPr>
          <p:cNvSpPr>
            <a:spLocks xmlns:a="http://schemas.openxmlformats.org/drawingml/2006/main" noGrp="1"/>
          </p:cNvSpPr>
          <p:nvPr/>
        </p:nvSpPr>
        <p:spPr>
          <a:xfrm xmlns:a="http://schemas.openxmlformats.org/drawingml/2006/main">
            <a:off x="762000" y="3905250"/>
            <a:ext cx="381000" cy="381000"/>
          </a:xfrm>
          <a:custGeom xmlns:a="http://schemas.openxmlformats.org/drawingml/2006/main">
            <a:pathLst>
              <a:path w="381000" h="381000">
                <a:moveTo>
                  <a:pt x="0" y="381000"/>
                </a:moveTo>
                <a:lnTo>
                  <a:pt x="381000" y="381000"/>
                </a:lnTo>
                <a:lnTo>
                  <a:pt x="190500" y="0"/>
                </a:lnTo>
                <a:close/>
              </a:path>
            </a:pathLst>
          </a:custGeom>
          <a:noFill xmlns:a="http://schemas.openxmlformats.org/drawingml/2006/main"/>
          <a:ln xmlns:a="http://schemas.openxmlformats.org/drawingml/2006/main" w="28575">
            <a:solidFill>
              <a:srgbClr val="142C40"/>
            </a:solidFill>
          </a:ln>
        </p:spPr>
      </p:sp>
      <p:sp>
        <p:nvSpPr>
          <p:cNvPr id="8" name="">
            <a:extLst xmlns:a="http://schemas.openxmlformats.org/drawingml/2006/main">
              <a:ext uri="{FF2B5EF4-FFF2-40B4-BE49-F238E27FC236}">
                <a16:creationId xmlns:a16="http://schemas.microsoft.com/office/drawing/2014/main" id="{7A26FA87-D46C-4656-9D83-953563044648}"/>
              </a:ext>
            </a:extLst>
          </p:cNvPr>
          <p:cNvSpPr>
            <a:spLocks xmlns:a="http://schemas.openxmlformats.org/drawingml/2006/main" noGrp="1"/>
          </p:cNvSpPr>
          <p:nvPr/>
        </p:nvSpPr>
        <p:spPr>
          <a:xfrm xmlns:a="http://schemas.openxmlformats.org/drawingml/2006/main">
            <a:off x="952500" y="4286250"/>
            <a:ext cx="9525" cy="238125"/>
          </a:xfrm>
          <a:custGeom xmlns:a="http://schemas.openxmlformats.org/drawingml/2006/main">
            <a:pathLst>
              <a:path w="9525" h="238125">
                <a:moveTo>
                  <a:pt x="0" y="0"/>
                </a:moveTo>
                <a:lnTo>
                  <a:pt x="0" y="238125"/>
                </a:lnTo>
              </a:path>
            </a:pathLst>
          </a:custGeom>
          <a:noFill xmlns:a="http://schemas.openxmlformats.org/drawingml/2006/main"/>
          <a:ln xmlns:a="http://schemas.openxmlformats.org/drawingml/2006/main" w="28575">
            <a:solidFill>
              <a:srgbClr val="142C40"/>
            </a:solidFill>
          </a:ln>
        </p:spPr>
      </p:sp>
      <p:sp>
        <p:nvSpPr>
          <p:cNvPr id="9" name="">
            <a:extLst xmlns:a="http://schemas.openxmlformats.org/drawingml/2006/main">
              <a:ext uri="{FF2B5EF4-FFF2-40B4-BE49-F238E27FC236}">
                <a16:creationId xmlns:a16="http://schemas.microsoft.com/office/drawing/2014/main" id="{D915EB4E-9F7B-4ABF-996E-9052794F7043}"/>
              </a:ext>
            </a:extLst>
          </p:cNvPr>
          <p:cNvSpPr>
            <a:spLocks xmlns:a="http://schemas.openxmlformats.org/drawingml/2006/main" noGrp="1"/>
          </p:cNvSpPr>
          <p:nvPr/>
        </p:nvSpPr>
        <p:spPr>
          <a:xfrm xmlns:a="http://schemas.openxmlformats.org/drawingml/2006/main">
            <a:off x="952500" y="4524375"/>
            <a:ext cx="9525" cy="114300"/>
          </a:xfrm>
          <a:custGeom xmlns:a="http://schemas.openxmlformats.org/drawingml/2006/main">
            <a:pathLst>
              <a:path w="9525" h="114300">
                <a:moveTo>
                  <a:pt x="0" y="0"/>
                </a:moveTo>
                <a:lnTo>
                  <a:pt x="0" y="114300"/>
                </a:lnTo>
              </a:path>
            </a:pathLst>
          </a:custGeom>
          <a:noFill xmlns:a="http://schemas.openxmlformats.org/drawingml/2006/main"/>
          <a:ln xmlns:a="http://schemas.openxmlformats.org/drawingml/2006/main" w="28575">
            <a:solidFill>
              <a:srgbClr val="142C40"/>
            </a:solidFill>
          </a:ln>
        </p:spPr>
      </p:sp>
      <p:sp>
        <p:nvSpPr>
          <p:cNvPr id="10" name="">
            <a:extLst xmlns:a="http://schemas.openxmlformats.org/drawingml/2006/main">
              <a:ext uri="{FF2B5EF4-FFF2-40B4-BE49-F238E27FC236}">
                <a16:creationId xmlns:a16="http://schemas.microsoft.com/office/drawing/2014/main" id="{DA2900F6-803F-42C9-9797-CAFFE8A371F6}"/>
              </a:ext>
            </a:extLst>
          </p:cNvPr>
          <p:cNvSpPr>
            <a:spLocks xmlns:a="http://schemas.openxmlformats.org/drawingml/2006/main" noGrp="1"/>
          </p:cNvSpPr>
          <p:nvPr/>
        </p:nvSpPr>
        <p:spPr>
          <a:xfrm xmlns:a="http://schemas.openxmlformats.org/drawingml/2006/main">
            <a:off x="723900" y="4638675"/>
            <a:ext cx="457200" cy="9525"/>
          </a:xfrm>
          <a:custGeom xmlns:a="http://schemas.openxmlformats.org/drawingml/2006/main">
            <a:pathLst>
              <a:path w="457200" h="9525">
                <a:moveTo>
                  <a:pt x="0" y="0"/>
                </a:moveTo>
                <a:lnTo>
                  <a:pt x="457200" y="0"/>
                </a:lnTo>
              </a:path>
            </a:pathLst>
          </a:custGeom>
          <a:noFill xmlns:a="http://schemas.openxmlformats.org/drawingml/2006/main"/>
          <a:ln xmlns:a="http://schemas.openxmlformats.org/drawingml/2006/main" w="19050">
            <a:solidFill>
              <a:srgbClr val="142C40"/>
            </a:solidFill>
          </a:ln>
        </p:spPr>
      </p:sp>
      <p:sp>
        <p:nvSpPr>
          <p:cNvPr id="11" name="">
            <a:extLst xmlns:a="http://schemas.openxmlformats.org/drawingml/2006/main">
              <a:ext uri="{FF2B5EF4-FFF2-40B4-BE49-F238E27FC236}">
                <a16:creationId xmlns:a16="http://schemas.microsoft.com/office/drawing/2014/main" id="{41BE797E-C056-42F0-A1AD-D225F15284EC}"/>
              </a:ext>
            </a:extLst>
          </p:cNvPr>
          <p:cNvSpPr>
            <a:spLocks xmlns:a="http://schemas.openxmlformats.org/drawingml/2006/main" noGrp="1"/>
          </p:cNvSpPr>
          <p:nvPr/>
        </p:nvSpPr>
        <p:spPr>
          <a:xfrm xmlns:a="http://schemas.openxmlformats.org/drawingml/2006/main">
            <a:off x="809625" y="4714875"/>
            <a:ext cx="285750" cy="9525"/>
          </a:xfrm>
          <a:custGeom xmlns:a="http://schemas.openxmlformats.org/drawingml/2006/main">
            <a:pathLst>
              <a:path w="285750" h="9525">
                <a:moveTo>
                  <a:pt x="0" y="0"/>
                </a:moveTo>
                <a:lnTo>
                  <a:pt x="285750" y="0"/>
                </a:lnTo>
              </a:path>
            </a:pathLst>
          </a:custGeom>
          <a:noFill xmlns:a="http://schemas.openxmlformats.org/drawingml/2006/main"/>
          <a:ln xmlns:a="http://schemas.openxmlformats.org/drawingml/2006/main" w="19050">
            <a:solidFill>
              <a:srgbClr val="142C40"/>
            </a:solidFill>
          </a:ln>
        </p:spPr>
      </p:sp>
      <p:sp>
        <p:nvSpPr>
          <p:cNvPr id="12" name="">
            <a:extLst xmlns:a="http://schemas.openxmlformats.org/drawingml/2006/main">
              <a:ext uri="{FF2B5EF4-FFF2-40B4-BE49-F238E27FC236}">
                <a16:creationId xmlns:a16="http://schemas.microsoft.com/office/drawing/2014/main" id="{5FF4ACC0-6220-4D40-9178-3FDC3BB8887B}"/>
              </a:ext>
            </a:extLst>
          </p:cNvPr>
          <p:cNvSpPr>
            <a:spLocks xmlns:a="http://schemas.openxmlformats.org/drawingml/2006/main" noGrp="1"/>
          </p:cNvSpPr>
          <p:nvPr/>
        </p:nvSpPr>
        <p:spPr>
          <a:xfrm xmlns:a="http://schemas.openxmlformats.org/drawingml/2006/main">
            <a:off x="895350" y="4791075"/>
            <a:ext cx="114300" cy="9525"/>
          </a:xfrm>
          <a:custGeom xmlns:a="http://schemas.openxmlformats.org/drawingml/2006/main">
            <a:pathLst>
              <a:path w="114300" h="9525">
                <a:moveTo>
                  <a:pt x="0" y="0"/>
                </a:moveTo>
                <a:lnTo>
                  <a:pt x="114300" y="0"/>
                </a:lnTo>
              </a:path>
            </a:pathLst>
          </a:custGeom>
          <a:noFill xmlns:a="http://schemas.openxmlformats.org/drawingml/2006/main"/>
          <a:ln xmlns:a="http://schemas.openxmlformats.org/drawingml/2006/main" w="19050">
            <a:solidFill>
              <a:srgbClr val="142C40"/>
            </a:solidFill>
          </a:ln>
        </p:spPr>
      </p:sp>
      <p:sp>
        <p:nvSpPr>
          <p:cNvPr id="13" name="">
            <a:extLst xmlns:a="http://schemas.openxmlformats.org/drawingml/2006/main">
              <a:ext uri="{FF2B5EF4-FFF2-40B4-BE49-F238E27FC236}">
                <a16:creationId xmlns:a16="http://schemas.microsoft.com/office/drawing/2014/main" id="{10F92C3F-83C7-411A-97D8-9B36E85E54D5}"/>
              </a:ext>
            </a:extLst>
          </p:cNvPr>
          <p:cNvSpPr>
            <a:spLocks xmlns:a="http://schemas.openxmlformats.org/drawingml/2006/main" noGrp="1"/>
          </p:cNvSpPr>
          <p:nvPr/>
        </p:nvSpPr>
        <p:spPr>
          <a:xfrm xmlns:a="http://schemas.openxmlformats.org/drawingml/2006/main">
            <a:off x="952500" y="3667125"/>
            <a:ext cx="857250" cy="9525"/>
          </a:xfrm>
          <a:custGeom xmlns:a="http://schemas.openxmlformats.org/drawingml/2006/main">
            <a:pathLst>
              <a:path w="857250" h="9525">
                <a:moveTo>
                  <a:pt x="0" y="0"/>
                </a:moveTo>
                <a:lnTo>
                  <a:pt x="857250" y="0"/>
                </a:lnTo>
              </a:path>
            </a:pathLst>
          </a:custGeom>
          <a:noFill xmlns:a="http://schemas.openxmlformats.org/drawingml/2006/main"/>
          <a:ln xmlns:a="http://schemas.openxmlformats.org/drawingml/2006/main" w="28575">
            <a:solidFill>
              <a:srgbClr val="142C40"/>
            </a:solidFill>
          </a:ln>
        </p:spPr>
      </p:sp>
      <p:sp>
        <p:nvSpPr>
          <p:cNvPr id="14" name="">
            <a:extLst xmlns:a="http://schemas.openxmlformats.org/drawingml/2006/main">
              <a:ext uri="{FF2B5EF4-FFF2-40B4-BE49-F238E27FC236}">
                <a16:creationId xmlns:a16="http://schemas.microsoft.com/office/drawing/2014/main" id="{131B9697-2A65-4A3E-97AC-BFEBEC04E2B2}"/>
              </a:ext>
            </a:extLst>
          </p:cNvPr>
          <p:cNvSpPr>
            <a:spLocks xmlns:a="http://schemas.openxmlformats.org/drawingml/2006/main" noGrp="1"/>
          </p:cNvSpPr>
          <p:nvPr/>
        </p:nvSpPr>
        <p:spPr>
          <a:xfrm xmlns:a="http://schemas.openxmlformats.org/drawingml/2006/main">
            <a:off x="1809750" y="3667125"/>
            <a:ext cx="190500" cy="9525"/>
          </a:xfrm>
          <a:custGeom xmlns:a="http://schemas.openxmlformats.org/drawingml/2006/main">
            <a:pathLst>
              <a:path w="190500" h="9525">
                <a:moveTo>
                  <a:pt x="0" y="0"/>
                </a:moveTo>
                <a:lnTo>
                  <a:pt x="190500" y="0"/>
                </a:lnTo>
              </a:path>
            </a:pathLst>
          </a:custGeom>
          <a:noFill xmlns:a="http://schemas.openxmlformats.org/drawingml/2006/main"/>
          <a:ln xmlns:a="http://schemas.openxmlformats.org/drawingml/2006/main" w="28575">
            <a:solidFill>
              <a:srgbClr val="142C40"/>
            </a:solidFill>
          </a:ln>
        </p:spPr>
      </p:sp>
      <p:sp>
        <p:nvSpPr>
          <p:cNvPr id="15" name="">
            <a:extLst xmlns:a="http://schemas.openxmlformats.org/drawingml/2006/main">
              <a:ext uri="{FF2B5EF4-FFF2-40B4-BE49-F238E27FC236}">
                <a16:creationId xmlns:a16="http://schemas.microsoft.com/office/drawing/2014/main" id="{BDFDA541-5745-4639-9681-DE1DF7C9CDB9}"/>
              </a:ext>
            </a:extLst>
          </p:cNvPr>
          <p:cNvSpPr>
            <a:spLocks xmlns:a="http://schemas.openxmlformats.org/drawingml/2006/main" noGrp="1"/>
          </p:cNvSpPr>
          <p:nvPr/>
        </p:nvSpPr>
        <p:spPr>
          <a:xfrm xmlns:a="http://schemas.openxmlformats.org/drawingml/2006/main">
            <a:off x="2000250" y="3552825"/>
            <a:ext cx="571500" cy="228600"/>
          </a:xfrm>
          <a:prstGeom xmlns:a="http://schemas.openxmlformats.org/drawingml/2006/main" prst="rect">
            <a:avLst/>
          </a:prstGeom>
          <a:noFill xmlns:a="http://schemas.openxmlformats.org/drawingml/2006/main"/>
          <a:ln xmlns:a="http://schemas.openxmlformats.org/drawingml/2006/main" w="19050">
            <a:solidFill>
              <a:srgbClr val="142C40"/>
            </a:solidFill>
          </a:ln>
        </p:spPr>
      </p:sp>
      <p:sp>
        <p:nvSpPr>
          <p:cNvPr id="16" name="">
            <a:extLst xmlns:a="http://schemas.openxmlformats.org/drawingml/2006/main">
              <a:ext uri="{FF2B5EF4-FFF2-40B4-BE49-F238E27FC236}">
                <a16:creationId xmlns:a16="http://schemas.microsoft.com/office/drawing/2014/main" id="{EDA7F306-28A0-454E-9EE6-07C02513DEB9}"/>
              </a:ext>
            </a:extLst>
          </p:cNvPr>
          <p:cNvSpPr>
            <a:spLocks xmlns:a="http://schemas.openxmlformats.org/drawingml/2006/main" noGrp="1"/>
          </p:cNvSpPr>
          <p:nvPr/>
        </p:nvSpPr>
        <p:spPr>
          <a:xfrm xmlns:a="http://schemas.openxmlformats.org/drawingml/2006/main">
            <a:off x="2571750" y="3667125"/>
            <a:ext cx="190500" cy="9525"/>
          </a:xfrm>
          <a:custGeom xmlns:a="http://schemas.openxmlformats.org/drawingml/2006/main">
            <a:pathLst>
              <a:path w="190500" h="9525">
                <a:moveTo>
                  <a:pt x="0" y="0"/>
                </a:moveTo>
                <a:lnTo>
                  <a:pt x="190500" y="0"/>
                </a:lnTo>
              </a:path>
            </a:pathLst>
          </a:custGeom>
          <a:noFill xmlns:a="http://schemas.openxmlformats.org/drawingml/2006/main"/>
          <a:ln xmlns:a="http://schemas.openxmlformats.org/drawingml/2006/main" w="28575">
            <a:solidFill>
              <a:srgbClr val="142C40"/>
            </a:solidFill>
          </a:ln>
        </p:spPr>
      </p:sp>
      <p:sp>
        <p:nvSpPr>
          <p:cNvPr id="17" name="">
            <a:extLst xmlns:a="http://schemas.openxmlformats.org/drawingml/2006/main">
              <a:ext uri="{FF2B5EF4-FFF2-40B4-BE49-F238E27FC236}">
                <a16:creationId xmlns:a16="http://schemas.microsoft.com/office/drawing/2014/main" id="{BF7B4262-1D0C-48C4-B3FA-5A8CA7B057BD}"/>
              </a:ext>
            </a:extLst>
          </p:cNvPr>
          <p:cNvSpPr>
            <a:spLocks xmlns:a="http://schemas.openxmlformats.org/drawingml/2006/main" noGrp="1"/>
          </p:cNvSpPr>
          <p:nvPr/>
        </p:nvSpPr>
        <p:spPr>
          <a:xfrm xmlns:a="http://schemas.openxmlformats.org/drawingml/2006/main">
            <a:off x="2762250" y="3667125"/>
            <a:ext cx="1476375" cy="9525"/>
          </a:xfrm>
          <a:custGeom xmlns:a="http://schemas.openxmlformats.org/drawingml/2006/main">
            <a:pathLst>
              <a:path w="1476375" h="9525">
                <a:moveTo>
                  <a:pt x="0" y="0"/>
                </a:moveTo>
                <a:lnTo>
                  <a:pt x="1476375" y="0"/>
                </a:lnTo>
              </a:path>
            </a:pathLst>
          </a:custGeom>
          <a:noFill xmlns:a="http://schemas.openxmlformats.org/drawingml/2006/main"/>
          <a:ln xmlns:a="http://schemas.openxmlformats.org/drawingml/2006/main" w="28575">
            <a:solidFill>
              <a:srgbClr val="142C40"/>
            </a:solidFill>
          </a:ln>
        </p:spPr>
      </p:sp>
      <p:sp>
        <p:nvSpPr>
          <p:cNvPr id="18" name="">
            <a:extLst xmlns:a="http://schemas.openxmlformats.org/drawingml/2006/main">
              <a:ext uri="{FF2B5EF4-FFF2-40B4-BE49-F238E27FC236}">
                <a16:creationId xmlns:a16="http://schemas.microsoft.com/office/drawing/2014/main" id="{9513D8B6-5FD9-4400-9773-1A436976C5D8}"/>
              </a:ext>
            </a:extLst>
          </p:cNvPr>
          <p:cNvSpPr>
            <a:spLocks xmlns:a="http://schemas.openxmlformats.org/drawingml/2006/main" noGrp="1"/>
          </p:cNvSpPr>
          <p:nvPr/>
        </p:nvSpPr>
        <p:spPr>
          <a:xfrm xmlns:a="http://schemas.openxmlformats.org/drawingml/2006/main">
            <a:off x="3190875" y="3619500"/>
            <a:ext cx="95250" cy="95250"/>
          </a:xfrm>
          <a:prstGeom xmlns:a="http://schemas.openxmlformats.org/drawingml/2006/main" prst="ellipse">
            <a:avLst/>
          </a:prstGeom>
          <a:solidFill xmlns:a="http://schemas.openxmlformats.org/drawingml/2006/main">
            <a:srgbClr val="142C40"/>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CE69C526-5C81-4B59-9F8A-56534089C47B}"/>
              </a:ext>
            </a:extLst>
          </p:cNvPr>
          <p:cNvSpPr>
            <a:spLocks xmlns:a="http://schemas.openxmlformats.org/drawingml/2006/main" noGrp="1"/>
          </p:cNvSpPr>
          <p:nvPr/>
        </p:nvSpPr>
        <p:spPr>
          <a:xfrm xmlns:a="http://schemas.openxmlformats.org/drawingml/2006/main">
            <a:off x="3238500" y="3667125"/>
            <a:ext cx="9525" cy="371475"/>
          </a:xfrm>
          <a:custGeom xmlns:a="http://schemas.openxmlformats.org/drawingml/2006/main">
            <a:pathLst>
              <a:path w="9525" h="371475">
                <a:moveTo>
                  <a:pt x="0" y="0"/>
                </a:moveTo>
                <a:lnTo>
                  <a:pt x="0" y="371475"/>
                </a:lnTo>
              </a:path>
            </a:pathLst>
          </a:custGeom>
          <a:noFill xmlns:a="http://schemas.openxmlformats.org/drawingml/2006/main"/>
          <a:ln xmlns:a="http://schemas.openxmlformats.org/drawingml/2006/main" w="28575">
            <a:solidFill>
              <a:srgbClr val="142C40"/>
            </a:solidFill>
          </a:ln>
        </p:spPr>
      </p:sp>
      <p:sp>
        <p:nvSpPr>
          <p:cNvPr id="20" name="">
            <a:extLst xmlns:a="http://schemas.openxmlformats.org/drawingml/2006/main">
              <a:ext uri="{FF2B5EF4-FFF2-40B4-BE49-F238E27FC236}">
                <a16:creationId xmlns:a16="http://schemas.microsoft.com/office/drawing/2014/main" id="{29CFAB30-9F9D-4B5A-A624-A2E650BA1358}"/>
              </a:ext>
            </a:extLst>
          </p:cNvPr>
          <p:cNvSpPr>
            <a:spLocks xmlns:a="http://schemas.openxmlformats.org/drawingml/2006/main" noGrp="1"/>
          </p:cNvSpPr>
          <p:nvPr/>
        </p:nvSpPr>
        <p:spPr>
          <a:xfrm xmlns:a="http://schemas.openxmlformats.org/drawingml/2006/main">
            <a:off x="3009900" y="4038600"/>
            <a:ext cx="457200" cy="9525"/>
          </a:xfrm>
          <a:custGeom xmlns:a="http://schemas.openxmlformats.org/drawingml/2006/main">
            <a:pathLst>
              <a:path w="457200" h="9525">
                <a:moveTo>
                  <a:pt x="0" y="0"/>
                </a:moveTo>
                <a:lnTo>
                  <a:pt x="457200" y="0"/>
                </a:lnTo>
              </a:path>
            </a:pathLst>
          </a:custGeom>
          <a:noFill xmlns:a="http://schemas.openxmlformats.org/drawingml/2006/main"/>
          <a:ln xmlns:a="http://schemas.openxmlformats.org/drawingml/2006/main" w="28575">
            <a:solidFill>
              <a:srgbClr val="142C40"/>
            </a:solidFill>
          </a:ln>
        </p:spPr>
      </p:sp>
      <p:sp>
        <p:nvSpPr>
          <p:cNvPr id="21" name="">
            <a:extLst xmlns:a="http://schemas.openxmlformats.org/drawingml/2006/main">
              <a:ext uri="{FF2B5EF4-FFF2-40B4-BE49-F238E27FC236}">
                <a16:creationId xmlns:a16="http://schemas.microsoft.com/office/drawing/2014/main" id="{E42391F3-9AB4-45B5-9123-7F55B4034654}"/>
              </a:ext>
            </a:extLst>
          </p:cNvPr>
          <p:cNvSpPr>
            <a:spLocks xmlns:a="http://schemas.openxmlformats.org/drawingml/2006/main" noGrp="1"/>
          </p:cNvSpPr>
          <p:nvPr/>
        </p:nvSpPr>
        <p:spPr>
          <a:xfrm xmlns:a="http://schemas.openxmlformats.org/drawingml/2006/main">
            <a:off x="3009900" y="4171950"/>
            <a:ext cx="457200" cy="9525"/>
          </a:xfrm>
          <a:custGeom xmlns:a="http://schemas.openxmlformats.org/drawingml/2006/main">
            <a:pathLst>
              <a:path w="457200" h="9525">
                <a:moveTo>
                  <a:pt x="0" y="0"/>
                </a:moveTo>
                <a:lnTo>
                  <a:pt x="457200" y="0"/>
                </a:lnTo>
              </a:path>
            </a:pathLst>
          </a:custGeom>
          <a:noFill xmlns:a="http://schemas.openxmlformats.org/drawingml/2006/main"/>
          <a:ln xmlns:a="http://schemas.openxmlformats.org/drawingml/2006/main" w="28575">
            <a:solidFill>
              <a:srgbClr val="142C40"/>
            </a:solidFill>
          </a:ln>
        </p:spPr>
      </p:sp>
      <p:sp>
        <p:nvSpPr>
          <p:cNvPr id="22" name="">
            <a:extLst xmlns:a="http://schemas.openxmlformats.org/drawingml/2006/main">
              <a:ext uri="{FF2B5EF4-FFF2-40B4-BE49-F238E27FC236}">
                <a16:creationId xmlns:a16="http://schemas.microsoft.com/office/drawing/2014/main" id="{F80BCC8A-5982-467D-A33F-4130DB1B1CCF}"/>
              </a:ext>
            </a:extLst>
          </p:cNvPr>
          <p:cNvSpPr>
            <a:spLocks xmlns:a="http://schemas.openxmlformats.org/drawingml/2006/main" noGrp="1"/>
          </p:cNvSpPr>
          <p:nvPr/>
        </p:nvSpPr>
        <p:spPr>
          <a:xfrm xmlns:a="http://schemas.openxmlformats.org/drawingml/2006/main">
            <a:off x="3238500" y="4171950"/>
            <a:ext cx="9525" cy="371475"/>
          </a:xfrm>
          <a:custGeom xmlns:a="http://schemas.openxmlformats.org/drawingml/2006/main">
            <a:pathLst>
              <a:path w="9525" h="371475">
                <a:moveTo>
                  <a:pt x="0" y="0"/>
                </a:moveTo>
                <a:lnTo>
                  <a:pt x="0" y="371475"/>
                </a:lnTo>
              </a:path>
            </a:pathLst>
          </a:custGeom>
          <a:noFill xmlns:a="http://schemas.openxmlformats.org/drawingml/2006/main"/>
          <a:ln xmlns:a="http://schemas.openxmlformats.org/drawingml/2006/main" w="28575">
            <a:solidFill>
              <a:srgbClr val="142C40"/>
            </a:solidFill>
          </a:ln>
        </p:spPr>
      </p:sp>
      <p:sp>
        <p:nvSpPr>
          <p:cNvPr id="23" name="">
            <a:extLst xmlns:a="http://schemas.openxmlformats.org/drawingml/2006/main">
              <a:ext uri="{FF2B5EF4-FFF2-40B4-BE49-F238E27FC236}">
                <a16:creationId xmlns:a16="http://schemas.microsoft.com/office/drawing/2014/main" id="{35AB61C2-756B-4B32-B316-5304F67D91F2}"/>
              </a:ext>
            </a:extLst>
          </p:cNvPr>
          <p:cNvSpPr>
            <a:spLocks xmlns:a="http://schemas.openxmlformats.org/drawingml/2006/main" noGrp="1"/>
          </p:cNvSpPr>
          <p:nvPr/>
        </p:nvSpPr>
        <p:spPr>
          <a:xfrm xmlns:a="http://schemas.openxmlformats.org/drawingml/2006/main">
            <a:off x="3238500" y="4543425"/>
            <a:ext cx="9525" cy="114300"/>
          </a:xfrm>
          <a:custGeom xmlns:a="http://schemas.openxmlformats.org/drawingml/2006/main">
            <a:pathLst>
              <a:path w="9525" h="114300">
                <a:moveTo>
                  <a:pt x="0" y="0"/>
                </a:moveTo>
                <a:lnTo>
                  <a:pt x="0" y="114300"/>
                </a:lnTo>
              </a:path>
            </a:pathLst>
          </a:custGeom>
          <a:noFill xmlns:a="http://schemas.openxmlformats.org/drawingml/2006/main"/>
          <a:ln xmlns:a="http://schemas.openxmlformats.org/drawingml/2006/main" w="28575">
            <a:solidFill>
              <a:srgbClr val="142C40"/>
            </a:solidFill>
          </a:ln>
        </p:spPr>
      </p:sp>
      <p:sp>
        <p:nvSpPr>
          <p:cNvPr id="24" name="">
            <a:extLst xmlns:a="http://schemas.openxmlformats.org/drawingml/2006/main">
              <a:ext uri="{FF2B5EF4-FFF2-40B4-BE49-F238E27FC236}">
                <a16:creationId xmlns:a16="http://schemas.microsoft.com/office/drawing/2014/main" id="{F46AFDD3-1F3D-471D-B9EC-7EFC010AD76A}"/>
              </a:ext>
            </a:extLst>
          </p:cNvPr>
          <p:cNvSpPr>
            <a:spLocks xmlns:a="http://schemas.openxmlformats.org/drawingml/2006/main" noGrp="1"/>
          </p:cNvSpPr>
          <p:nvPr/>
        </p:nvSpPr>
        <p:spPr>
          <a:xfrm xmlns:a="http://schemas.openxmlformats.org/drawingml/2006/main">
            <a:off x="3009900" y="4657725"/>
            <a:ext cx="457200" cy="9525"/>
          </a:xfrm>
          <a:custGeom xmlns:a="http://schemas.openxmlformats.org/drawingml/2006/main">
            <a:pathLst>
              <a:path w="457200" h="9525">
                <a:moveTo>
                  <a:pt x="0" y="0"/>
                </a:moveTo>
                <a:lnTo>
                  <a:pt x="457200" y="0"/>
                </a:lnTo>
              </a:path>
            </a:pathLst>
          </a:custGeom>
          <a:noFill xmlns:a="http://schemas.openxmlformats.org/drawingml/2006/main"/>
          <a:ln xmlns:a="http://schemas.openxmlformats.org/drawingml/2006/main" w="19050">
            <a:solidFill>
              <a:srgbClr val="142C40"/>
            </a:solidFill>
          </a:ln>
        </p:spPr>
      </p:sp>
      <p:sp>
        <p:nvSpPr>
          <p:cNvPr id="25" name="">
            <a:extLst xmlns:a="http://schemas.openxmlformats.org/drawingml/2006/main">
              <a:ext uri="{FF2B5EF4-FFF2-40B4-BE49-F238E27FC236}">
                <a16:creationId xmlns:a16="http://schemas.microsoft.com/office/drawing/2014/main" id="{329F693B-F02C-472D-8C0B-26E7653B6FB5}"/>
              </a:ext>
            </a:extLst>
          </p:cNvPr>
          <p:cNvSpPr>
            <a:spLocks xmlns:a="http://schemas.openxmlformats.org/drawingml/2006/main" noGrp="1"/>
          </p:cNvSpPr>
          <p:nvPr/>
        </p:nvSpPr>
        <p:spPr>
          <a:xfrm xmlns:a="http://schemas.openxmlformats.org/drawingml/2006/main">
            <a:off x="3095625" y="4733925"/>
            <a:ext cx="285750" cy="9525"/>
          </a:xfrm>
          <a:custGeom xmlns:a="http://schemas.openxmlformats.org/drawingml/2006/main">
            <a:pathLst>
              <a:path w="285750" h="9525">
                <a:moveTo>
                  <a:pt x="0" y="0"/>
                </a:moveTo>
                <a:lnTo>
                  <a:pt x="285750" y="0"/>
                </a:lnTo>
              </a:path>
            </a:pathLst>
          </a:custGeom>
          <a:noFill xmlns:a="http://schemas.openxmlformats.org/drawingml/2006/main"/>
          <a:ln xmlns:a="http://schemas.openxmlformats.org/drawingml/2006/main" w="19050">
            <a:solidFill>
              <a:srgbClr val="142C40"/>
            </a:solidFill>
          </a:ln>
        </p:spPr>
      </p:sp>
      <p:sp>
        <p:nvSpPr>
          <p:cNvPr id="26" name="">
            <a:extLst xmlns:a="http://schemas.openxmlformats.org/drawingml/2006/main">
              <a:ext uri="{FF2B5EF4-FFF2-40B4-BE49-F238E27FC236}">
                <a16:creationId xmlns:a16="http://schemas.microsoft.com/office/drawing/2014/main" id="{8DF69FDB-C7AE-4E22-AF0F-4EC0BD16546A}"/>
              </a:ext>
            </a:extLst>
          </p:cNvPr>
          <p:cNvSpPr>
            <a:spLocks xmlns:a="http://schemas.openxmlformats.org/drawingml/2006/main" noGrp="1"/>
          </p:cNvSpPr>
          <p:nvPr/>
        </p:nvSpPr>
        <p:spPr>
          <a:xfrm xmlns:a="http://schemas.openxmlformats.org/drawingml/2006/main">
            <a:off x="3181350" y="4810125"/>
            <a:ext cx="114300" cy="9525"/>
          </a:xfrm>
          <a:custGeom xmlns:a="http://schemas.openxmlformats.org/drawingml/2006/main">
            <a:pathLst>
              <a:path w="114300" h="9525">
                <a:moveTo>
                  <a:pt x="0" y="0"/>
                </a:moveTo>
                <a:lnTo>
                  <a:pt x="114300" y="0"/>
                </a:lnTo>
              </a:path>
            </a:pathLst>
          </a:custGeom>
          <a:noFill xmlns:a="http://schemas.openxmlformats.org/drawingml/2006/main"/>
          <a:ln xmlns:a="http://schemas.openxmlformats.org/drawingml/2006/main" w="19050">
            <a:solidFill>
              <a:srgbClr val="142C40"/>
            </a:solidFill>
          </a:ln>
        </p:spPr>
      </p:sp>
      <p:sp>
        <p:nvSpPr>
          <p:cNvPr id="27" name="">
            <a:extLst xmlns:a="http://schemas.openxmlformats.org/drawingml/2006/main">
              <a:ext uri="{FF2B5EF4-FFF2-40B4-BE49-F238E27FC236}">
                <a16:creationId xmlns:a16="http://schemas.microsoft.com/office/drawing/2014/main" id="{B4F5A438-A9C9-4B5D-9582-F1A6D0F5EB2B}"/>
              </a:ext>
            </a:extLst>
          </p:cNvPr>
          <p:cNvSpPr>
            <a:spLocks xmlns:a="http://schemas.openxmlformats.org/drawingml/2006/main" noGrp="1"/>
          </p:cNvSpPr>
          <p:nvPr/>
        </p:nvSpPr>
        <p:spPr>
          <a:xfrm xmlns:a="http://schemas.openxmlformats.org/drawingml/2006/main">
            <a:off x="4238625" y="3238500"/>
            <a:ext cx="809625" cy="857250"/>
          </a:xfrm>
          <a:custGeom xmlns:a="http://schemas.openxmlformats.org/drawingml/2006/main">
            <a:pathLst>
              <a:path w="809625" h="857250">
                <a:moveTo>
                  <a:pt x="0" y="0"/>
                </a:moveTo>
                <a:lnTo>
                  <a:pt x="0" y="857250"/>
                </a:lnTo>
                <a:lnTo>
                  <a:pt x="809625" y="428625"/>
                </a:lnTo>
                <a:close/>
              </a:path>
            </a:pathLst>
          </a:custGeom>
          <a:noFill xmlns:a="http://schemas.openxmlformats.org/drawingml/2006/main"/>
          <a:ln xmlns:a="http://schemas.openxmlformats.org/drawingml/2006/main" w="28575">
            <a:solidFill>
              <a:srgbClr val="142C40"/>
            </a:solidFill>
          </a:ln>
        </p:spPr>
      </p:sp>
      <p:sp>
        <p:nvSpPr>
          <p:cNvPr id="28" name="">
            <a:extLst xmlns:a="http://schemas.openxmlformats.org/drawingml/2006/main">
              <a:ext uri="{FF2B5EF4-FFF2-40B4-BE49-F238E27FC236}">
                <a16:creationId xmlns:a16="http://schemas.microsoft.com/office/drawing/2014/main" id="{1C2A79F7-25A9-4350-A940-39B8EF98E959}"/>
              </a:ext>
            </a:extLst>
          </p:cNvPr>
          <p:cNvSpPr>
            <a:spLocks xmlns:a="http://schemas.openxmlformats.org/drawingml/2006/main" noGrp="1"/>
          </p:cNvSpPr>
          <p:nvPr/>
        </p:nvSpPr>
        <p:spPr>
          <a:xfrm xmlns:a="http://schemas.openxmlformats.org/drawingml/2006/main">
            <a:off x="4352925" y="3467100"/>
            <a:ext cx="57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142C40"/>
                </a:solidFill>
                <a:latin typeface="Arial"/>
                <a:ea typeface="Arial"/>
                <a:cs typeface="Arial"/>
              </a:defRPr>
            </a:defPPr>
          </a:lstStyle>
          <a:p xmlns:a="http://schemas.openxmlformats.org/drawingml/2006/main">
            <a:pPr algn="l">
              <a:defRPr sz="2400" b="0">
                <a:solidFill>
                  <a:srgbClr val="142C40"/>
                </a:solidFill>
                <a:latin typeface="Arial"/>
                <a:ea typeface="Arial"/>
                <a:cs typeface="Arial"/>
              </a:defRPr>
            </a:pPr>
            <a:r>
              <a:rPr sz="2400" b="0">
                <a:solidFill>
                  <a:srgbClr val="142C40"/>
                </a:solidFill>
                <a:latin typeface="Arial"/>
                <a:ea typeface="Arial"/>
                <a:cs typeface="Arial"/>
              </a:rPr>
              <a:t>＋</a:t>
            </a:r>
          </a:p>
        </p:txBody>
      </p:sp>
      <p:sp>
        <p:nvSpPr>
          <p:cNvPr id="29" name="">
            <a:extLst xmlns:a="http://schemas.openxmlformats.org/drawingml/2006/main">
              <a:ext uri="{FF2B5EF4-FFF2-40B4-BE49-F238E27FC236}">
                <a16:creationId xmlns:a16="http://schemas.microsoft.com/office/drawing/2014/main" id="{1072EC4E-2A24-4838-B3D7-2E53B39AC091}"/>
              </a:ext>
            </a:extLst>
          </p:cNvPr>
          <p:cNvSpPr>
            <a:spLocks xmlns:a="http://schemas.openxmlformats.org/drawingml/2006/main" noGrp="1"/>
          </p:cNvSpPr>
          <p:nvPr/>
        </p:nvSpPr>
        <p:spPr>
          <a:xfrm xmlns:a="http://schemas.openxmlformats.org/drawingml/2006/main">
            <a:off x="5048250" y="3667125"/>
            <a:ext cx="809625" cy="9525"/>
          </a:xfrm>
          <a:custGeom xmlns:a="http://schemas.openxmlformats.org/drawingml/2006/main">
            <a:pathLst>
              <a:path w="809625" h="9525">
                <a:moveTo>
                  <a:pt x="0" y="0"/>
                </a:moveTo>
                <a:lnTo>
                  <a:pt x="809625" y="0"/>
                </a:lnTo>
              </a:path>
            </a:pathLst>
          </a:custGeom>
          <a:noFill xmlns:a="http://schemas.openxmlformats.org/drawingml/2006/main"/>
          <a:ln xmlns:a="http://schemas.openxmlformats.org/drawingml/2006/main" w="28575">
            <a:solidFill>
              <a:srgbClr val="142C40"/>
            </a:solidFill>
          </a:ln>
        </p:spPr>
      </p:sp>
      <p:sp>
        <p:nvSpPr>
          <p:cNvPr id="30" name="">
            <a:extLst xmlns:a="http://schemas.openxmlformats.org/drawingml/2006/main">
              <a:ext uri="{FF2B5EF4-FFF2-40B4-BE49-F238E27FC236}">
                <a16:creationId xmlns:a16="http://schemas.microsoft.com/office/drawing/2014/main" id="{B3DEE7B0-16E8-40EB-A98F-76EA5572C8B8}"/>
              </a:ext>
            </a:extLst>
          </p:cNvPr>
          <p:cNvSpPr>
            <a:spLocks xmlns:a="http://schemas.openxmlformats.org/drawingml/2006/main" noGrp="1"/>
          </p:cNvSpPr>
          <p:nvPr/>
        </p:nvSpPr>
        <p:spPr>
          <a:xfrm xmlns:a="http://schemas.openxmlformats.org/drawingml/2006/main">
            <a:off x="5857875" y="3238500"/>
            <a:ext cx="809625" cy="857250"/>
          </a:xfrm>
          <a:custGeom xmlns:a="http://schemas.openxmlformats.org/drawingml/2006/main">
            <a:pathLst>
              <a:path w="809625" h="857250">
                <a:moveTo>
                  <a:pt x="0" y="0"/>
                </a:moveTo>
                <a:lnTo>
                  <a:pt x="0" y="857250"/>
                </a:lnTo>
                <a:lnTo>
                  <a:pt x="809625" y="428625"/>
                </a:lnTo>
                <a:close/>
              </a:path>
            </a:pathLst>
          </a:custGeom>
          <a:noFill xmlns:a="http://schemas.openxmlformats.org/drawingml/2006/main"/>
          <a:ln xmlns:a="http://schemas.openxmlformats.org/drawingml/2006/main" w="28575">
            <a:solidFill>
              <a:srgbClr val="142C40"/>
            </a:solidFill>
          </a:ln>
        </p:spPr>
      </p:sp>
      <p:sp>
        <p:nvSpPr>
          <p:cNvPr id="31" name="">
            <a:extLst xmlns:a="http://schemas.openxmlformats.org/drawingml/2006/main">
              <a:ext uri="{FF2B5EF4-FFF2-40B4-BE49-F238E27FC236}">
                <a16:creationId xmlns:a16="http://schemas.microsoft.com/office/drawing/2014/main" id="{6A781B2B-4C50-46EB-8F32-7D1896F688D0}"/>
              </a:ext>
            </a:extLst>
          </p:cNvPr>
          <p:cNvSpPr>
            <a:spLocks xmlns:a="http://schemas.openxmlformats.org/drawingml/2006/main" noGrp="1"/>
          </p:cNvSpPr>
          <p:nvPr/>
        </p:nvSpPr>
        <p:spPr>
          <a:xfrm xmlns:a="http://schemas.openxmlformats.org/drawingml/2006/main">
            <a:off x="5972175" y="3467100"/>
            <a:ext cx="57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142C40"/>
                </a:solidFill>
                <a:latin typeface="Arial"/>
                <a:ea typeface="Arial"/>
                <a:cs typeface="Arial"/>
              </a:defRPr>
            </a:defPPr>
          </a:lstStyle>
          <a:p xmlns:a="http://schemas.openxmlformats.org/drawingml/2006/main">
            <a:pPr algn="l">
              <a:defRPr sz="2400" b="0">
                <a:solidFill>
                  <a:srgbClr val="142C40"/>
                </a:solidFill>
                <a:latin typeface="Arial"/>
                <a:ea typeface="Arial"/>
                <a:cs typeface="Arial"/>
              </a:defRPr>
            </a:pPr>
            <a:r>
              <a:rPr sz="2400" b="0">
                <a:solidFill>
                  <a:srgbClr val="142C40"/>
                </a:solidFill>
                <a:latin typeface="Arial"/>
                <a:ea typeface="Arial"/>
                <a:cs typeface="Arial"/>
              </a:rPr>
              <a:t>&gt;</a:t>
            </a:r>
          </a:p>
        </p:txBody>
      </p:sp>
      <p:sp>
        <p:nvSpPr>
          <p:cNvPr id="32" name="">
            <a:extLst xmlns:a="http://schemas.openxmlformats.org/drawingml/2006/main">
              <a:ext uri="{FF2B5EF4-FFF2-40B4-BE49-F238E27FC236}">
                <a16:creationId xmlns:a16="http://schemas.microsoft.com/office/drawing/2014/main" id="{1E27EA3E-FFC6-45BB-A506-B641669153A6}"/>
              </a:ext>
            </a:extLst>
          </p:cNvPr>
          <p:cNvSpPr>
            <a:spLocks xmlns:a="http://schemas.openxmlformats.org/drawingml/2006/main" noGrp="1"/>
          </p:cNvSpPr>
          <p:nvPr/>
        </p:nvSpPr>
        <p:spPr>
          <a:xfrm xmlns:a="http://schemas.openxmlformats.org/drawingml/2006/main">
            <a:off x="6667500" y="3667125"/>
            <a:ext cx="809625" cy="9525"/>
          </a:xfrm>
          <a:custGeom xmlns:a="http://schemas.openxmlformats.org/drawingml/2006/main">
            <a:pathLst>
              <a:path w="809625" h="9525">
                <a:moveTo>
                  <a:pt x="0" y="0"/>
                </a:moveTo>
                <a:lnTo>
                  <a:pt x="809625" y="0"/>
                </a:lnTo>
              </a:path>
            </a:pathLst>
          </a:custGeom>
          <a:noFill xmlns:a="http://schemas.openxmlformats.org/drawingml/2006/main"/>
          <a:ln xmlns:a="http://schemas.openxmlformats.org/drawingml/2006/main" w="28575">
            <a:solidFill>
              <a:srgbClr val="142C40"/>
            </a:solidFill>
          </a:ln>
        </p:spPr>
      </p:sp>
      <p:sp>
        <p:nvSpPr>
          <p:cNvPr id="33" name="">
            <a:extLst xmlns:a="http://schemas.openxmlformats.org/drawingml/2006/main">
              <a:ext uri="{FF2B5EF4-FFF2-40B4-BE49-F238E27FC236}">
                <a16:creationId xmlns:a16="http://schemas.microsoft.com/office/drawing/2014/main" id="{425740F3-D0E2-4F15-B3C7-0D859F0DC956}"/>
              </a:ext>
            </a:extLst>
          </p:cNvPr>
          <p:cNvSpPr>
            <a:spLocks xmlns:a="http://schemas.openxmlformats.org/drawingml/2006/main" noGrp="1"/>
          </p:cNvSpPr>
          <p:nvPr/>
        </p:nvSpPr>
        <p:spPr>
          <a:xfrm xmlns:a="http://schemas.openxmlformats.org/drawingml/2006/main">
            <a:off x="7477125" y="3257550"/>
            <a:ext cx="1190625" cy="819150"/>
          </a:xfrm>
          <a:prstGeom xmlns:a="http://schemas.openxmlformats.org/drawingml/2006/main" prst="rect">
            <a:avLst/>
          </a:prstGeom>
          <a:noFill xmlns:a="http://schemas.openxmlformats.org/drawingml/2006/main"/>
          <a:ln xmlns:a="http://schemas.openxmlformats.org/drawingml/2006/main" w="28575">
            <a:solidFill>
              <a:srgbClr val="142C40"/>
            </a:solidFill>
          </a:ln>
        </p:spPr>
      </p:sp>
      <p:sp>
        <p:nvSpPr>
          <p:cNvPr id="34" name="">
            <a:extLst xmlns:a="http://schemas.openxmlformats.org/drawingml/2006/main">
              <a:ext uri="{FF2B5EF4-FFF2-40B4-BE49-F238E27FC236}">
                <a16:creationId xmlns:a16="http://schemas.microsoft.com/office/drawing/2014/main" id="{E056834A-9CCD-4674-9594-6EE706CFEC9C}"/>
              </a:ext>
            </a:extLst>
          </p:cNvPr>
          <p:cNvSpPr>
            <a:spLocks xmlns:a="http://schemas.openxmlformats.org/drawingml/2006/main" noGrp="1"/>
          </p:cNvSpPr>
          <p:nvPr/>
        </p:nvSpPr>
        <p:spPr>
          <a:xfrm xmlns:a="http://schemas.openxmlformats.org/drawingml/2006/main">
            <a:off x="7629525" y="3476625"/>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2C40"/>
                </a:solidFill>
                <a:latin typeface="Arial"/>
                <a:ea typeface="Arial"/>
                <a:cs typeface="Arial"/>
              </a:defRPr>
            </a:defPPr>
          </a:lstStyle>
          <a:p xmlns:a="http://schemas.openxmlformats.org/drawingml/2006/main">
            <a:pPr algn="l">
              <a:defRPr sz="2400" b="1">
                <a:solidFill>
                  <a:srgbClr val="142C40"/>
                </a:solidFill>
                <a:latin typeface="Arial"/>
                <a:ea typeface="Arial"/>
                <a:cs typeface="Arial"/>
              </a:defRPr>
            </a:pPr>
            <a:r>
              <a:rPr sz="2400" b="1">
                <a:solidFill>
                  <a:srgbClr val="142C40"/>
                </a:solidFill>
                <a:latin typeface="Arial"/>
                <a:ea typeface="Arial"/>
                <a:cs typeface="Arial"/>
              </a:rPr>
              <a:t>D   Q</a:t>
            </a:r>
          </a:p>
        </p:txBody>
      </p:sp>
      <p:sp>
        <p:nvSpPr>
          <p:cNvPr id="35" name="">
            <a:extLst xmlns:a="http://schemas.openxmlformats.org/drawingml/2006/main">
              <a:ext uri="{FF2B5EF4-FFF2-40B4-BE49-F238E27FC236}">
                <a16:creationId xmlns:a16="http://schemas.microsoft.com/office/drawing/2014/main" id="{D7F40909-FE18-4A04-841E-A484F0D98A16}"/>
              </a:ext>
            </a:extLst>
          </p:cNvPr>
          <p:cNvSpPr>
            <a:spLocks xmlns:a="http://schemas.openxmlformats.org/drawingml/2006/main" noGrp="1"/>
          </p:cNvSpPr>
          <p:nvPr/>
        </p:nvSpPr>
        <p:spPr>
          <a:xfrm xmlns:a="http://schemas.openxmlformats.org/drawingml/2006/main">
            <a:off x="7477125" y="3781425"/>
            <a:ext cx="114300" cy="152400"/>
          </a:xfrm>
          <a:custGeom xmlns:a="http://schemas.openxmlformats.org/drawingml/2006/main">
            <a:pathLst>
              <a:path w="114300" h="152400">
                <a:moveTo>
                  <a:pt x="0" y="0"/>
                </a:moveTo>
                <a:lnTo>
                  <a:pt x="114300" y="76200"/>
                </a:lnTo>
                <a:lnTo>
                  <a:pt x="0" y="152400"/>
                </a:lnTo>
              </a:path>
            </a:pathLst>
          </a:custGeom>
          <a:noFill xmlns:a="http://schemas.openxmlformats.org/drawingml/2006/main"/>
          <a:ln xmlns:a="http://schemas.openxmlformats.org/drawingml/2006/main" w="19050">
            <a:solidFill>
              <a:srgbClr val="142C40"/>
            </a:solidFill>
          </a:ln>
        </p:spPr>
      </p:sp>
      <p:sp>
        <p:nvSpPr>
          <p:cNvPr id="36" name="">
            <a:extLst xmlns:a="http://schemas.openxmlformats.org/drawingml/2006/main">
              <a:ext uri="{FF2B5EF4-FFF2-40B4-BE49-F238E27FC236}">
                <a16:creationId xmlns:a16="http://schemas.microsoft.com/office/drawing/2014/main" id="{C82DFF25-C580-4D27-A4DF-22C848C33990}"/>
              </a:ext>
            </a:extLst>
          </p:cNvPr>
          <p:cNvSpPr>
            <a:spLocks xmlns:a="http://schemas.openxmlformats.org/drawingml/2006/main" noGrp="1"/>
          </p:cNvSpPr>
          <p:nvPr/>
        </p:nvSpPr>
        <p:spPr>
          <a:xfrm xmlns:a="http://schemas.openxmlformats.org/drawingml/2006/main">
            <a:off x="8667750" y="3667125"/>
            <a:ext cx="523875" cy="9525"/>
          </a:xfrm>
          <a:custGeom xmlns:a="http://schemas.openxmlformats.org/drawingml/2006/main">
            <a:pathLst>
              <a:path w="523875" h="9525">
                <a:moveTo>
                  <a:pt x="0" y="0"/>
                </a:moveTo>
                <a:lnTo>
                  <a:pt x="523875" y="0"/>
                </a:lnTo>
              </a:path>
            </a:pathLst>
          </a:custGeom>
          <a:noFill xmlns:a="http://schemas.openxmlformats.org/drawingml/2006/main"/>
          <a:ln xmlns:a="http://schemas.openxmlformats.org/drawingml/2006/main" w="28575">
            <a:solidFill>
              <a:srgbClr val="142C40"/>
            </a:solidFill>
          </a:ln>
        </p:spPr>
      </p:sp>
      <p:sp>
        <p:nvSpPr>
          <p:cNvPr id="37" name="">
            <a:extLst xmlns:a="http://schemas.openxmlformats.org/drawingml/2006/main">
              <a:ext uri="{FF2B5EF4-FFF2-40B4-BE49-F238E27FC236}">
                <a16:creationId xmlns:a16="http://schemas.microsoft.com/office/drawing/2014/main" id="{8DFE6565-61AC-41C9-8EF1-7884A3C9E871}"/>
              </a:ext>
            </a:extLst>
          </p:cNvPr>
          <p:cNvSpPr>
            <a:spLocks xmlns:a="http://schemas.openxmlformats.org/drawingml/2006/main" noGrp="1"/>
          </p:cNvSpPr>
          <p:nvPr/>
        </p:nvSpPr>
        <p:spPr>
          <a:xfrm xmlns:a="http://schemas.openxmlformats.org/drawingml/2006/main">
            <a:off x="9191625" y="3667125"/>
            <a:ext cx="190500" cy="9525"/>
          </a:xfrm>
          <a:custGeom xmlns:a="http://schemas.openxmlformats.org/drawingml/2006/main">
            <a:pathLst>
              <a:path w="190500" h="9525">
                <a:moveTo>
                  <a:pt x="0" y="0"/>
                </a:moveTo>
                <a:lnTo>
                  <a:pt x="190500" y="0"/>
                </a:lnTo>
              </a:path>
            </a:pathLst>
          </a:custGeom>
          <a:noFill xmlns:a="http://schemas.openxmlformats.org/drawingml/2006/main"/>
          <a:ln xmlns:a="http://schemas.openxmlformats.org/drawingml/2006/main" w="28575">
            <a:solidFill>
              <a:srgbClr val="142C40"/>
            </a:solidFill>
          </a:ln>
        </p:spPr>
      </p:sp>
      <p:sp>
        <p:nvSpPr>
          <p:cNvPr id="38" name="">
            <a:extLst xmlns:a="http://schemas.openxmlformats.org/drawingml/2006/main">
              <a:ext uri="{FF2B5EF4-FFF2-40B4-BE49-F238E27FC236}">
                <a16:creationId xmlns:a16="http://schemas.microsoft.com/office/drawing/2014/main" id="{DB344CDC-7998-4BA7-B8F8-3C3346A1BA28}"/>
              </a:ext>
            </a:extLst>
          </p:cNvPr>
          <p:cNvSpPr>
            <a:spLocks xmlns:a="http://schemas.openxmlformats.org/drawingml/2006/main" noGrp="1"/>
          </p:cNvSpPr>
          <p:nvPr/>
        </p:nvSpPr>
        <p:spPr>
          <a:xfrm xmlns:a="http://schemas.openxmlformats.org/drawingml/2006/main">
            <a:off x="9382125" y="3552825"/>
            <a:ext cx="476250" cy="228600"/>
          </a:xfrm>
          <a:prstGeom xmlns:a="http://schemas.openxmlformats.org/drawingml/2006/main" prst="rect">
            <a:avLst/>
          </a:prstGeom>
          <a:noFill xmlns:a="http://schemas.openxmlformats.org/drawingml/2006/main"/>
          <a:ln xmlns:a="http://schemas.openxmlformats.org/drawingml/2006/main" w="19050">
            <a:solidFill>
              <a:srgbClr val="142C40"/>
            </a:solidFill>
          </a:ln>
        </p:spPr>
      </p:sp>
      <p:sp>
        <p:nvSpPr>
          <p:cNvPr id="39" name="">
            <a:extLst xmlns:a="http://schemas.openxmlformats.org/drawingml/2006/main">
              <a:ext uri="{FF2B5EF4-FFF2-40B4-BE49-F238E27FC236}">
                <a16:creationId xmlns:a16="http://schemas.microsoft.com/office/drawing/2014/main" id="{82E0116B-A400-4F8C-9127-BF6DB3DF1E28}"/>
              </a:ext>
            </a:extLst>
          </p:cNvPr>
          <p:cNvSpPr>
            <a:spLocks xmlns:a="http://schemas.openxmlformats.org/drawingml/2006/main" noGrp="1"/>
          </p:cNvSpPr>
          <p:nvPr/>
        </p:nvSpPr>
        <p:spPr>
          <a:xfrm xmlns:a="http://schemas.openxmlformats.org/drawingml/2006/main">
            <a:off x="9858375" y="3667125"/>
            <a:ext cx="190500" cy="9525"/>
          </a:xfrm>
          <a:custGeom xmlns:a="http://schemas.openxmlformats.org/drawingml/2006/main">
            <a:pathLst>
              <a:path w="190500" h="9525">
                <a:moveTo>
                  <a:pt x="0" y="0"/>
                </a:moveTo>
                <a:lnTo>
                  <a:pt x="190500" y="0"/>
                </a:lnTo>
              </a:path>
            </a:pathLst>
          </a:custGeom>
          <a:noFill xmlns:a="http://schemas.openxmlformats.org/drawingml/2006/main"/>
          <a:ln xmlns:a="http://schemas.openxmlformats.org/drawingml/2006/main" w="28575">
            <a:solidFill>
              <a:srgbClr val="142C40"/>
            </a:solidFill>
          </a:ln>
        </p:spPr>
      </p:sp>
      <p:sp>
        <p:nvSpPr>
          <p:cNvPr id="40" name="">
            <a:extLst xmlns:a="http://schemas.openxmlformats.org/drawingml/2006/main">
              <a:ext uri="{FF2B5EF4-FFF2-40B4-BE49-F238E27FC236}">
                <a16:creationId xmlns:a16="http://schemas.microsoft.com/office/drawing/2014/main" id="{CCD3BDA2-F84E-4FAD-BE6F-05E53144BDBE}"/>
              </a:ext>
            </a:extLst>
          </p:cNvPr>
          <p:cNvSpPr>
            <a:spLocks xmlns:a="http://schemas.openxmlformats.org/drawingml/2006/main" noGrp="1"/>
          </p:cNvSpPr>
          <p:nvPr/>
        </p:nvSpPr>
        <p:spPr>
          <a:xfrm xmlns:a="http://schemas.openxmlformats.org/drawingml/2006/main">
            <a:off x="10048875" y="3667125"/>
            <a:ext cx="238125" cy="9525"/>
          </a:xfrm>
          <a:custGeom xmlns:a="http://schemas.openxmlformats.org/drawingml/2006/main">
            <a:pathLst>
              <a:path w="238125" h="9525">
                <a:moveTo>
                  <a:pt x="0" y="0"/>
                </a:moveTo>
                <a:lnTo>
                  <a:pt x="238125" y="0"/>
                </a:lnTo>
              </a:path>
            </a:pathLst>
          </a:custGeom>
          <a:noFill xmlns:a="http://schemas.openxmlformats.org/drawingml/2006/main"/>
          <a:ln xmlns:a="http://schemas.openxmlformats.org/drawingml/2006/main" w="28575">
            <a:solidFill>
              <a:srgbClr val="142C40"/>
            </a:solidFill>
          </a:ln>
        </p:spPr>
      </p:sp>
      <p:sp>
        <p:nvSpPr>
          <p:cNvPr id="41" name="">
            <a:extLst xmlns:a="http://schemas.openxmlformats.org/drawingml/2006/main">
              <a:ext uri="{FF2B5EF4-FFF2-40B4-BE49-F238E27FC236}">
                <a16:creationId xmlns:a16="http://schemas.microsoft.com/office/drawing/2014/main" id="{586B6487-AB71-4CAB-8AEB-77F1BEDBA051}"/>
              </a:ext>
            </a:extLst>
          </p:cNvPr>
          <p:cNvSpPr>
            <a:spLocks xmlns:a="http://schemas.openxmlformats.org/drawingml/2006/main" noGrp="1"/>
          </p:cNvSpPr>
          <p:nvPr/>
        </p:nvSpPr>
        <p:spPr>
          <a:xfrm xmlns:a="http://schemas.openxmlformats.org/drawingml/2006/main">
            <a:off x="10572750" y="3362325"/>
            <a:ext cx="9525" cy="609600"/>
          </a:xfrm>
          <a:custGeom xmlns:a="http://schemas.openxmlformats.org/drawingml/2006/main">
            <a:pathLst>
              <a:path w="9525" h="609600">
                <a:moveTo>
                  <a:pt x="0" y="0"/>
                </a:moveTo>
                <a:lnTo>
                  <a:pt x="0" y="609600"/>
                </a:lnTo>
              </a:path>
            </a:pathLst>
          </a:custGeom>
          <a:noFill xmlns:a="http://schemas.openxmlformats.org/drawingml/2006/main"/>
          <a:ln xmlns:a="http://schemas.openxmlformats.org/drawingml/2006/main" w="28575">
            <a:solidFill>
              <a:srgbClr val="142C40"/>
            </a:solidFill>
          </a:ln>
        </p:spPr>
      </p:sp>
      <p:sp>
        <p:nvSpPr>
          <p:cNvPr id="42" name="">
            <a:extLst xmlns:a="http://schemas.openxmlformats.org/drawingml/2006/main">
              <a:ext uri="{FF2B5EF4-FFF2-40B4-BE49-F238E27FC236}">
                <a16:creationId xmlns:a16="http://schemas.microsoft.com/office/drawing/2014/main" id="{271E1B48-5906-491F-8970-DE71C38A11DD}"/>
              </a:ext>
            </a:extLst>
          </p:cNvPr>
          <p:cNvSpPr>
            <a:spLocks xmlns:a="http://schemas.openxmlformats.org/drawingml/2006/main" noGrp="1"/>
          </p:cNvSpPr>
          <p:nvPr/>
        </p:nvSpPr>
        <p:spPr>
          <a:xfrm xmlns:a="http://schemas.openxmlformats.org/drawingml/2006/main">
            <a:off x="10287000" y="3667125"/>
            <a:ext cx="285750" cy="9525"/>
          </a:xfrm>
          <a:custGeom xmlns:a="http://schemas.openxmlformats.org/drawingml/2006/main">
            <a:pathLst>
              <a:path w="285750" h="9525">
                <a:moveTo>
                  <a:pt x="0" y="0"/>
                </a:moveTo>
                <a:lnTo>
                  <a:pt x="285750" y="0"/>
                </a:lnTo>
              </a:path>
            </a:pathLst>
          </a:custGeom>
          <a:noFill xmlns:a="http://schemas.openxmlformats.org/drawingml/2006/main"/>
          <a:ln xmlns:a="http://schemas.openxmlformats.org/drawingml/2006/main" w="28575">
            <a:solidFill>
              <a:srgbClr val="142C40"/>
            </a:solidFill>
          </a:ln>
        </p:spPr>
      </p:sp>
      <p:sp>
        <p:nvSpPr>
          <p:cNvPr id="43" name="">
            <a:extLst xmlns:a="http://schemas.openxmlformats.org/drawingml/2006/main">
              <a:ext uri="{FF2B5EF4-FFF2-40B4-BE49-F238E27FC236}">
                <a16:creationId xmlns:a16="http://schemas.microsoft.com/office/drawing/2014/main" id="{35A0B9DE-025E-4A85-9AD3-BCD113B25BA2}"/>
              </a:ext>
            </a:extLst>
          </p:cNvPr>
          <p:cNvSpPr>
            <a:spLocks xmlns:a="http://schemas.openxmlformats.org/drawingml/2006/main" noGrp="1"/>
          </p:cNvSpPr>
          <p:nvPr/>
        </p:nvSpPr>
        <p:spPr>
          <a:xfrm xmlns:a="http://schemas.openxmlformats.org/drawingml/2006/main">
            <a:off x="10572750" y="3209925"/>
            <a:ext cx="400050" cy="285750"/>
          </a:xfrm>
          <a:custGeom xmlns:a="http://schemas.openxmlformats.org/drawingml/2006/main">
            <a:pathLst>
              <a:path w="400050" h="285750">
                <a:moveTo>
                  <a:pt x="0" y="285750"/>
                </a:moveTo>
                <a:lnTo>
                  <a:pt x="400050" y="0"/>
                </a:lnTo>
              </a:path>
            </a:pathLst>
          </a:custGeom>
          <a:noFill xmlns:a="http://schemas.openxmlformats.org/drawingml/2006/main"/>
          <a:ln xmlns:a="http://schemas.openxmlformats.org/drawingml/2006/main" w="28575">
            <a:solidFill>
              <a:srgbClr val="142C40"/>
            </a:solidFill>
          </a:ln>
        </p:spPr>
      </p:sp>
      <p:sp>
        <p:nvSpPr>
          <p:cNvPr id="44" name="">
            <a:extLst xmlns:a="http://schemas.openxmlformats.org/drawingml/2006/main">
              <a:ext uri="{FF2B5EF4-FFF2-40B4-BE49-F238E27FC236}">
                <a16:creationId xmlns:a16="http://schemas.microsoft.com/office/drawing/2014/main" id="{FD6626F5-9077-46AE-A62D-C8F619BC9D7E}"/>
              </a:ext>
            </a:extLst>
          </p:cNvPr>
          <p:cNvSpPr>
            <a:spLocks xmlns:a="http://schemas.openxmlformats.org/drawingml/2006/main" noGrp="1"/>
          </p:cNvSpPr>
          <p:nvPr/>
        </p:nvSpPr>
        <p:spPr>
          <a:xfrm xmlns:a="http://schemas.openxmlformats.org/drawingml/2006/main">
            <a:off x="10972800" y="3000375"/>
            <a:ext cx="9525" cy="209550"/>
          </a:xfrm>
          <a:custGeom xmlns:a="http://schemas.openxmlformats.org/drawingml/2006/main">
            <a:pathLst>
              <a:path w="9525" h="209550">
                <a:moveTo>
                  <a:pt x="0" y="209550"/>
                </a:moveTo>
                <a:lnTo>
                  <a:pt x="0" y="0"/>
                </a:lnTo>
              </a:path>
            </a:pathLst>
          </a:custGeom>
          <a:noFill xmlns:a="http://schemas.openxmlformats.org/drawingml/2006/main"/>
          <a:ln xmlns:a="http://schemas.openxmlformats.org/drawingml/2006/main" w="28575">
            <a:solidFill>
              <a:srgbClr val="142C40"/>
            </a:solidFill>
          </a:ln>
        </p:spPr>
      </p:sp>
      <p:sp>
        <p:nvSpPr>
          <p:cNvPr id="45" name="">
            <a:extLst xmlns:a="http://schemas.openxmlformats.org/drawingml/2006/main">
              <a:ext uri="{FF2B5EF4-FFF2-40B4-BE49-F238E27FC236}">
                <a16:creationId xmlns:a16="http://schemas.microsoft.com/office/drawing/2014/main" id="{C0A88D00-78B3-4174-8335-92C227B55CED}"/>
              </a:ext>
            </a:extLst>
          </p:cNvPr>
          <p:cNvSpPr>
            <a:spLocks xmlns:a="http://schemas.openxmlformats.org/drawingml/2006/main" noGrp="1"/>
          </p:cNvSpPr>
          <p:nvPr/>
        </p:nvSpPr>
        <p:spPr>
          <a:xfrm xmlns:a="http://schemas.openxmlformats.org/drawingml/2006/main">
            <a:off x="10572750" y="3838575"/>
            <a:ext cx="400050" cy="285750"/>
          </a:xfrm>
          <a:custGeom xmlns:a="http://schemas.openxmlformats.org/drawingml/2006/main">
            <a:pathLst>
              <a:path w="400050" h="285750">
                <a:moveTo>
                  <a:pt x="0" y="0"/>
                </a:moveTo>
                <a:lnTo>
                  <a:pt x="400050" y="285750"/>
                </a:lnTo>
              </a:path>
            </a:pathLst>
          </a:custGeom>
          <a:noFill xmlns:a="http://schemas.openxmlformats.org/drawingml/2006/main"/>
          <a:ln xmlns:a="http://schemas.openxmlformats.org/drawingml/2006/main" w="28575">
            <a:solidFill>
              <a:srgbClr val="142C40"/>
            </a:solidFill>
          </a:ln>
        </p:spPr>
      </p:sp>
      <p:sp>
        <p:nvSpPr>
          <p:cNvPr id="46" name="">
            <a:extLst xmlns:a="http://schemas.openxmlformats.org/drawingml/2006/main">
              <a:ext uri="{FF2B5EF4-FFF2-40B4-BE49-F238E27FC236}">
                <a16:creationId xmlns:a16="http://schemas.microsoft.com/office/drawing/2014/main" id="{E23A7F0E-80E0-4AAB-AA18-71C9B90B09D8}"/>
              </a:ext>
            </a:extLst>
          </p:cNvPr>
          <p:cNvSpPr>
            <a:spLocks xmlns:a="http://schemas.openxmlformats.org/drawingml/2006/main" noGrp="1"/>
          </p:cNvSpPr>
          <p:nvPr/>
        </p:nvSpPr>
        <p:spPr>
          <a:xfrm xmlns:a="http://schemas.openxmlformats.org/drawingml/2006/main">
            <a:off x="10869540" y="4032404"/>
            <a:ext cx="103260" cy="91921"/>
          </a:xfrm>
          <a:custGeom xmlns:a="http://schemas.openxmlformats.org/drawingml/2006/main">
            <a:pathLst>
              <a:path w="103260" h="91921">
                <a:moveTo>
                  <a:pt x="0" y="74169"/>
                </a:moveTo>
                <a:lnTo>
                  <a:pt x="103260" y="91921"/>
                </a:lnTo>
                <a:lnTo>
                  <a:pt x="52978" y="0"/>
                </a:lnTo>
              </a:path>
            </a:pathLst>
          </a:custGeom>
          <a:noFill xmlns:a="http://schemas.openxmlformats.org/drawingml/2006/main"/>
          <a:ln xmlns:a="http://schemas.openxmlformats.org/drawingml/2006/main" w="28575">
            <a:solidFill>
              <a:srgbClr val="142C40"/>
            </a:solidFill>
          </a:ln>
        </p:spPr>
      </p:sp>
      <p:sp>
        <p:nvSpPr>
          <p:cNvPr id="47" name="">
            <a:extLst xmlns:a="http://schemas.openxmlformats.org/drawingml/2006/main">
              <a:ext uri="{FF2B5EF4-FFF2-40B4-BE49-F238E27FC236}">
                <a16:creationId xmlns:a16="http://schemas.microsoft.com/office/drawing/2014/main" id="{1E095E36-449A-45FF-89DA-DF996ECC9684}"/>
              </a:ext>
            </a:extLst>
          </p:cNvPr>
          <p:cNvSpPr>
            <a:spLocks xmlns:a="http://schemas.openxmlformats.org/drawingml/2006/main" noGrp="1"/>
          </p:cNvSpPr>
          <p:nvPr/>
        </p:nvSpPr>
        <p:spPr>
          <a:xfrm xmlns:a="http://schemas.openxmlformats.org/drawingml/2006/main">
            <a:off x="10972800" y="4124325"/>
            <a:ext cx="9525" cy="190500"/>
          </a:xfrm>
          <a:custGeom xmlns:a="http://schemas.openxmlformats.org/drawingml/2006/main">
            <a:pathLst>
              <a:path w="9525" h="190500">
                <a:moveTo>
                  <a:pt x="0" y="0"/>
                </a:moveTo>
                <a:lnTo>
                  <a:pt x="0" y="190500"/>
                </a:lnTo>
              </a:path>
            </a:pathLst>
          </a:custGeom>
          <a:noFill xmlns:a="http://schemas.openxmlformats.org/drawingml/2006/main"/>
          <a:ln xmlns:a="http://schemas.openxmlformats.org/drawingml/2006/main" w="28575">
            <a:solidFill>
              <a:srgbClr val="142C40"/>
            </a:solidFill>
          </a:ln>
        </p:spPr>
      </p:sp>
      <p:sp>
        <p:nvSpPr>
          <p:cNvPr id="48" name="">
            <a:extLst xmlns:a="http://schemas.openxmlformats.org/drawingml/2006/main">
              <a:ext uri="{FF2B5EF4-FFF2-40B4-BE49-F238E27FC236}">
                <a16:creationId xmlns:a16="http://schemas.microsoft.com/office/drawing/2014/main" id="{1AD4BB89-C602-4259-81E7-61734E5B1588}"/>
              </a:ext>
            </a:extLst>
          </p:cNvPr>
          <p:cNvSpPr>
            <a:spLocks xmlns:a="http://schemas.openxmlformats.org/drawingml/2006/main" noGrp="1"/>
          </p:cNvSpPr>
          <p:nvPr/>
        </p:nvSpPr>
        <p:spPr>
          <a:xfrm xmlns:a="http://schemas.openxmlformats.org/drawingml/2006/main">
            <a:off x="10972800" y="4314825"/>
            <a:ext cx="9525" cy="114300"/>
          </a:xfrm>
          <a:custGeom xmlns:a="http://schemas.openxmlformats.org/drawingml/2006/main">
            <a:pathLst>
              <a:path w="9525" h="114300">
                <a:moveTo>
                  <a:pt x="0" y="0"/>
                </a:moveTo>
                <a:lnTo>
                  <a:pt x="0" y="114300"/>
                </a:lnTo>
              </a:path>
            </a:pathLst>
          </a:custGeom>
          <a:noFill xmlns:a="http://schemas.openxmlformats.org/drawingml/2006/main"/>
          <a:ln xmlns:a="http://schemas.openxmlformats.org/drawingml/2006/main" w="28575">
            <a:solidFill>
              <a:srgbClr val="142C40"/>
            </a:solidFill>
          </a:ln>
        </p:spPr>
      </p:sp>
      <p:sp>
        <p:nvSpPr>
          <p:cNvPr id="49" name="">
            <a:extLst xmlns:a="http://schemas.openxmlformats.org/drawingml/2006/main">
              <a:ext uri="{FF2B5EF4-FFF2-40B4-BE49-F238E27FC236}">
                <a16:creationId xmlns:a16="http://schemas.microsoft.com/office/drawing/2014/main" id="{7B17CD04-BA8C-4906-BA47-4F0029ADFD1F}"/>
              </a:ext>
            </a:extLst>
          </p:cNvPr>
          <p:cNvSpPr>
            <a:spLocks xmlns:a="http://schemas.openxmlformats.org/drawingml/2006/main" noGrp="1"/>
          </p:cNvSpPr>
          <p:nvPr/>
        </p:nvSpPr>
        <p:spPr>
          <a:xfrm xmlns:a="http://schemas.openxmlformats.org/drawingml/2006/main">
            <a:off x="10744200" y="4429125"/>
            <a:ext cx="457200" cy="9525"/>
          </a:xfrm>
          <a:custGeom xmlns:a="http://schemas.openxmlformats.org/drawingml/2006/main">
            <a:pathLst>
              <a:path w="457200" h="9525">
                <a:moveTo>
                  <a:pt x="0" y="0"/>
                </a:moveTo>
                <a:lnTo>
                  <a:pt x="457200" y="0"/>
                </a:lnTo>
              </a:path>
            </a:pathLst>
          </a:custGeom>
          <a:noFill xmlns:a="http://schemas.openxmlformats.org/drawingml/2006/main"/>
          <a:ln xmlns:a="http://schemas.openxmlformats.org/drawingml/2006/main" w="19050">
            <a:solidFill>
              <a:srgbClr val="142C40"/>
            </a:solidFill>
          </a:ln>
        </p:spPr>
      </p:sp>
      <p:sp>
        <p:nvSpPr>
          <p:cNvPr id="50" name="">
            <a:extLst xmlns:a="http://schemas.openxmlformats.org/drawingml/2006/main">
              <a:ext uri="{FF2B5EF4-FFF2-40B4-BE49-F238E27FC236}">
                <a16:creationId xmlns:a16="http://schemas.microsoft.com/office/drawing/2014/main" id="{048559CB-6449-4CDA-8B0A-495480A77F00}"/>
              </a:ext>
            </a:extLst>
          </p:cNvPr>
          <p:cNvSpPr>
            <a:spLocks xmlns:a="http://schemas.openxmlformats.org/drawingml/2006/main" noGrp="1"/>
          </p:cNvSpPr>
          <p:nvPr/>
        </p:nvSpPr>
        <p:spPr>
          <a:xfrm xmlns:a="http://schemas.openxmlformats.org/drawingml/2006/main">
            <a:off x="10829925" y="4505325"/>
            <a:ext cx="285750" cy="9525"/>
          </a:xfrm>
          <a:custGeom xmlns:a="http://schemas.openxmlformats.org/drawingml/2006/main">
            <a:pathLst>
              <a:path w="285750" h="9525">
                <a:moveTo>
                  <a:pt x="0" y="0"/>
                </a:moveTo>
                <a:lnTo>
                  <a:pt x="285750" y="0"/>
                </a:lnTo>
              </a:path>
            </a:pathLst>
          </a:custGeom>
          <a:noFill xmlns:a="http://schemas.openxmlformats.org/drawingml/2006/main"/>
          <a:ln xmlns:a="http://schemas.openxmlformats.org/drawingml/2006/main" w="19050">
            <a:solidFill>
              <a:srgbClr val="142C40"/>
            </a:solidFill>
          </a:ln>
        </p:spPr>
      </p:sp>
      <p:sp>
        <p:nvSpPr>
          <p:cNvPr id="51" name="">
            <a:extLst xmlns:a="http://schemas.openxmlformats.org/drawingml/2006/main">
              <a:ext uri="{FF2B5EF4-FFF2-40B4-BE49-F238E27FC236}">
                <a16:creationId xmlns:a16="http://schemas.microsoft.com/office/drawing/2014/main" id="{7C6B7304-025C-4128-A1F1-4EEB8AD6F6F4}"/>
              </a:ext>
            </a:extLst>
          </p:cNvPr>
          <p:cNvSpPr>
            <a:spLocks xmlns:a="http://schemas.openxmlformats.org/drawingml/2006/main" noGrp="1"/>
          </p:cNvSpPr>
          <p:nvPr/>
        </p:nvSpPr>
        <p:spPr>
          <a:xfrm xmlns:a="http://schemas.openxmlformats.org/drawingml/2006/main">
            <a:off x="10915650" y="4581525"/>
            <a:ext cx="114300" cy="9525"/>
          </a:xfrm>
          <a:custGeom xmlns:a="http://schemas.openxmlformats.org/drawingml/2006/main">
            <a:pathLst>
              <a:path w="114300" h="9525">
                <a:moveTo>
                  <a:pt x="0" y="0"/>
                </a:moveTo>
                <a:lnTo>
                  <a:pt x="114300" y="0"/>
                </a:lnTo>
              </a:path>
            </a:pathLst>
          </a:custGeom>
          <a:noFill xmlns:a="http://schemas.openxmlformats.org/drawingml/2006/main"/>
          <a:ln xmlns:a="http://schemas.openxmlformats.org/drawingml/2006/main" w="19050">
            <a:solidFill>
              <a:srgbClr val="142C40"/>
            </a:solidFill>
          </a:ln>
        </p:spPr>
      </p:sp>
      <p:sp>
        <p:nvSpPr>
          <p:cNvPr id="52" name="">
            <a:extLst xmlns:a="http://schemas.openxmlformats.org/drawingml/2006/main">
              <a:ext uri="{FF2B5EF4-FFF2-40B4-BE49-F238E27FC236}">
                <a16:creationId xmlns:a16="http://schemas.microsoft.com/office/drawing/2014/main" id="{8EFE5B3A-E72A-4047-905C-A18EA259AC6A}"/>
              </a:ext>
            </a:extLst>
          </p:cNvPr>
          <p:cNvSpPr>
            <a:spLocks xmlns:a="http://schemas.openxmlformats.org/drawingml/2006/main" noGrp="1"/>
          </p:cNvSpPr>
          <p:nvPr/>
        </p:nvSpPr>
        <p:spPr>
          <a:xfrm xmlns:a="http://schemas.openxmlformats.org/drawingml/2006/main">
            <a:off x="10972800" y="2714625"/>
            <a:ext cx="9525" cy="285750"/>
          </a:xfrm>
          <a:custGeom xmlns:a="http://schemas.openxmlformats.org/drawingml/2006/main">
            <a:pathLst>
              <a:path w="9525" h="285750">
                <a:moveTo>
                  <a:pt x="0" y="285750"/>
                </a:moveTo>
                <a:lnTo>
                  <a:pt x="0" y="0"/>
                </a:lnTo>
              </a:path>
            </a:pathLst>
          </a:custGeom>
          <a:noFill xmlns:a="http://schemas.openxmlformats.org/drawingml/2006/main"/>
          <a:ln xmlns:a="http://schemas.openxmlformats.org/drawingml/2006/main" w="28575">
            <a:solidFill>
              <a:srgbClr val="142C40"/>
            </a:solidFill>
          </a:ln>
        </p:spPr>
      </p:sp>
      <p:sp>
        <p:nvSpPr>
          <p:cNvPr id="53" name="">
            <a:extLst xmlns:a="http://schemas.openxmlformats.org/drawingml/2006/main">
              <a:ext uri="{FF2B5EF4-FFF2-40B4-BE49-F238E27FC236}">
                <a16:creationId xmlns:a16="http://schemas.microsoft.com/office/drawing/2014/main" id="{75F0A108-7245-4528-ADD1-77E163A5BB9F}"/>
              </a:ext>
            </a:extLst>
          </p:cNvPr>
          <p:cNvSpPr>
            <a:spLocks xmlns:a="http://schemas.openxmlformats.org/drawingml/2006/main" noGrp="1"/>
          </p:cNvSpPr>
          <p:nvPr/>
        </p:nvSpPr>
        <p:spPr>
          <a:xfrm xmlns:a="http://schemas.openxmlformats.org/drawingml/2006/main">
            <a:off x="10972800" y="1762125"/>
            <a:ext cx="9525" cy="95250"/>
          </a:xfrm>
          <a:custGeom xmlns:a="http://schemas.openxmlformats.org/drawingml/2006/main">
            <a:pathLst>
              <a:path w="9525" h="95250">
                <a:moveTo>
                  <a:pt x="0" y="0"/>
                </a:moveTo>
                <a:lnTo>
                  <a:pt x="0" y="95250"/>
                </a:lnTo>
              </a:path>
            </a:pathLst>
          </a:custGeom>
          <a:noFill xmlns:a="http://schemas.openxmlformats.org/drawingml/2006/main"/>
          <a:ln xmlns:a="http://schemas.openxmlformats.org/drawingml/2006/main" w="28575">
            <a:solidFill>
              <a:srgbClr val="142C40"/>
            </a:solidFill>
          </a:ln>
        </p:spPr>
      </p:sp>
      <p:sp>
        <p:nvSpPr>
          <p:cNvPr id="54" name="">
            <a:extLst xmlns:a="http://schemas.openxmlformats.org/drawingml/2006/main">
              <a:ext uri="{FF2B5EF4-FFF2-40B4-BE49-F238E27FC236}">
                <a16:creationId xmlns:a16="http://schemas.microsoft.com/office/drawing/2014/main" id="{D464CA10-EB2E-4989-BEF1-EDC01E3F5179}"/>
              </a:ext>
            </a:extLst>
          </p:cNvPr>
          <p:cNvSpPr>
            <a:spLocks xmlns:a="http://schemas.openxmlformats.org/drawingml/2006/main" noGrp="1"/>
          </p:cNvSpPr>
          <p:nvPr/>
        </p:nvSpPr>
        <p:spPr>
          <a:xfrm xmlns:a="http://schemas.openxmlformats.org/drawingml/2006/main">
            <a:off x="10810875" y="1857375"/>
            <a:ext cx="323850" cy="190500"/>
          </a:xfrm>
          <a:custGeom xmlns:a="http://schemas.openxmlformats.org/drawingml/2006/main">
            <a:pathLst>
              <a:path w="323850" h="190500">
                <a:moveTo>
                  <a:pt x="161925" y="0"/>
                </a:moveTo>
                <a:cubicBezTo>
                  <a:pt x="381000" y="0"/>
                  <a:pt x="381000" y="190500"/>
                  <a:pt x="161925" y="190500"/>
                </a:cubicBezTo>
              </a:path>
            </a:pathLst>
          </a:custGeom>
          <a:noFill xmlns:a="http://schemas.openxmlformats.org/drawingml/2006/main"/>
          <a:ln xmlns:a="http://schemas.openxmlformats.org/drawingml/2006/main" w="28575">
            <a:solidFill>
              <a:srgbClr val="142C40"/>
            </a:solidFill>
          </a:ln>
        </p:spPr>
      </p:sp>
      <p:sp>
        <p:nvSpPr>
          <p:cNvPr id="55" name="">
            <a:extLst xmlns:a="http://schemas.openxmlformats.org/drawingml/2006/main">
              <a:ext uri="{FF2B5EF4-FFF2-40B4-BE49-F238E27FC236}">
                <a16:creationId xmlns:a16="http://schemas.microsoft.com/office/drawing/2014/main" id="{62749FB8-5A06-40E0-91E1-6F945AD18949}"/>
              </a:ext>
            </a:extLst>
          </p:cNvPr>
          <p:cNvSpPr>
            <a:spLocks xmlns:a="http://schemas.openxmlformats.org/drawingml/2006/main" noGrp="1"/>
          </p:cNvSpPr>
          <p:nvPr/>
        </p:nvSpPr>
        <p:spPr>
          <a:xfrm xmlns:a="http://schemas.openxmlformats.org/drawingml/2006/main">
            <a:off x="10810875" y="2047875"/>
            <a:ext cx="323850" cy="190500"/>
          </a:xfrm>
          <a:custGeom xmlns:a="http://schemas.openxmlformats.org/drawingml/2006/main">
            <a:pathLst>
              <a:path w="323850" h="190500">
                <a:moveTo>
                  <a:pt x="161925" y="0"/>
                </a:moveTo>
                <a:cubicBezTo>
                  <a:pt x="381000" y="0"/>
                  <a:pt x="381000" y="190500"/>
                  <a:pt x="161925" y="190500"/>
                </a:cubicBezTo>
              </a:path>
            </a:pathLst>
          </a:custGeom>
          <a:noFill xmlns:a="http://schemas.openxmlformats.org/drawingml/2006/main"/>
          <a:ln xmlns:a="http://schemas.openxmlformats.org/drawingml/2006/main" w="28575">
            <a:solidFill>
              <a:srgbClr val="142C40"/>
            </a:solidFill>
          </a:ln>
        </p:spPr>
      </p:sp>
      <p:sp>
        <p:nvSpPr>
          <p:cNvPr id="56" name="">
            <a:extLst xmlns:a="http://schemas.openxmlformats.org/drawingml/2006/main">
              <a:ext uri="{FF2B5EF4-FFF2-40B4-BE49-F238E27FC236}">
                <a16:creationId xmlns:a16="http://schemas.microsoft.com/office/drawing/2014/main" id="{EA786D62-36A4-4FB1-8230-CB969EE7D041}"/>
              </a:ext>
            </a:extLst>
          </p:cNvPr>
          <p:cNvSpPr>
            <a:spLocks xmlns:a="http://schemas.openxmlformats.org/drawingml/2006/main" noGrp="1"/>
          </p:cNvSpPr>
          <p:nvPr/>
        </p:nvSpPr>
        <p:spPr>
          <a:xfrm xmlns:a="http://schemas.openxmlformats.org/drawingml/2006/main">
            <a:off x="10810875" y="2238375"/>
            <a:ext cx="323850" cy="190500"/>
          </a:xfrm>
          <a:custGeom xmlns:a="http://schemas.openxmlformats.org/drawingml/2006/main">
            <a:pathLst>
              <a:path w="323850" h="190500">
                <a:moveTo>
                  <a:pt x="161925" y="0"/>
                </a:moveTo>
                <a:cubicBezTo>
                  <a:pt x="381000" y="0"/>
                  <a:pt x="381000" y="190500"/>
                  <a:pt x="161925" y="190500"/>
                </a:cubicBezTo>
              </a:path>
            </a:pathLst>
          </a:custGeom>
          <a:noFill xmlns:a="http://schemas.openxmlformats.org/drawingml/2006/main"/>
          <a:ln xmlns:a="http://schemas.openxmlformats.org/drawingml/2006/main" w="28575">
            <a:solidFill>
              <a:srgbClr val="142C40"/>
            </a:solidFill>
          </a:ln>
        </p:spPr>
      </p:sp>
      <p:sp>
        <p:nvSpPr>
          <p:cNvPr id="57" name="">
            <a:extLst xmlns:a="http://schemas.openxmlformats.org/drawingml/2006/main">
              <a:ext uri="{FF2B5EF4-FFF2-40B4-BE49-F238E27FC236}">
                <a16:creationId xmlns:a16="http://schemas.microsoft.com/office/drawing/2014/main" id="{F4B835E7-5D83-402F-95A9-E01EDF602829}"/>
              </a:ext>
            </a:extLst>
          </p:cNvPr>
          <p:cNvSpPr>
            <a:spLocks xmlns:a="http://schemas.openxmlformats.org/drawingml/2006/main" noGrp="1"/>
          </p:cNvSpPr>
          <p:nvPr/>
        </p:nvSpPr>
        <p:spPr>
          <a:xfrm xmlns:a="http://schemas.openxmlformats.org/drawingml/2006/main">
            <a:off x="10810875" y="2428875"/>
            <a:ext cx="323850" cy="190500"/>
          </a:xfrm>
          <a:custGeom xmlns:a="http://schemas.openxmlformats.org/drawingml/2006/main">
            <a:pathLst>
              <a:path w="323850" h="190500">
                <a:moveTo>
                  <a:pt x="161925" y="0"/>
                </a:moveTo>
                <a:cubicBezTo>
                  <a:pt x="381000" y="0"/>
                  <a:pt x="381000" y="190500"/>
                  <a:pt x="161925" y="190500"/>
                </a:cubicBezTo>
              </a:path>
            </a:pathLst>
          </a:custGeom>
          <a:noFill xmlns:a="http://schemas.openxmlformats.org/drawingml/2006/main"/>
          <a:ln xmlns:a="http://schemas.openxmlformats.org/drawingml/2006/main" w="28575">
            <a:solidFill>
              <a:srgbClr val="142C40"/>
            </a:solidFill>
          </a:ln>
        </p:spPr>
      </p:sp>
      <p:sp>
        <p:nvSpPr>
          <p:cNvPr id="58" name="">
            <a:extLst xmlns:a="http://schemas.openxmlformats.org/drawingml/2006/main">
              <a:ext uri="{FF2B5EF4-FFF2-40B4-BE49-F238E27FC236}">
                <a16:creationId xmlns:a16="http://schemas.microsoft.com/office/drawing/2014/main" id="{F3C9D108-B846-4ABD-BB8B-E5F78A3D3066}"/>
              </a:ext>
            </a:extLst>
          </p:cNvPr>
          <p:cNvSpPr>
            <a:spLocks xmlns:a="http://schemas.openxmlformats.org/drawingml/2006/main" noGrp="1"/>
          </p:cNvSpPr>
          <p:nvPr/>
        </p:nvSpPr>
        <p:spPr>
          <a:xfrm xmlns:a="http://schemas.openxmlformats.org/drawingml/2006/main">
            <a:off x="10972800" y="2619375"/>
            <a:ext cx="9525" cy="95250"/>
          </a:xfrm>
          <a:custGeom xmlns:a="http://schemas.openxmlformats.org/drawingml/2006/main">
            <a:pathLst>
              <a:path w="9525" h="95250">
                <a:moveTo>
                  <a:pt x="0" y="0"/>
                </a:moveTo>
                <a:lnTo>
                  <a:pt x="0" y="95250"/>
                </a:lnTo>
              </a:path>
            </a:pathLst>
          </a:custGeom>
          <a:noFill xmlns:a="http://schemas.openxmlformats.org/drawingml/2006/main"/>
          <a:ln xmlns:a="http://schemas.openxmlformats.org/drawingml/2006/main" w="28575">
            <a:solidFill>
              <a:srgbClr val="142C40"/>
            </a:solidFill>
          </a:ln>
        </p:spPr>
      </p:sp>
      <p:sp>
        <p:nvSpPr>
          <p:cNvPr id="59" name="">
            <a:extLst xmlns:a="http://schemas.openxmlformats.org/drawingml/2006/main">
              <a:ext uri="{FF2B5EF4-FFF2-40B4-BE49-F238E27FC236}">
                <a16:creationId xmlns:a16="http://schemas.microsoft.com/office/drawing/2014/main" id="{B2CAD8F9-A507-47AB-9E12-2DC23B6F52DE}"/>
              </a:ext>
            </a:extLst>
          </p:cNvPr>
          <p:cNvSpPr>
            <a:spLocks xmlns:a="http://schemas.openxmlformats.org/drawingml/2006/main" noGrp="1"/>
          </p:cNvSpPr>
          <p:nvPr/>
        </p:nvSpPr>
        <p:spPr>
          <a:xfrm xmlns:a="http://schemas.openxmlformats.org/drawingml/2006/main">
            <a:off x="10972800" y="1524000"/>
            <a:ext cx="9525" cy="238125"/>
          </a:xfrm>
          <a:custGeom xmlns:a="http://schemas.openxmlformats.org/drawingml/2006/main">
            <a:pathLst>
              <a:path w="9525" h="238125">
                <a:moveTo>
                  <a:pt x="0" y="238125"/>
                </a:moveTo>
                <a:lnTo>
                  <a:pt x="0" y="0"/>
                </a:lnTo>
              </a:path>
            </a:pathLst>
          </a:custGeom>
          <a:noFill xmlns:a="http://schemas.openxmlformats.org/drawingml/2006/main"/>
          <a:ln xmlns:a="http://schemas.openxmlformats.org/drawingml/2006/main" w="28575">
            <a:solidFill>
              <a:srgbClr val="142C40"/>
            </a:solidFill>
          </a:ln>
        </p:spPr>
      </p:sp>
      <p:sp>
        <p:nvSpPr>
          <p:cNvPr id="60" name="">
            <a:extLst xmlns:a="http://schemas.openxmlformats.org/drawingml/2006/main">
              <a:ext uri="{FF2B5EF4-FFF2-40B4-BE49-F238E27FC236}">
                <a16:creationId xmlns:a16="http://schemas.microsoft.com/office/drawing/2014/main" id="{F9D9A65E-5AB4-4DB4-A629-6F4B210DB812}"/>
              </a:ext>
            </a:extLst>
          </p:cNvPr>
          <p:cNvSpPr>
            <a:spLocks xmlns:a="http://schemas.openxmlformats.org/drawingml/2006/main" noGrp="1"/>
          </p:cNvSpPr>
          <p:nvPr/>
        </p:nvSpPr>
        <p:spPr>
          <a:xfrm xmlns:a="http://schemas.openxmlformats.org/drawingml/2006/main">
            <a:off x="4524375" y="1524000"/>
            <a:ext cx="6448425" cy="9525"/>
          </a:xfrm>
          <a:custGeom xmlns:a="http://schemas.openxmlformats.org/drawingml/2006/main">
            <a:pathLst>
              <a:path w="6448425" h="9525">
                <a:moveTo>
                  <a:pt x="0" y="0"/>
                </a:moveTo>
                <a:lnTo>
                  <a:pt x="6448425" y="0"/>
                </a:lnTo>
              </a:path>
            </a:pathLst>
          </a:custGeom>
          <a:noFill xmlns:a="http://schemas.openxmlformats.org/drawingml/2006/main"/>
          <a:ln xmlns:a="http://schemas.openxmlformats.org/drawingml/2006/main" w="19050">
            <a:solidFill>
              <a:srgbClr val="6C7F8C"/>
            </a:solidFill>
          </a:ln>
        </p:spPr>
      </p:sp>
      <p:sp>
        <p:nvSpPr>
          <p:cNvPr id="61" name="">
            <a:extLst xmlns:a="http://schemas.openxmlformats.org/drawingml/2006/main">
              <a:ext uri="{FF2B5EF4-FFF2-40B4-BE49-F238E27FC236}">
                <a16:creationId xmlns:a16="http://schemas.microsoft.com/office/drawing/2014/main" id="{ECC0D3F2-AE22-40BF-A45D-2D77C64EDDB0}"/>
              </a:ext>
            </a:extLst>
          </p:cNvPr>
          <p:cNvSpPr>
            <a:spLocks xmlns:a="http://schemas.openxmlformats.org/drawingml/2006/main" noGrp="1"/>
          </p:cNvSpPr>
          <p:nvPr/>
        </p:nvSpPr>
        <p:spPr>
          <a:xfrm xmlns:a="http://schemas.openxmlformats.org/drawingml/2006/main">
            <a:off x="4524375" y="1524000"/>
            <a:ext cx="9525" cy="1714500"/>
          </a:xfrm>
          <a:custGeom xmlns:a="http://schemas.openxmlformats.org/drawingml/2006/main">
            <a:pathLst>
              <a:path w="9525" h="1714500">
                <a:moveTo>
                  <a:pt x="0" y="0"/>
                </a:moveTo>
                <a:lnTo>
                  <a:pt x="0" y="1714500"/>
                </a:lnTo>
              </a:path>
            </a:pathLst>
          </a:custGeom>
          <a:noFill xmlns:a="http://schemas.openxmlformats.org/drawingml/2006/main"/>
          <a:ln xmlns:a="http://schemas.openxmlformats.org/drawingml/2006/main" w="19050">
            <a:solidFill>
              <a:srgbClr val="6C7F8C"/>
            </a:solidFill>
          </a:ln>
        </p:spPr>
      </p:sp>
      <p:sp>
        <p:nvSpPr>
          <p:cNvPr id="62" name="">
            <a:extLst xmlns:a="http://schemas.openxmlformats.org/drawingml/2006/main">
              <a:ext uri="{FF2B5EF4-FFF2-40B4-BE49-F238E27FC236}">
                <a16:creationId xmlns:a16="http://schemas.microsoft.com/office/drawing/2014/main" id="{C2FA230C-8AFE-4015-9576-CD19FE4BA02F}"/>
              </a:ext>
            </a:extLst>
          </p:cNvPr>
          <p:cNvSpPr>
            <a:spLocks xmlns:a="http://schemas.openxmlformats.org/drawingml/2006/main" noGrp="1"/>
          </p:cNvSpPr>
          <p:nvPr/>
        </p:nvSpPr>
        <p:spPr>
          <a:xfrm xmlns:a="http://schemas.openxmlformats.org/drawingml/2006/main">
            <a:off x="6143625" y="1524000"/>
            <a:ext cx="9525" cy="1714500"/>
          </a:xfrm>
          <a:custGeom xmlns:a="http://schemas.openxmlformats.org/drawingml/2006/main">
            <a:pathLst>
              <a:path w="9525" h="1714500">
                <a:moveTo>
                  <a:pt x="0" y="0"/>
                </a:moveTo>
                <a:lnTo>
                  <a:pt x="0" y="1714500"/>
                </a:lnTo>
              </a:path>
            </a:pathLst>
          </a:custGeom>
          <a:noFill xmlns:a="http://schemas.openxmlformats.org/drawingml/2006/main"/>
          <a:ln xmlns:a="http://schemas.openxmlformats.org/drawingml/2006/main" w="19050">
            <a:solidFill>
              <a:srgbClr val="6C7F8C"/>
            </a:solidFill>
          </a:ln>
        </p:spPr>
      </p:sp>
      <p:sp>
        <p:nvSpPr>
          <p:cNvPr id="63" name="">
            <a:extLst xmlns:a="http://schemas.openxmlformats.org/drawingml/2006/main">
              <a:ext uri="{FF2B5EF4-FFF2-40B4-BE49-F238E27FC236}">
                <a16:creationId xmlns:a16="http://schemas.microsoft.com/office/drawing/2014/main" id="{ACFBC622-B1AD-4417-971F-6D4D3F042436}"/>
              </a:ext>
            </a:extLst>
          </p:cNvPr>
          <p:cNvSpPr>
            <a:spLocks xmlns:a="http://schemas.openxmlformats.org/drawingml/2006/main" noGrp="1"/>
          </p:cNvSpPr>
          <p:nvPr/>
        </p:nvSpPr>
        <p:spPr>
          <a:xfrm xmlns:a="http://schemas.openxmlformats.org/drawingml/2006/main">
            <a:off x="8048625" y="1524000"/>
            <a:ext cx="9525" cy="1733550"/>
          </a:xfrm>
          <a:custGeom xmlns:a="http://schemas.openxmlformats.org/drawingml/2006/main">
            <a:pathLst>
              <a:path w="9525" h="1733550">
                <a:moveTo>
                  <a:pt x="0" y="0"/>
                </a:moveTo>
                <a:lnTo>
                  <a:pt x="0" y="1733550"/>
                </a:lnTo>
              </a:path>
            </a:pathLst>
          </a:custGeom>
          <a:noFill xmlns:a="http://schemas.openxmlformats.org/drawingml/2006/main"/>
          <a:ln xmlns:a="http://schemas.openxmlformats.org/drawingml/2006/main" w="19050">
            <a:solidFill>
              <a:srgbClr val="6C7F8C"/>
            </a:solidFill>
          </a:ln>
        </p:spPr>
      </p:sp>
      <p:sp>
        <p:nvSpPr>
          <p:cNvPr id="64" name="">
            <a:extLst xmlns:a="http://schemas.openxmlformats.org/drawingml/2006/main">
              <a:ext uri="{FF2B5EF4-FFF2-40B4-BE49-F238E27FC236}">
                <a16:creationId xmlns:a16="http://schemas.microsoft.com/office/drawing/2014/main" id="{1ABD3DA2-8814-48B7-918B-5950D1FCBB92}"/>
              </a:ext>
            </a:extLst>
          </p:cNvPr>
          <p:cNvSpPr>
            <a:spLocks xmlns:a="http://schemas.openxmlformats.org/drawingml/2006/main" noGrp="1"/>
          </p:cNvSpPr>
          <p:nvPr/>
        </p:nvSpPr>
        <p:spPr>
          <a:xfrm xmlns:a="http://schemas.openxmlformats.org/drawingml/2006/main">
            <a:off x="4524375" y="1047750"/>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6C7F8C"/>
                </a:solidFill>
                <a:latin typeface="Arial"/>
                <a:ea typeface="Arial"/>
                <a:cs typeface="Arial"/>
              </a:defRPr>
            </a:defPPr>
          </a:lstStyle>
          <a:p xmlns:a="http://schemas.openxmlformats.org/drawingml/2006/main">
            <a:pPr algn="l">
              <a:defRPr sz="2400" b="0">
                <a:solidFill>
                  <a:srgbClr val="6C7F8C"/>
                </a:solidFill>
                <a:latin typeface="Arial"/>
                <a:ea typeface="Arial"/>
                <a:cs typeface="Arial"/>
              </a:defRPr>
            </a:pPr>
            <a:r>
              <a:rPr sz="2400" b="0">
                <a:solidFill>
                  <a:srgbClr val="6C7F8C"/>
                </a:solidFill>
                <a:latin typeface="Arial"/>
                <a:ea typeface="Arial"/>
                <a:cs typeface="Arial"/>
              </a:rPr>
              <a:t>Alimentación</a:t>
            </a:r>
          </a:p>
        </p:txBody>
      </p:sp>
      <p:sp>
        <p:nvSpPr>
          <p:cNvPr id="65" name="">
            <a:extLst xmlns:a="http://schemas.openxmlformats.org/drawingml/2006/main">
              <a:ext uri="{FF2B5EF4-FFF2-40B4-BE49-F238E27FC236}">
                <a16:creationId xmlns:a16="http://schemas.microsoft.com/office/drawing/2014/main" id="{77FDFB58-853B-4E48-828C-CC23C8C05313}"/>
              </a:ext>
            </a:extLst>
          </p:cNvPr>
          <p:cNvSpPr>
            <a:spLocks xmlns:a="http://schemas.openxmlformats.org/drawingml/2006/main" noGrp="1"/>
          </p:cNvSpPr>
          <p:nvPr/>
        </p:nvSpPr>
        <p:spPr>
          <a:xfrm xmlns:a="http://schemas.openxmlformats.org/drawingml/2006/main">
            <a:off x="571500" y="5048250"/>
            <a:ext cx="1714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142C40"/>
                </a:solidFill>
                <a:latin typeface="Arial"/>
                <a:ea typeface="Arial"/>
                <a:cs typeface="Arial"/>
              </a:defRPr>
            </a:defPPr>
          </a:lstStyle>
          <a:p xmlns:a="http://schemas.openxmlformats.org/drawingml/2006/main">
            <a:pPr algn="l">
              <a:defRPr sz="2400" b="0">
                <a:solidFill>
                  <a:srgbClr val="142C40"/>
                </a:solidFill>
                <a:latin typeface="Arial"/>
                <a:ea typeface="Arial"/>
                <a:cs typeface="Arial"/>
              </a:defRPr>
            </a:pPr>
            <a:r>
              <a:rPr sz="2400" b="0">
                <a:solidFill>
                  <a:srgbClr val="142C40"/>
                </a:solidFill>
                <a:latin typeface="Arial"/>
                <a:ea typeface="Arial"/>
                <a:cs typeface="Arial"/>
              </a:rPr>
              <a:t>Sensor</a:t>
            </a:r>
          </a:p>
        </p:txBody>
      </p:sp>
      <p:sp>
        <p:nvSpPr>
          <p:cNvPr id="66" name="">
            <a:extLst xmlns:a="http://schemas.openxmlformats.org/drawingml/2006/main">
              <a:ext uri="{FF2B5EF4-FFF2-40B4-BE49-F238E27FC236}">
                <a16:creationId xmlns:a16="http://schemas.microsoft.com/office/drawing/2014/main" id="{6792CB07-CC5B-4B2C-A7BC-E50C6E64754C}"/>
              </a:ext>
            </a:extLst>
          </p:cNvPr>
          <p:cNvSpPr>
            <a:spLocks xmlns:a="http://schemas.openxmlformats.org/drawingml/2006/main" noGrp="1"/>
          </p:cNvSpPr>
          <p:nvPr/>
        </p:nvSpPr>
        <p:spPr>
          <a:xfrm xmlns:a="http://schemas.openxmlformats.org/drawingml/2006/main">
            <a:off x="2476500" y="5048250"/>
            <a:ext cx="152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142C40"/>
                </a:solidFill>
                <a:latin typeface="Arial"/>
                <a:ea typeface="Arial"/>
                <a:cs typeface="Arial"/>
              </a:defRPr>
            </a:defPPr>
          </a:lstStyle>
          <a:p xmlns:a="http://schemas.openxmlformats.org/drawingml/2006/main">
            <a:pPr algn="l">
              <a:defRPr sz="2400" b="0">
                <a:solidFill>
                  <a:srgbClr val="142C40"/>
                </a:solidFill>
                <a:latin typeface="Arial"/>
                <a:ea typeface="Arial"/>
                <a:cs typeface="Arial"/>
              </a:defRPr>
            </a:pPr>
            <a:r>
              <a:rPr sz="2400" b="0">
                <a:solidFill>
                  <a:srgbClr val="142C40"/>
                </a:solidFill>
                <a:latin typeface="Arial"/>
                <a:ea typeface="Arial"/>
                <a:cs typeface="Arial"/>
              </a:rPr>
              <a:t>R / C</a:t>
            </a:r>
          </a:p>
        </p:txBody>
      </p:sp>
      <p:sp>
        <p:nvSpPr>
          <p:cNvPr id="67" name="">
            <a:extLst xmlns:a="http://schemas.openxmlformats.org/drawingml/2006/main">
              <a:ext uri="{FF2B5EF4-FFF2-40B4-BE49-F238E27FC236}">
                <a16:creationId xmlns:a16="http://schemas.microsoft.com/office/drawing/2014/main" id="{52D5C0FC-5468-430C-B49A-A8D3AB4F8FE2}"/>
              </a:ext>
            </a:extLst>
          </p:cNvPr>
          <p:cNvSpPr>
            <a:spLocks xmlns:a="http://schemas.openxmlformats.org/drawingml/2006/main" noGrp="1"/>
          </p:cNvSpPr>
          <p:nvPr/>
        </p:nvSpPr>
        <p:spPr>
          <a:xfrm xmlns:a="http://schemas.openxmlformats.org/drawingml/2006/main">
            <a:off x="4000500" y="5048250"/>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142C40"/>
                </a:solidFill>
                <a:latin typeface="Arial"/>
                <a:ea typeface="Arial"/>
                <a:cs typeface="Arial"/>
              </a:defRPr>
            </a:defPPr>
          </a:lstStyle>
          <a:p xmlns:a="http://schemas.openxmlformats.org/drawingml/2006/main">
            <a:pPr algn="l">
              <a:defRPr sz="2400" b="0">
                <a:solidFill>
                  <a:srgbClr val="142C40"/>
                </a:solidFill>
                <a:latin typeface="Arial"/>
                <a:ea typeface="Arial"/>
                <a:cs typeface="Arial"/>
              </a:defRPr>
            </a:pPr>
            <a:r>
              <a:rPr sz="2400" b="0">
                <a:solidFill>
                  <a:srgbClr val="142C40"/>
                </a:solidFill>
                <a:latin typeface="Arial"/>
                <a:ea typeface="Arial"/>
                <a:cs typeface="Arial"/>
              </a:rPr>
              <a:t>Amplif.</a:t>
            </a:r>
          </a:p>
        </p:txBody>
      </p:sp>
      <p:sp>
        <p:nvSpPr>
          <p:cNvPr id="68" name="">
            <a:extLst xmlns:a="http://schemas.openxmlformats.org/drawingml/2006/main">
              <a:ext uri="{FF2B5EF4-FFF2-40B4-BE49-F238E27FC236}">
                <a16:creationId xmlns:a16="http://schemas.microsoft.com/office/drawing/2014/main" id="{818C24FE-1D6D-481E-A9A0-EFDF7871B925}"/>
              </a:ext>
            </a:extLst>
          </p:cNvPr>
          <p:cNvSpPr>
            <a:spLocks xmlns:a="http://schemas.openxmlformats.org/drawingml/2006/main" noGrp="1"/>
          </p:cNvSpPr>
          <p:nvPr/>
        </p:nvSpPr>
        <p:spPr>
          <a:xfrm xmlns:a="http://schemas.openxmlformats.org/drawingml/2006/main">
            <a:off x="5953125" y="5048250"/>
            <a:ext cx="2047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142C40"/>
                </a:solidFill>
                <a:latin typeface="Arial"/>
                <a:ea typeface="Arial"/>
                <a:cs typeface="Arial"/>
              </a:defRPr>
            </a:defPPr>
          </a:lstStyle>
          <a:p xmlns:a="http://schemas.openxmlformats.org/drawingml/2006/main">
            <a:pPr algn="l">
              <a:defRPr sz="2400" b="0">
                <a:solidFill>
                  <a:srgbClr val="142C40"/>
                </a:solidFill>
                <a:latin typeface="Arial"/>
                <a:ea typeface="Arial"/>
                <a:cs typeface="Arial"/>
              </a:defRPr>
            </a:pPr>
            <a:r>
              <a:rPr sz="2400" b="0">
                <a:solidFill>
                  <a:srgbClr val="142C40"/>
                </a:solidFill>
                <a:latin typeface="Arial"/>
                <a:ea typeface="Arial"/>
                <a:cs typeface="Arial"/>
              </a:rPr>
              <a:t>Compar.</a:t>
            </a:r>
          </a:p>
        </p:txBody>
      </p:sp>
      <p:sp>
        <p:nvSpPr>
          <p:cNvPr id="69" name="">
            <a:extLst xmlns:a="http://schemas.openxmlformats.org/drawingml/2006/main">
              <a:ext uri="{FF2B5EF4-FFF2-40B4-BE49-F238E27FC236}">
                <a16:creationId xmlns:a16="http://schemas.microsoft.com/office/drawing/2014/main" id="{7C4CF265-4D2E-441A-8C00-4AA040D5BE99}"/>
              </a:ext>
            </a:extLst>
          </p:cNvPr>
          <p:cNvSpPr>
            <a:spLocks xmlns:a="http://schemas.openxmlformats.org/drawingml/2006/main" noGrp="1"/>
          </p:cNvSpPr>
          <p:nvPr/>
        </p:nvSpPr>
        <p:spPr>
          <a:xfrm xmlns:a="http://schemas.openxmlformats.org/drawingml/2006/main">
            <a:off x="7524750" y="50482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142C40"/>
                </a:solidFill>
                <a:latin typeface="Arial"/>
                <a:ea typeface="Arial"/>
                <a:cs typeface="Arial"/>
              </a:defRPr>
            </a:defPPr>
          </a:lstStyle>
          <a:p xmlns:a="http://schemas.openxmlformats.org/drawingml/2006/main">
            <a:pPr algn="l">
              <a:defRPr sz="2400" b="0">
                <a:solidFill>
                  <a:srgbClr val="142C40"/>
                </a:solidFill>
                <a:latin typeface="Arial"/>
                <a:ea typeface="Arial"/>
                <a:cs typeface="Arial"/>
              </a:defRPr>
            </a:pPr>
            <a:r>
              <a:rPr sz="2400" b="0">
                <a:solidFill>
                  <a:srgbClr val="142C40"/>
                </a:solidFill>
                <a:latin typeface="Arial"/>
                <a:ea typeface="Arial"/>
                <a:cs typeface="Arial"/>
              </a:rPr>
              <a:t>Registro</a:t>
            </a:r>
          </a:p>
        </p:txBody>
      </p:sp>
      <p:sp>
        <p:nvSpPr>
          <p:cNvPr id="70" name="">
            <a:extLst xmlns:a="http://schemas.openxmlformats.org/drawingml/2006/main">
              <a:ext uri="{FF2B5EF4-FFF2-40B4-BE49-F238E27FC236}">
                <a16:creationId xmlns:a16="http://schemas.microsoft.com/office/drawing/2014/main" id="{81258400-DBA7-422C-A219-38C2197DC486}"/>
              </a:ext>
            </a:extLst>
          </p:cNvPr>
          <p:cNvSpPr>
            <a:spLocks xmlns:a="http://schemas.openxmlformats.org/drawingml/2006/main" noGrp="1"/>
          </p:cNvSpPr>
          <p:nvPr/>
        </p:nvSpPr>
        <p:spPr>
          <a:xfrm xmlns:a="http://schemas.openxmlformats.org/drawingml/2006/main">
            <a:off x="10001250" y="5048250"/>
            <a:ext cx="1714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142C40"/>
                </a:solidFill>
                <a:latin typeface="Arial"/>
                <a:ea typeface="Arial"/>
                <a:cs typeface="Arial"/>
              </a:defRPr>
            </a:defPPr>
          </a:lstStyle>
          <a:p xmlns:a="http://schemas.openxmlformats.org/drawingml/2006/main">
            <a:pPr algn="l">
              <a:defRPr sz="2400" b="0">
                <a:solidFill>
                  <a:srgbClr val="142C40"/>
                </a:solidFill>
                <a:latin typeface="Arial"/>
                <a:ea typeface="Arial"/>
                <a:cs typeface="Arial"/>
              </a:defRPr>
            </a:pPr>
            <a:r>
              <a:rPr sz="2400" b="0">
                <a:solidFill>
                  <a:srgbClr val="142C40"/>
                </a:solidFill>
                <a:latin typeface="Arial"/>
                <a:ea typeface="Arial"/>
                <a:cs typeface="Arial"/>
              </a:rPr>
              <a:t>Mando</a:t>
            </a:r>
          </a:p>
        </p:txBody>
      </p:sp>
      <p:sp>
        <p:nvSpPr>
          <p:cNvPr id="71" name="">
            <a:extLst xmlns:a="http://schemas.openxmlformats.org/drawingml/2006/main">
              <a:ext uri="{FF2B5EF4-FFF2-40B4-BE49-F238E27FC236}">
                <a16:creationId xmlns:a16="http://schemas.microsoft.com/office/drawing/2014/main" id="{88FCB2F1-D24D-420E-B06C-6F684ECC146C}"/>
              </a:ext>
            </a:extLst>
          </p:cNvPr>
          <p:cNvSpPr>
            <a:spLocks xmlns:a="http://schemas.openxmlformats.org/drawingml/2006/main" noGrp="1"/>
          </p:cNvSpPr>
          <p:nvPr/>
        </p:nvSpPr>
        <p:spPr>
          <a:xfrm xmlns:a="http://schemas.openxmlformats.org/drawingml/2006/main">
            <a:off x="704850" y="1733550"/>
            <a:ext cx="238125" cy="1419225"/>
          </a:xfrm>
          <a:custGeom xmlns:a="http://schemas.openxmlformats.org/drawingml/2006/main">
            <a:pathLst>
              <a:path w="238125" h="1419225">
                <a:moveTo>
                  <a:pt x="0" y="0"/>
                </a:moveTo>
                <a:lnTo>
                  <a:pt x="238125" y="1419225"/>
                </a:lnTo>
              </a:path>
            </a:pathLst>
          </a:custGeom>
          <a:noFill xmlns:a="http://schemas.openxmlformats.org/drawingml/2006/main"/>
          <a:ln xmlns:a="http://schemas.openxmlformats.org/drawingml/2006/main" w="38100">
            <a:solidFill>
              <a:srgbClr val="146BA4"/>
            </a:solidFill>
          </a:ln>
        </p:spPr>
      </p:sp>
      <p:sp>
        <p:nvSpPr>
          <p:cNvPr id="72" name="">
            <a:extLst xmlns:a="http://schemas.openxmlformats.org/drawingml/2006/main">
              <a:ext uri="{FF2B5EF4-FFF2-40B4-BE49-F238E27FC236}">
                <a16:creationId xmlns:a16="http://schemas.microsoft.com/office/drawing/2014/main" id="{75F895D8-B788-4085-9C7E-8B919EC9D4C0}"/>
              </a:ext>
            </a:extLst>
          </p:cNvPr>
          <p:cNvSpPr>
            <a:spLocks xmlns:a="http://schemas.openxmlformats.org/drawingml/2006/main" noGrp="1"/>
          </p:cNvSpPr>
          <p:nvPr/>
        </p:nvSpPr>
        <p:spPr>
          <a:xfrm xmlns:a="http://schemas.openxmlformats.org/drawingml/2006/main">
            <a:off x="882418" y="3052190"/>
            <a:ext cx="89891" cy="100585"/>
          </a:xfrm>
          <a:custGeom xmlns:a="http://schemas.openxmlformats.org/drawingml/2006/main">
            <a:pathLst>
              <a:path w="89891" h="100585">
                <a:moveTo>
                  <a:pt x="0" y="15082"/>
                </a:moveTo>
                <a:lnTo>
                  <a:pt x="60557" y="100585"/>
                </a:lnTo>
                <a:lnTo>
                  <a:pt x="89891" y="0"/>
                </a:lnTo>
              </a:path>
            </a:pathLst>
          </a:custGeom>
          <a:noFill xmlns:a="http://schemas.openxmlformats.org/drawingml/2006/main"/>
          <a:ln xmlns:a="http://schemas.openxmlformats.org/drawingml/2006/main" w="38100">
            <a:solidFill>
              <a:srgbClr val="146BA4"/>
            </a:solidFill>
          </a:ln>
        </p:spPr>
      </p:sp>
      <p:sp>
        <p:nvSpPr>
          <p:cNvPr id="73" name="">
            <a:extLst xmlns:a="http://schemas.openxmlformats.org/drawingml/2006/main">
              <a:ext uri="{FF2B5EF4-FFF2-40B4-BE49-F238E27FC236}">
                <a16:creationId xmlns:a16="http://schemas.microsoft.com/office/drawing/2014/main" id="{D41D19BE-1999-403C-9F9A-01767E007539}"/>
              </a:ext>
            </a:extLst>
          </p:cNvPr>
          <p:cNvSpPr>
            <a:spLocks xmlns:a="http://schemas.openxmlformats.org/drawingml/2006/main" noGrp="1"/>
          </p:cNvSpPr>
          <p:nvPr/>
        </p:nvSpPr>
        <p:spPr>
          <a:xfrm xmlns:a="http://schemas.openxmlformats.org/drawingml/2006/main">
            <a:off x="457200" y="1238250"/>
            <a:ext cx="247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6BA4"/>
                </a:solidFill>
                <a:latin typeface="Arial"/>
                <a:ea typeface="Arial"/>
                <a:cs typeface="Arial"/>
              </a:defRPr>
            </a:defPPr>
          </a:lstStyle>
          <a:p xmlns:a="http://schemas.openxmlformats.org/drawingml/2006/main">
            <a:pPr algn="l">
              <a:defRPr sz="2400" b="1">
                <a:solidFill>
                  <a:srgbClr val="146BA4"/>
                </a:solidFill>
                <a:latin typeface="Arial"/>
                <a:ea typeface="Arial"/>
                <a:cs typeface="Arial"/>
              </a:defRPr>
            </a:pPr>
            <a:r>
              <a:rPr sz="2400" b="1">
                <a:solidFill>
                  <a:srgbClr val="146BA4"/>
                </a:solidFill>
                <a:latin typeface="Arial"/>
                <a:ea typeface="Arial"/>
                <a:cs typeface="Arial"/>
              </a:rPr>
              <a:t>Partícula</a:t>
            </a:r>
          </a:p>
        </p:txBody>
      </p:sp>
      <p:sp>
        <p:nvSpPr>
          <p:cNvPr id="74" name="">
            <a:extLst xmlns:a="http://schemas.openxmlformats.org/drawingml/2006/main">
              <a:ext uri="{FF2B5EF4-FFF2-40B4-BE49-F238E27FC236}">
                <a16:creationId xmlns:a16="http://schemas.microsoft.com/office/drawing/2014/main" id="{CE0A5EF4-55DF-4806-B7F7-2B046F813A38}"/>
              </a:ext>
            </a:extLst>
          </p:cNvPr>
          <p:cNvSpPr>
            <a:spLocks xmlns:a="http://schemas.openxmlformats.org/drawingml/2006/main" noGrp="1"/>
          </p:cNvSpPr>
          <p:nvPr/>
        </p:nvSpPr>
        <p:spPr>
          <a:xfrm xmlns:a="http://schemas.openxmlformats.org/drawingml/2006/main">
            <a:off x="1333500" y="2428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6BA4"/>
                </a:solidFill>
                <a:latin typeface="Arial"/>
                <a:ea typeface="Arial"/>
                <a:cs typeface="Arial"/>
              </a:defRPr>
            </a:defPPr>
          </a:lstStyle>
          <a:p xmlns:a="http://schemas.openxmlformats.org/drawingml/2006/main">
            <a:pPr algn="l">
              <a:defRPr sz="2400" b="1">
                <a:solidFill>
                  <a:srgbClr val="146BA4"/>
                </a:solidFill>
                <a:latin typeface="Arial"/>
                <a:ea typeface="Arial"/>
                <a:cs typeface="Arial"/>
              </a:defRPr>
            </a:pPr>
            <a:r>
              <a:rPr sz="2400" b="1">
                <a:solidFill>
                  <a:srgbClr val="146BA4"/>
                </a:solidFill>
                <a:latin typeface="Arial"/>
                <a:ea typeface="Arial"/>
                <a:cs typeface="Arial"/>
              </a:rPr>
              <a:t>Pulso</a:t>
            </a:r>
          </a:p>
        </p:txBody>
      </p:sp>
      <p:sp>
        <p:nvSpPr>
          <p:cNvPr id="75" name="">
            <a:extLst xmlns:a="http://schemas.openxmlformats.org/drawingml/2006/main">
              <a:ext uri="{FF2B5EF4-FFF2-40B4-BE49-F238E27FC236}">
                <a16:creationId xmlns:a16="http://schemas.microsoft.com/office/drawing/2014/main" id="{8624D68F-00D9-4C58-AB0F-34928FEE0EB5}"/>
              </a:ext>
            </a:extLst>
          </p:cNvPr>
          <p:cNvSpPr>
            <a:spLocks xmlns:a="http://schemas.openxmlformats.org/drawingml/2006/main" noGrp="1"/>
          </p:cNvSpPr>
          <p:nvPr/>
        </p:nvSpPr>
        <p:spPr>
          <a:xfrm xmlns:a="http://schemas.openxmlformats.org/drawingml/2006/main">
            <a:off x="1143000" y="2905125"/>
            <a:ext cx="552450" cy="619125"/>
          </a:xfrm>
          <a:custGeom xmlns:a="http://schemas.openxmlformats.org/drawingml/2006/main">
            <a:pathLst>
              <a:path w="552450" h="619125">
                <a:moveTo>
                  <a:pt x="552450" y="0"/>
                </a:moveTo>
                <a:lnTo>
                  <a:pt x="0" y="619125"/>
                </a:lnTo>
              </a:path>
            </a:pathLst>
          </a:custGeom>
          <a:noFill xmlns:a="http://schemas.openxmlformats.org/drawingml/2006/main"/>
          <a:ln xmlns:a="http://schemas.openxmlformats.org/drawingml/2006/main" w="19050">
            <a:solidFill>
              <a:srgbClr val="146BA4"/>
            </a:solidFill>
          </a:ln>
        </p:spPr>
      </p:sp>
      <p:sp>
        <p:nvSpPr>
          <p:cNvPr id="76" name="">
            <a:extLst xmlns:a="http://schemas.openxmlformats.org/drawingml/2006/main">
              <a:ext uri="{FF2B5EF4-FFF2-40B4-BE49-F238E27FC236}">
                <a16:creationId xmlns:a16="http://schemas.microsoft.com/office/drawing/2014/main" id="{843BCFD3-A704-4D0B-BE33-6BA6BF26224A}"/>
              </a:ext>
            </a:extLst>
          </p:cNvPr>
          <p:cNvSpPr>
            <a:spLocks xmlns:a="http://schemas.openxmlformats.org/drawingml/2006/main" noGrp="1"/>
          </p:cNvSpPr>
          <p:nvPr/>
        </p:nvSpPr>
        <p:spPr>
          <a:xfrm xmlns:a="http://schemas.openxmlformats.org/drawingml/2006/main">
            <a:off x="1143000" y="3423514"/>
            <a:ext cx="96818" cy="100736"/>
          </a:xfrm>
          <a:custGeom xmlns:a="http://schemas.openxmlformats.org/drawingml/2006/main">
            <a:pathLst>
              <a:path w="96818" h="100736">
                <a:moveTo>
                  <a:pt x="28809" y="0"/>
                </a:moveTo>
                <a:lnTo>
                  <a:pt x="0" y="100736"/>
                </a:lnTo>
                <a:lnTo>
                  <a:pt x="96818" y="60685"/>
                </a:lnTo>
              </a:path>
            </a:pathLst>
          </a:custGeom>
          <a:noFill xmlns:a="http://schemas.openxmlformats.org/drawingml/2006/main"/>
          <a:ln xmlns:a="http://schemas.openxmlformats.org/drawingml/2006/main" w="19050">
            <a:solidFill>
              <a:srgbClr val="146BA4"/>
            </a:solidFill>
          </a:ln>
        </p:spPr>
      </p:sp>
      <p:sp>
        <p:nvSpPr>
          <p:cNvPr id="77" name="">
            <a:extLst xmlns:a="http://schemas.openxmlformats.org/drawingml/2006/main">
              <a:ext uri="{FF2B5EF4-FFF2-40B4-BE49-F238E27FC236}">
                <a16:creationId xmlns:a16="http://schemas.microsoft.com/office/drawing/2014/main" id="{9E9A220C-FF7F-401C-AF12-7288FDBC17DC}"/>
              </a:ext>
            </a:extLst>
          </p:cNvPr>
          <p:cNvSpPr>
            <a:spLocks xmlns:a="http://schemas.openxmlformats.org/drawingml/2006/main" noGrp="1"/>
          </p:cNvSpPr>
          <p:nvPr/>
        </p:nvSpPr>
        <p:spPr>
          <a:xfrm xmlns:a="http://schemas.openxmlformats.org/drawingml/2006/main">
            <a:off x="7477125" y="2428875"/>
            <a:ext cx="1666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6BA4"/>
                </a:solidFill>
                <a:latin typeface="Arial"/>
                <a:ea typeface="Arial"/>
                <a:cs typeface="Arial"/>
              </a:defRPr>
            </a:defPPr>
          </a:lstStyle>
          <a:p xmlns:a="http://schemas.openxmlformats.org/drawingml/2006/main">
            <a:pPr algn="l">
              <a:defRPr sz="2400" b="1">
                <a:solidFill>
                  <a:srgbClr val="146BA4"/>
                </a:solidFill>
                <a:latin typeface="Arial"/>
                <a:ea typeface="Arial"/>
                <a:cs typeface="Arial"/>
              </a:defRPr>
            </a:pPr>
            <a:r>
              <a:rPr sz="2400" b="1">
                <a:solidFill>
                  <a:srgbClr val="146BA4"/>
                </a:solidFill>
                <a:latin typeface="Arial"/>
                <a:ea typeface="Arial"/>
                <a:cs typeface="Arial"/>
              </a:rPr>
              <a:t>Estado</a:t>
            </a:r>
          </a:p>
        </p:txBody>
      </p:sp>
      <p:sp>
        <p:nvSpPr>
          <p:cNvPr id="78" name="">
            <a:extLst xmlns:a="http://schemas.openxmlformats.org/drawingml/2006/main">
              <a:ext uri="{FF2B5EF4-FFF2-40B4-BE49-F238E27FC236}">
                <a16:creationId xmlns:a16="http://schemas.microsoft.com/office/drawing/2014/main" id="{7E65052A-0287-4E1F-AFF8-56C0ADA312EA}"/>
              </a:ext>
            </a:extLst>
          </p:cNvPr>
          <p:cNvSpPr>
            <a:spLocks xmlns:a="http://schemas.openxmlformats.org/drawingml/2006/main" noGrp="1"/>
          </p:cNvSpPr>
          <p:nvPr/>
        </p:nvSpPr>
        <p:spPr>
          <a:xfrm xmlns:a="http://schemas.openxmlformats.org/drawingml/2006/main">
            <a:off x="7858125" y="2895600"/>
            <a:ext cx="123825" cy="295275"/>
          </a:xfrm>
          <a:custGeom xmlns:a="http://schemas.openxmlformats.org/drawingml/2006/main">
            <a:pathLst>
              <a:path w="123825" h="295275">
                <a:moveTo>
                  <a:pt x="0" y="0"/>
                </a:moveTo>
                <a:lnTo>
                  <a:pt x="123825" y="295275"/>
                </a:lnTo>
              </a:path>
            </a:pathLst>
          </a:custGeom>
          <a:noFill xmlns:a="http://schemas.openxmlformats.org/drawingml/2006/main"/>
          <a:ln xmlns:a="http://schemas.openxmlformats.org/drawingml/2006/main" w="19050">
            <a:solidFill>
              <a:srgbClr val="146BA4"/>
            </a:solidFill>
          </a:ln>
        </p:spPr>
      </p:sp>
      <p:sp>
        <p:nvSpPr>
          <p:cNvPr id="79" name="">
            <a:extLst xmlns:a="http://schemas.openxmlformats.org/drawingml/2006/main">
              <a:ext uri="{FF2B5EF4-FFF2-40B4-BE49-F238E27FC236}">
                <a16:creationId xmlns:a16="http://schemas.microsoft.com/office/drawing/2014/main" id="{BF13FA30-3C3F-442C-88AB-3F057DDF2C2F}"/>
              </a:ext>
            </a:extLst>
          </p:cNvPr>
          <p:cNvSpPr>
            <a:spLocks xmlns:a="http://schemas.openxmlformats.org/drawingml/2006/main" noGrp="1"/>
          </p:cNvSpPr>
          <p:nvPr/>
        </p:nvSpPr>
        <p:spPr>
          <a:xfrm xmlns:a="http://schemas.openxmlformats.org/drawingml/2006/main">
            <a:off x="7903437" y="3086247"/>
            <a:ext cx="84055" cy="104628"/>
          </a:xfrm>
          <a:custGeom xmlns:a="http://schemas.openxmlformats.org/drawingml/2006/main">
            <a:pathLst>
              <a:path w="84055" h="104628">
                <a:moveTo>
                  <a:pt x="0" y="35249"/>
                </a:moveTo>
                <a:lnTo>
                  <a:pt x="78513" y="104628"/>
                </a:lnTo>
                <a:lnTo>
                  <a:pt x="84055" y="0"/>
                </a:lnTo>
              </a:path>
            </a:pathLst>
          </a:custGeom>
          <a:noFill xmlns:a="http://schemas.openxmlformats.org/drawingml/2006/main"/>
          <a:ln xmlns:a="http://schemas.openxmlformats.org/drawingml/2006/main" w="19050">
            <a:solidFill>
              <a:srgbClr val="146BA4"/>
            </a:solidFill>
          </a:ln>
        </p:spPr>
      </p:sp>
      <p:sp>
        <p:nvSpPr>
          <p:cNvPr id="80" name="">
            <a:extLst xmlns:a="http://schemas.openxmlformats.org/drawingml/2006/main">
              <a:ext uri="{FF2B5EF4-FFF2-40B4-BE49-F238E27FC236}">
                <a16:creationId xmlns:a16="http://schemas.microsoft.com/office/drawing/2014/main" id="{EFBB742B-2208-4ED3-A6E2-7591394F2E39}"/>
              </a:ext>
            </a:extLst>
          </p:cNvPr>
          <p:cNvSpPr>
            <a:spLocks xmlns:a="http://schemas.openxmlformats.org/drawingml/2006/main" noGrp="1"/>
          </p:cNvSpPr>
          <p:nvPr/>
        </p:nvSpPr>
        <p:spPr>
          <a:xfrm xmlns:a="http://schemas.openxmlformats.org/drawingml/2006/main">
            <a:off x="3857625" y="2428875"/>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6BA4"/>
                </a:solidFill>
                <a:latin typeface="Arial"/>
                <a:ea typeface="Arial"/>
                <a:cs typeface="Arial"/>
              </a:defRPr>
            </a:defPPr>
          </a:lstStyle>
          <a:p xmlns:a="http://schemas.openxmlformats.org/drawingml/2006/main">
            <a:pPr algn="l">
              <a:defRPr sz="2400" b="1">
                <a:solidFill>
                  <a:srgbClr val="146BA4"/>
                </a:solidFill>
                <a:latin typeface="Arial"/>
                <a:ea typeface="Arial"/>
                <a:cs typeface="Arial"/>
              </a:defRPr>
            </a:pPr>
            <a:r>
              <a:rPr sz="2400" b="1">
                <a:solidFill>
                  <a:srgbClr val="146BA4"/>
                </a:solidFill>
                <a:latin typeface="Arial"/>
                <a:ea typeface="Arial"/>
                <a:cs typeface="Arial"/>
              </a:rPr>
              <a:t>Ganancia</a:t>
            </a:r>
          </a:p>
        </p:txBody>
      </p:sp>
      <p:sp>
        <p:nvSpPr>
          <p:cNvPr id="81" name="">
            <a:extLst xmlns:a="http://schemas.openxmlformats.org/drawingml/2006/main">
              <a:ext uri="{FF2B5EF4-FFF2-40B4-BE49-F238E27FC236}">
                <a16:creationId xmlns:a16="http://schemas.microsoft.com/office/drawing/2014/main" id="{397789BF-3A6C-429B-B1A8-201D2F617205}"/>
              </a:ext>
            </a:extLst>
          </p:cNvPr>
          <p:cNvSpPr>
            <a:spLocks xmlns:a="http://schemas.openxmlformats.org/drawingml/2006/main" noGrp="1"/>
          </p:cNvSpPr>
          <p:nvPr/>
        </p:nvSpPr>
        <p:spPr>
          <a:xfrm xmlns:a="http://schemas.openxmlformats.org/drawingml/2006/main">
            <a:off x="4524375" y="2895600"/>
            <a:ext cx="28575" cy="295275"/>
          </a:xfrm>
          <a:custGeom xmlns:a="http://schemas.openxmlformats.org/drawingml/2006/main">
            <a:pathLst>
              <a:path w="28575" h="295275">
                <a:moveTo>
                  <a:pt x="0" y="0"/>
                </a:moveTo>
                <a:lnTo>
                  <a:pt x="28575" y="295275"/>
                </a:lnTo>
              </a:path>
            </a:pathLst>
          </a:custGeom>
          <a:noFill xmlns:a="http://schemas.openxmlformats.org/drawingml/2006/main"/>
          <a:ln xmlns:a="http://schemas.openxmlformats.org/drawingml/2006/main" w="19050">
            <a:solidFill>
              <a:srgbClr val="146BA4"/>
            </a:solidFill>
          </a:ln>
        </p:spPr>
      </p:sp>
      <p:sp>
        <p:nvSpPr>
          <p:cNvPr id="82" name="">
            <a:extLst xmlns:a="http://schemas.openxmlformats.org/drawingml/2006/main">
              <a:ext uri="{FF2B5EF4-FFF2-40B4-BE49-F238E27FC236}">
                <a16:creationId xmlns:a16="http://schemas.microsoft.com/office/drawing/2014/main" id="{47AB0010-045F-4981-91BD-77421CBEAD76}"/>
              </a:ext>
            </a:extLst>
          </p:cNvPr>
          <p:cNvSpPr>
            <a:spLocks xmlns:a="http://schemas.openxmlformats.org/drawingml/2006/main" noGrp="1"/>
          </p:cNvSpPr>
          <p:nvPr/>
        </p:nvSpPr>
        <p:spPr>
          <a:xfrm xmlns:a="http://schemas.openxmlformats.org/drawingml/2006/main">
            <a:off x="4498501" y="3092580"/>
            <a:ext cx="90723" cy="98295"/>
          </a:xfrm>
          <a:custGeom xmlns:a="http://schemas.openxmlformats.org/drawingml/2006/main">
            <a:pathLst>
              <a:path w="90723" h="98295">
                <a:moveTo>
                  <a:pt x="0" y="8780"/>
                </a:moveTo>
                <a:lnTo>
                  <a:pt x="54449" y="98295"/>
                </a:lnTo>
                <a:lnTo>
                  <a:pt x="90723" y="0"/>
                </a:lnTo>
              </a:path>
            </a:pathLst>
          </a:custGeom>
          <a:noFill xmlns:a="http://schemas.openxmlformats.org/drawingml/2006/main"/>
          <a:ln xmlns:a="http://schemas.openxmlformats.org/drawingml/2006/main" w="19050">
            <a:solidFill>
              <a:srgbClr val="146BA4"/>
            </a:solidFill>
          </a:ln>
        </p:spPr>
      </p:sp>
    </p:spTree>
    <p:extLst>
      <p:ext uri="{BB962C8B-B14F-4D97-AF65-F5344CB8AC3E}">
        <p14:creationId xmlns:p14="http://schemas.microsoft.com/office/powerpoint/2010/main" val="34336694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92EEC075-120F-4A86-BD32-88ED0A9035B7}"/>
              </a:ext>
            </a:extLst>
          </p:cNvPr>
          <p:cNvSpPr>
            <a:spLocks xmlns:a="http://schemas.openxmlformats.org/drawingml/2006/main" noGrp="1"/>
          </p:cNvSpPr>
          <p:nvPr/>
        </p:nvSpPr>
        <p:spPr>
          <a:xfrm xmlns:a="http://schemas.openxmlformats.org/drawingml/2006/main">
            <a:off x="457200" y="266700"/>
            <a:ext cx="11239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3300" b="1">
                <a:solidFill>
                  <a:srgbClr val="142C40"/>
                </a:solidFill>
                <a:latin typeface="Arial"/>
                <a:ea typeface="Arial"/>
                <a:cs typeface="Arial"/>
              </a:defRPr>
            </a:defPPr>
          </a:lstStyle>
          <a:p xmlns:a="http://schemas.openxmlformats.org/drawingml/2006/main">
            <a:pPr algn="l">
              <a:defRPr sz="3300" b="1">
                <a:solidFill>
                  <a:srgbClr val="142C40"/>
                </a:solidFill>
                <a:latin typeface="Arial"/>
                <a:ea typeface="Arial"/>
                <a:cs typeface="Arial"/>
              </a:defRPr>
            </a:pPr>
            <a:r>
              <a:rPr sz="3300" b="1">
                <a:solidFill>
                  <a:srgbClr val="142C40"/>
                </a:solidFill>
                <a:latin typeface="Arial"/>
                <a:ea typeface="Arial"/>
                <a:cs typeface="Arial"/>
              </a:rPr>
              <a:t>Aislamiento, fuga y carga almacenada</a:t>
            </a:r>
          </a:p>
        </p:txBody>
      </p:sp>
      <p:sp>
        <p:nvSpPr>
          <p:cNvPr id="2" name="">
            <a:extLst xmlns:a="http://schemas.openxmlformats.org/drawingml/2006/main">
              <a:ext uri="{FF2B5EF4-FFF2-40B4-BE49-F238E27FC236}">
                <a16:creationId xmlns:a16="http://schemas.microsoft.com/office/drawing/2014/main" id="{548C9457-11A7-4E4C-8F05-06F8210C0449}"/>
              </a:ext>
            </a:extLst>
          </p:cNvPr>
          <p:cNvSpPr>
            <a:spLocks xmlns:a="http://schemas.openxmlformats.org/drawingml/2006/main" noGrp="1"/>
          </p:cNvSpPr>
          <p:nvPr/>
        </p:nvSpPr>
        <p:spPr>
          <a:xfrm xmlns:a="http://schemas.openxmlformats.org/drawingml/2006/main">
            <a:off x="457200" y="6096000"/>
            <a:ext cx="11258550" cy="9525"/>
          </a:xfrm>
          <a:custGeom xmlns:a="http://schemas.openxmlformats.org/drawingml/2006/main">
            <a:pathLst>
              <a:path w="11258550" h="9525">
                <a:moveTo>
                  <a:pt x="0" y="0"/>
                </a:moveTo>
                <a:lnTo>
                  <a:pt x="11258550" y="0"/>
                </a:lnTo>
              </a:path>
            </a:pathLst>
          </a:custGeom>
          <a:noFill xmlns:a="http://schemas.openxmlformats.org/drawingml/2006/main"/>
          <a:ln xmlns:a="http://schemas.openxmlformats.org/drawingml/2006/main" w="9525">
            <a:solidFill>
              <a:srgbClr val="B9C8D2"/>
            </a:solidFill>
          </a:ln>
        </p:spPr>
      </p:sp>
      <p:sp>
        <p:nvSpPr>
          <p:cNvPr id="3" name="">
            <a:extLst xmlns:a="http://schemas.openxmlformats.org/drawingml/2006/main">
              <a:ext uri="{FF2B5EF4-FFF2-40B4-BE49-F238E27FC236}">
                <a16:creationId xmlns:a16="http://schemas.microsoft.com/office/drawing/2014/main" id="{C82300F3-E4EE-444F-A3DC-F3CC054F9A56}"/>
              </a:ext>
            </a:extLst>
          </p:cNvPr>
          <p:cNvSpPr>
            <a:spLocks xmlns:a="http://schemas.openxmlformats.org/drawingml/2006/main" noGrp="1"/>
          </p:cNvSpPr>
          <p:nvPr/>
        </p:nvSpPr>
        <p:spPr>
          <a:xfrm xmlns:a="http://schemas.openxmlformats.org/drawingml/2006/main">
            <a:off x="457200" y="627697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6C7F8C"/>
                </a:solidFill>
                <a:latin typeface="Arial"/>
                <a:ea typeface="Arial"/>
                <a:cs typeface="Arial"/>
              </a:defRPr>
            </a:defPPr>
          </a:lstStyle>
          <a:p xmlns:a="http://schemas.openxmlformats.org/drawingml/2006/main">
            <a:pPr algn="l">
              <a:defRPr sz="2400" b="0">
                <a:solidFill>
                  <a:srgbClr val="6C7F8C"/>
                </a:solidFill>
                <a:latin typeface="Arial"/>
                <a:ea typeface="Arial"/>
                <a:cs typeface="Arial"/>
              </a:defRPr>
            </a:pPr>
            <a:r>
              <a:rPr sz="2400" b="0">
                <a:solidFill>
                  <a:srgbClr val="6C7F8C"/>
                </a:solidFill>
                <a:latin typeface="Arial"/>
                <a:ea typeface="Arial"/>
                <a:cs typeface="Arial"/>
              </a:rPr>
              <a:t>PWS: S08 · modelos conceptuales: S24</a:t>
            </a:r>
          </a:p>
        </p:txBody>
      </p:sp>
      <p:sp>
        <p:nvSpPr>
          <p:cNvPr id="4" name="">
            <a:extLst xmlns:a="http://schemas.openxmlformats.org/drawingml/2006/main">
              <a:ext uri="{FF2B5EF4-FFF2-40B4-BE49-F238E27FC236}">
                <a16:creationId xmlns:a16="http://schemas.microsoft.com/office/drawing/2014/main" id="{30D28389-5AD2-498E-8C41-71D0D6477EAB}"/>
              </a:ext>
            </a:extLst>
          </p:cNvPr>
          <p:cNvSpPr>
            <a:spLocks xmlns:a="http://schemas.openxmlformats.org/drawingml/2006/main" noGrp="1"/>
          </p:cNvSpPr>
          <p:nvPr/>
        </p:nvSpPr>
        <p:spPr>
          <a:xfrm xmlns:a="http://schemas.openxmlformats.org/drawingml/2006/main">
            <a:off x="11163300" y="6276975"/>
            <a:ext cx="66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6BA4"/>
                </a:solidFill>
                <a:latin typeface="Arial"/>
                <a:ea typeface="Arial"/>
                <a:cs typeface="Arial"/>
              </a:defRPr>
            </a:defPPr>
          </a:lstStyle>
          <a:p xmlns:a="http://schemas.openxmlformats.org/drawingml/2006/main">
            <a:pPr algn="l">
              <a:defRPr sz="2400" b="1">
                <a:solidFill>
                  <a:srgbClr val="146BA4"/>
                </a:solidFill>
                <a:latin typeface="Arial"/>
                <a:ea typeface="Arial"/>
                <a:cs typeface="Arial"/>
              </a:defRPr>
            </a:pPr>
            <a:r>
              <a:rPr sz="2400" b="1">
                <a:solidFill>
                  <a:srgbClr val="146BA4"/>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E00DF5D3-01A0-4CE2-B01C-70B0C5CA21C5}"/>
              </a:ext>
            </a:extLst>
          </p:cNvPr>
          <p:cNvSpPr>
            <a:spLocks xmlns:a="http://schemas.openxmlformats.org/drawingml/2006/main" noGrp="1"/>
          </p:cNvSpPr>
          <p:nvPr/>
        </p:nvSpPr>
        <p:spPr>
          <a:xfrm xmlns:a="http://schemas.openxmlformats.org/drawingml/2006/main">
            <a:off x="457200" y="1190625"/>
            <a:ext cx="5191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6BA4"/>
                </a:solidFill>
                <a:latin typeface="Arial"/>
                <a:ea typeface="Arial"/>
                <a:cs typeface="Arial"/>
              </a:defRPr>
            </a:defPPr>
          </a:lstStyle>
          <a:p xmlns:a="http://schemas.openxmlformats.org/drawingml/2006/main">
            <a:pPr algn="l">
              <a:defRPr sz="2400" b="1">
                <a:solidFill>
                  <a:srgbClr val="146BA4"/>
                </a:solidFill>
                <a:latin typeface="Arial"/>
                <a:ea typeface="Arial"/>
                <a:cs typeface="Arial"/>
              </a:defRPr>
            </a:pPr>
            <a:r>
              <a:rPr sz="2400" b="1">
                <a:solidFill>
                  <a:srgbClr val="146BA4"/>
                </a:solidFill>
                <a:latin typeface="Arial"/>
                <a:ea typeface="Arial"/>
                <a:cs typeface="Arial"/>
              </a:rPr>
              <a:t>PWS: evacuar carga</a:t>
            </a:r>
          </a:p>
        </p:txBody>
      </p:sp>
      <p:sp>
        <p:nvSpPr>
          <p:cNvPr id="6" name="">
            <a:extLst xmlns:a="http://schemas.openxmlformats.org/drawingml/2006/main">
              <a:ext uri="{FF2B5EF4-FFF2-40B4-BE49-F238E27FC236}">
                <a16:creationId xmlns:a16="http://schemas.microsoft.com/office/drawing/2014/main" id="{AD336390-860D-4B78-8C4F-4CD81E87D8F3}"/>
              </a:ext>
            </a:extLst>
          </p:cNvPr>
          <p:cNvSpPr>
            <a:spLocks xmlns:a="http://schemas.openxmlformats.org/drawingml/2006/main" noGrp="1"/>
          </p:cNvSpPr>
          <p:nvPr/>
        </p:nvSpPr>
        <p:spPr>
          <a:xfrm xmlns:a="http://schemas.openxmlformats.org/drawingml/2006/main">
            <a:off x="6286500" y="1190625"/>
            <a:ext cx="533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6BA4"/>
                </a:solidFill>
                <a:latin typeface="Arial"/>
                <a:ea typeface="Arial"/>
                <a:cs typeface="Arial"/>
              </a:defRPr>
            </a:defPPr>
          </a:lstStyle>
          <a:p xmlns:a="http://schemas.openxmlformats.org/drawingml/2006/main">
            <a:pPr algn="l">
              <a:defRPr sz="2400" b="1">
                <a:solidFill>
                  <a:srgbClr val="146BA4"/>
                </a:solidFill>
                <a:latin typeface="Arial"/>
                <a:ea typeface="Arial"/>
                <a:cs typeface="Arial"/>
              </a:defRPr>
            </a:pPr>
            <a:r>
              <a:rPr sz="2400" b="1">
                <a:solidFill>
                  <a:srgbClr val="146BA4"/>
                </a:solidFill>
                <a:latin typeface="Arial"/>
                <a:ea typeface="Arial"/>
                <a:cs typeface="Arial"/>
              </a:rPr>
              <a:t>Capacitor: conservar carga</a:t>
            </a:r>
          </a:p>
        </p:txBody>
      </p:sp>
      <p:sp>
        <p:nvSpPr>
          <p:cNvPr id="7" name="">
            <a:extLst xmlns:a="http://schemas.openxmlformats.org/drawingml/2006/main">
              <a:ext uri="{FF2B5EF4-FFF2-40B4-BE49-F238E27FC236}">
                <a16:creationId xmlns:a16="http://schemas.microsoft.com/office/drawing/2014/main" id="{E0C88681-B018-4DC7-9C96-36E525194B64}"/>
              </a:ext>
            </a:extLst>
          </p:cNvPr>
          <p:cNvSpPr>
            <a:spLocks xmlns:a="http://schemas.openxmlformats.org/drawingml/2006/main" noGrp="1"/>
          </p:cNvSpPr>
          <p:nvPr/>
        </p:nvSpPr>
        <p:spPr>
          <a:xfrm xmlns:a="http://schemas.openxmlformats.org/drawingml/2006/main">
            <a:off x="1143000" y="2095500"/>
            <a:ext cx="857250" cy="333375"/>
          </a:xfrm>
          <a:custGeom xmlns:a="http://schemas.openxmlformats.org/drawingml/2006/main">
            <a:pathLst>
              <a:path w="857250" h="333375">
                <a:moveTo>
                  <a:pt x="0" y="0"/>
                </a:moveTo>
                <a:lnTo>
                  <a:pt x="428625" y="333375"/>
                </a:lnTo>
                <a:lnTo>
                  <a:pt x="857250" y="0"/>
                </a:lnTo>
              </a:path>
            </a:pathLst>
          </a:custGeom>
          <a:noFill xmlns:a="http://schemas.openxmlformats.org/drawingml/2006/main"/>
          <a:ln xmlns:a="http://schemas.openxmlformats.org/drawingml/2006/main" w="28575">
            <a:solidFill>
              <a:srgbClr val="142C40"/>
            </a:solidFill>
          </a:ln>
        </p:spPr>
      </p:sp>
      <p:sp>
        <p:nvSpPr>
          <p:cNvPr id="8" name="">
            <a:extLst xmlns:a="http://schemas.openxmlformats.org/drawingml/2006/main">
              <a:ext uri="{FF2B5EF4-FFF2-40B4-BE49-F238E27FC236}">
                <a16:creationId xmlns:a16="http://schemas.microsoft.com/office/drawing/2014/main" id="{00BAA235-C169-4838-B07A-8C236A339F58}"/>
              </a:ext>
            </a:extLst>
          </p:cNvPr>
          <p:cNvSpPr>
            <a:spLocks xmlns:a="http://schemas.openxmlformats.org/drawingml/2006/main" noGrp="1"/>
          </p:cNvSpPr>
          <p:nvPr/>
        </p:nvSpPr>
        <p:spPr>
          <a:xfrm xmlns:a="http://schemas.openxmlformats.org/drawingml/2006/main">
            <a:off x="1571625" y="2428875"/>
            <a:ext cx="9525" cy="428625"/>
          </a:xfrm>
          <a:custGeom xmlns:a="http://schemas.openxmlformats.org/drawingml/2006/main">
            <a:pathLst>
              <a:path w="9525" h="428625">
                <a:moveTo>
                  <a:pt x="0" y="0"/>
                </a:moveTo>
                <a:lnTo>
                  <a:pt x="0" y="428625"/>
                </a:lnTo>
              </a:path>
            </a:pathLst>
          </a:custGeom>
          <a:noFill xmlns:a="http://schemas.openxmlformats.org/drawingml/2006/main"/>
          <a:ln xmlns:a="http://schemas.openxmlformats.org/drawingml/2006/main" w="28575">
            <a:solidFill>
              <a:srgbClr val="142C40"/>
            </a:solidFill>
          </a:ln>
        </p:spPr>
      </p:sp>
      <p:sp>
        <p:nvSpPr>
          <p:cNvPr id="9" name="">
            <a:extLst xmlns:a="http://schemas.openxmlformats.org/drawingml/2006/main">
              <a:ext uri="{FF2B5EF4-FFF2-40B4-BE49-F238E27FC236}">
                <a16:creationId xmlns:a16="http://schemas.microsoft.com/office/drawing/2014/main" id="{8BB0694D-FC72-4BE6-9114-16ABB785872E}"/>
              </a:ext>
            </a:extLst>
          </p:cNvPr>
          <p:cNvSpPr>
            <a:spLocks xmlns:a="http://schemas.openxmlformats.org/drawingml/2006/main" noGrp="1"/>
          </p:cNvSpPr>
          <p:nvPr/>
        </p:nvSpPr>
        <p:spPr>
          <a:xfrm xmlns:a="http://schemas.openxmlformats.org/drawingml/2006/main">
            <a:off x="1571625" y="2857500"/>
            <a:ext cx="9525" cy="190500"/>
          </a:xfrm>
          <a:custGeom xmlns:a="http://schemas.openxmlformats.org/drawingml/2006/main">
            <a:pathLst>
              <a:path w="9525" h="190500">
                <a:moveTo>
                  <a:pt x="0" y="0"/>
                </a:moveTo>
                <a:lnTo>
                  <a:pt x="0" y="190500"/>
                </a:lnTo>
              </a:path>
            </a:pathLst>
          </a:custGeom>
          <a:noFill xmlns:a="http://schemas.openxmlformats.org/drawingml/2006/main"/>
          <a:ln xmlns:a="http://schemas.openxmlformats.org/drawingml/2006/main" w="28575">
            <a:solidFill>
              <a:srgbClr val="142C40"/>
            </a:solidFill>
          </a:ln>
        </p:spPr>
      </p:sp>
      <p:sp>
        <p:nvSpPr>
          <p:cNvPr id="10" name="">
            <a:extLst xmlns:a="http://schemas.openxmlformats.org/drawingml/2006/main">
              <a:ext uri="{FF2B5EF4-FFF2-40B4-BE49-F238E27FC236}">
                <a16:creationId xmlns:a16="http://schemas.microsoft.com/office/drawing/2014/main" id="{204C5350-FF9D-41EF-A914-2C99CC2DBB1A}"/>
              </a:ext>
            </a:extLst>
          </p:cNvPr>
          <p:cNvSpPr>
            <a:spLocks xmlns:a="http://schemas.openxmlformats.org/drawingml/2006/main" noGrp="1"/>
          </p:cNvSpPr>
          <p:nvPr/>
        </p:nvSpPr>
        <p:spPr>
          <a:xfrm xmlns:a="http://schemas.openxmlformats.org/drawingml/2006/main">
            <a:off x="1457325" y="3048000"/>
            <a:ext cx="228600" cy="762000"/>
          </a:xfrm>
          <a:prstGeom xmlns:a="http://schemas.openxmlformats.org/drawingml/2006/main" prst="rect">
            <a:avLst/>
          </a:prstGeom>
          <a:noFill xmlns:a="http://schemas.openxmlformats.org/drawingml/2006/main"/>
          <a:ln xmlns:a="http://schemas.openxmlformats.org/drawingml/2006/main" w="19050">
            <a:solidFill>
              <a:srgbClr val="142C40"/>
            </a:solidFill>
          </a:ln>
        </p:spPr>
      </p:sp>
      <p:sp>
        <p:nvSpPr>
          <p:cNvPr id="11" name="">
            <a:extLst xmlns:a="http://schemas.openxmlformats.org/drawingml/2006/main">
              <a:ext uri="{FF2B5EF4-FFF2-40B4-BE49-F238E27FC236}">
                <a16:creationId xmlns:a16="http://schemas.microsoft.com/office/drawing/2014/main" id="{2FDF2135-3FF7-4F16-8559-0AE40019703A}"/>
              </a:ext>
            </a:extLst>
          </p:cNvPr>
          <p:cNvSpPr>
            <a:spLocks xmlns:a="http://schemas.openxmlformats.org/drawingml/2006/main" noGrp="1"/>
          </p:cNvSpPr>
          <p:nvPr/>
        </p:nvSpPr>
        <p:spPr>
          <a:xfrm xmlns:a="http://schemas.openxmlformats.org/drawingml/2006/main">
            <a:off x="1571625" y="3810000"/>
            <a:ext cx="9525" cy="190500"/>
          </a:xfrm>
          <a:custGeom xmlns:a="http://schemas.openxmlformats.org/drawingml/2006/main">
            <a:pathLst>
              <a:path w="9525" h="190500">
                <a:moveTo>
                  <a:pt x="0" y="0"/>
                </a:moveTo>
                <a:lnTo>
                  <a:pt x="0" y="190500"/>
                </a:lnTo>
              </a:path>
            </a:pathLst>
          </a:custGeom>
          <a:noFill xmlns:a="http://schemas.openxmlformats.org/drawingml/2006/main"/>
          <a:ln xmlns:a="http://schemas.openxmlformats.org/drawingml/2006/main" w="28575">
            <a:solidFill>
              <a:srgbClr val="142C40"/>
            </a:solidFill>
          </a:ln>
        </p:spPr>
      </p:sp>
      <p:sp>
        <p:nvSpPr>
          <p:cNvPr id="12" name="">
            <a:extLst xmlns:a="http://schemas.openxmlformats.org/drawingml/2006/main">
              <a:ext uri="{FF2B5EF4-FFF2-40B4-BE49-F238E27FC236}">
                <a16:creationId xmlns:a16="http://schemas.microsoft.com/office/drawing/2014/main" id="{845ED410-9DD3-474C-8411-DAD098BC50EF}"/>
              </a:ext>
            </a:extLst>
          </p:cNvPr>
          <p:cNvSpPr>
            <a:spLocks xmlns:a="http://schemas.openxmlformats.org/drawingml/2006/main" noGrp="1"/>
          </p:cNvSpPr>
          <p:nvPr/>
        </p:nvSpPr>
        <p:spPr>
          <a:xfrm xmlns:a="http://schemas.openxmlformats.org/drawingml/2006/main">
            <a:off x="1571625" y="4000500"/>
            <a:ext cx="9525" cy="114300"/>
          </a:xfrm>
          <a:custGeom xmlns:a="http://schemas.openxmlformats.org/drawingml/2006/main">
            <a:pathLst>
              <a:path w="9525" h="114300">
                <a:moveTo>
                  <a:pt x="0" y="0"/>
                </a:moveTo>
                <a:lnTo>
                  <a:pt x="0" y="114300"/>
                </a:lnTo>
              </a:path>
            </a:pathLst>
          </a:custGeom>
          <a:noFill xmlns:a="http://schemas.openxmlformats.org/drawingml/2006/main"/>
          <a:ln xmlns:a="http://schemas.openxmlformats.org/drawingml/2006/main" w="28575">
            <a:solidFill>
              <a:srgbClr val="142C40"/>
            </a:solidFill>
          </a:ln>
        </p:spPr>
      </p:sp>
      <p:sp>
        <p:nvSpPr>
          <p:cNvPr id="13" name="">
            <a:extLst xmlns:a="http://schemas.openxmlformats.org/drawingml/2006/main">
              <a:ext uri="{FF2B5EF4-FFF2-40B4-BE49-F238E27FC236}">
                <a16:creationId xmlns:a16="http://schemas.microsoft.com/office/drawing/2014/main" id="{CDDB014C-FE55-4076-910D-5FA8B2FFDAA4}"/>
              </a:ext>
            </a:extLst>
          </p:cNvPr>
          <p:cNvSpPr>
            <a:spLocks xmlns:a="http://schemas.openxmlformats.org/drawingml/2006/main" noGrp="1"/>
          </p:cNvSpPr>
          <p:nvPr/>
        </p:nvSpPr>
        <p:spPr>
          <a:xfrm xmlns:a="http://schemas.openxmlformats.org/drawingml/2006/main">
            <a:off x="1343025" y="4114800"/>
            <a:ext cx="457200" cy="9525"/>
          </a:xfrm>
          <a:custGeom xmlns:a="http://schemas.openxmlformats.org/drawingml/2006/main">
            <a:pathLst>
              <a:path w="457200" h="9525">
                <a:moveTo>
                  <a:pt x="0" y="0"/>
                </a:moveTo>
                <a:lnTo>
                  <a:pt x="457200" y="0"/>
                </a:lnTo>
              </a:path>
            </a:pathLst>
          </a:custGeom>
          <a:noFill xmlns:a="http://schemas.openxmlformats.org/drawingml/2006/main"/>
          <a:ln xmlns:a="http://schemas.openxmlformats.org/drawingml/2006/main" w="19050">
            <a:solidFill>
              <a:srgbClr val="142C40"/>
            </a:solidFill>
          </a:ln>
        </p:spPr>
      </p:sp>
      <p:sp>
        <p:nvSpPr>
          <p:cNvPr id="14" name="">
            <a:extLst xmlns:a="http://schemas.openxmlformats.org/drawingml/2006/main">
              <a:ext uri="{FF2B5EF4-FFF2-40B4-BE49-F238E27FC236}">
                <a16:creationId xmlns:a16="http://schemas.microsoft.com/office/drawing/2014/main" id="{228F1848-02BE-40A8-8F86-920346C818A0}"/>
              </a:ext>
            </a:extLst>
          </p:cNvPr>
          <p:cNvSpPr>
            <a:spLocks xmlns:a="http://schemas.openxmlformats.org/drawingml/2006/main" noGrp="1"/>
          </p:cNvSpPr>
          <p:nvPr/>
        </p:nvSpPr>
        <p:spPr>
          <a:xfrm xmlns:a="http://schemas.openxmlformats.org/drawingml/2006/main">
            <a:off x="1428750" y="4191000"/>
            <a:ext cx="285750" cy="9525"/>
          </a:xfrm>
          <a:custGeom xmlns:a="http://schemas.openxmlformats.org/drawingml/2006/main">
            <a:pathLst>
              <a:path w="285750" h="9525">
                <a:moveTo>
                  <a:pt x="0" y="0"/>
                </a:moveTo>
                <a:lnTo>
                  <a:pt x="285750" y="0"/>
                </a:lnTo>
              </a:path>
            </a:pathLst>
          </a:custGeom>
          <a:noFill xmlns:a="http://schemas.openxmlformats.org/drawingml/2006/main"/>
          <a:ln xmlns:a="http://schemas.openxmlformats.org/drawingml/2006/main" w="19050">
            <a:solidFill>
              <a:srgbClr val="142C40"/>
            </a:solidFill>
          </a:ln>
        </p:spPr>
      </p:sp>
      <p:sp>
        <p:nvSpPr>
          <p:cNvPr id="15" name="">
            <a:extLst xmlns:a="http://schemas.openxmlformats.org/drawingml/2006/main">
              <a:ext uri="{FF2B5EF4-FFF2-40B4-BE49-F238E27FC236}">
                <a16:creationId xmlns:a16="http://schemas.microsoft.com/office/drawing/2014/main" id="{2CFEABC8-465D-4B1B-899E-396C8E2BA196}"/>
              </a:ext>
            </a:extLst>
          </p:cNvPr>
          <p:cNvSpPr>
            <a:spLocks xmlns:a="http://schemas.openxmlformats.org/drawingml/2006/main" noGrp="1"/>
          </p:cNvSpPr>
          <p:nvPr/>
        </p:nvSpPr>
        <p:spPr>
          <a:xfrm xmlns:a="http://schemas.openxmlformats.org/drawingml/2006/main">
            <a:off x="1514475" y="4267200"/>
            <a:ext cx="114300" cy="9525"/>
          </a:xfrm>
          <a:custGeom xmlns:a="http://schemas.openxmlformats.org/drawingml/2006/main">
            <a:pathLst>
              <a:path w="114300" h="9525">
                <a:moveTo>
                  <a:pt x="0" y="0"/>
                </a:moveTo>
                <a:lnTo>
                  <a:pt x="114300" y="0"/>
                </a:lnTo>
              </a:path>
            </a:pathLst>
          </a:custGeom>
          <a:noFill xmlns:a="http://schemas.openxmlformats.org/drawingml/2006/main"/>
          <a:ln xmlns:a="http://schemas.openxmlformats.org/drawingml/2006/main" w="19050">
            <a:solidFill>
              <a:srgbClr val="142C40"/>
            </a:solidFill>
          </a:ln>
        </p:spPr>
      </p:sp>
      <p:sp>
        <p:nvSpPr>
          <p:cNvPr id="16" name="">
            <a:extLst xmlns:a="http://schemas.openxmlformats.org/drawingml/2006/main">
              <a:ext uri="{FF2B5EF4-FFF2-40B4-BE49-F238E27FC236}">
                <a16:creationId xmlns:a16="http://schemas.microsoft.com/office/drawing/2014/main" id="{5AD83D6A-7D68-4C4A-A1A4-BF458F08869D}"/>
              </a:ext>
            </a:extLst>
          </p:cNvPr>
          <p:cNvSpPr>
            <a:spLocks xmlns:a="http://schemas.openxmlformats.org/drawingml/2006/main" noGrp="1"/>
          </p:cNvSpPr>
          <p:nvPr/>
        </p:nvSpPr>
        <p:spPr>
          <a:xfrm xmlns:a="http://schemas.openxmlformats.org/drawingml/2006/main">
            <a:off x="742950" y="2571750"/>
            <a:ext cx="542925" cy="285750"/>
          </a:xfrm>
          <a:custGeom xmlns:a="http://schemas.openxmlformats.org/drawingml/2006/main">
            <a:pathLst>
              <a:path w="542925" h="285750">
                <a:moveTo>
                  <a:pt x="0" y="0"/>
                </a:moveTo>
                <a:lnTo>
                  <a:pt x="542925" y="285750"/>
                </a:lnTo>
              </a:path>
            </a:pathLst>
          </a:custGeom>
          <a:noFill xmlns:a="http://schemas.openxmlformats.org/drawingml/2006/main"/>
          <a:ln xmlns:a="http://schemas.openxmlformats.org/drawingml/2006/main" w="28575">
            <a:solidFill>
              <a:srgbClr val="146BA4"/>
            </a:solidFill>
          </a:ln>
        </p:spPr>
      </p:sp>
      <p:sp>
        <p:nvSpPr>
          <p:cNvPr id="17" name="">
            <a:extLst xmlns:a="http://schemas.openxmlformats.org/drawingml/2006/main">
              <a:ext uri="{FF2B5EF4-FFF2-40B4-BE49-F238E27FC236}">
                <a16:creationId xmlns:a16="http://schemas.microsoft.com/office/drawing/2014/main" id="{225763F5-B735-4359-958E-CD9360CA81B1}"/>
              </a:ext>
            </a:extLst>
          </p:cNvPr>
          <p:cNvSpPr>
            <a:spLocks xmlns:a="http://schemas.openxmlformats.org/drawingml/2006/main" noGrp="1"/>
          </p:cNvSpPr>
          <p:nvPr/>
        </p:nvSpPr>
        <p:spPr>
          <a:xfrm xmlns:a="http://schemas.openxmlformats.org/drawingml/2006/main">
            <a:off x="1181162" y="2773231"/>
            <a:ext cx="104713" cy="84269"/>
          </a:xfrm>
          <a:custGeom xmlns:a="http://schemas.openxmlformats.org/drawingml/2006/main">
            <a:pathLst>
              <a:path w="104713" h="84269">
                <a:moveTo>
                  <a:pt x="0" y="80658"/>
                </a:moveTo>
                <a:lnTo>
                  <a:pt x="104713" y="84269"/>
                </a:lnTo>
                <a:lnTo>
                  <a:pt x="42451" y="0"/>
                </a:lnTo>
              </a:path>
            </a:pathLst>
          </a:custGeom>
          <a:noFill xmlns:a="http://schemas.openxmlformats.org/drawingml/2006/main"/>
          <a:ln xmlns:a="http://schemas.openxmlformats.org/drawingml/2006/main" w="28575">
            <a:solidFill>
              <a:srgbClr val="146BA4"/>
            </a:solidFill>
          </a:ln>
        </p:spPr>
      </p:sp>
      <p:sp>
        <p:nvSpPr>
          <p:cNvPr id="18" name="">
            <a:extLst xmlns:a="http://schemas.openxmlformats.org/drawingml/2006/main">
              <a:ext uri="{FF2B5EF4-FFF2-40B4-BE49-F238E27FC236}">
                <a16:creationId xmlns:a16="http://schemas.microsoft.com/office/drawing/2014/main" id="{9C2176D4-A9A8-4B88-A153-36B59DA733DB}"/>
              </a:ext>
            </a:extLst>
          </p:cNvPr>
          <p:cNvSpPr>
            <a:spLocks xmlns:a="http://schemas.openxmlformats.org/drawingml/2006/main" noGrp="1"/>
          </p:cNvSpPr>
          <p:nvPr/>
        </p:nvSpPr>
        <p:spPr>
          <a:xfrm xmlns:a="http://schemas.openxmlformats.org/drawingml/2006/main">
            <a:off x="523875" y="2000250"/>
            <a:ext cx="123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142C40"/>
                </a:solidFill>
                <a:latin typeface="Arial"/>
                <a:ea typeface="Arial"/>
                <a:cs typeface="Arial"/>
              </a:defRPr>
            </a:defPPr>
          </a:lstStyle>
          <a:p xmlns:a="http://schemas.openxmlformats.org/drawingml/2006/main">
            <a:pPr algn="l">
              <a:defRPr sz="2400" b="0">
                <a:solidFill>
                  <a:srgbClr val="142C40"/>
                </a:solidFill>
                <a:latin typeface="Arial"/>
                <a:ea typeface="Arial"/>
                <a:cs typeface="Arial"/>
              </a:defRPr>
            </a:pPr>
            <a:r>
              <a:rPr sz="2400" b="0">
                <a:solidFill>
                  <a:srgbClr val="142C40"/>
                </a:solidFill>
                <a:latin typeface="Arial"/>
                <a:ea typeface="Arial"/>
                <a:cs typeface="Arial"/>
              </a:rPr>
              <a:t>4 µA</a:t>
            </a:r>
          </a:p>
        </p:txBody>
      </p:sp>
      <p:sp>
        <p:nvSpPr>
          <p:cNvPr id="19" name="">
            <a:extLst xmlns:a="http://schemas.openxmlformats.org/drawingml/2006/main">
              <a:ext uri="{FF2B5EF4-FFF2-40B4-BE49-F238E27FC236}">
                <a16:creationId xmlns:a16="http://schemas.microsoft.com/office/drawing/2014/main" id="{0841FFD8-F458-4B4F-A27E-2FA3B2652CD0}"/>
              </a:ext>
            </a:extLst>
          </p:cNvPr>
          <p:cNvSpPr>
            <a:spLocks xmlns:a="http://schemas.openxmlformats.org/drawingml/2006/main" noGrp="1"/>
          </p:cNvSpPr>
          <p:nvPr/>
        </p:nvSpPr>
        <p:spPr>
          <a:xfrm xmlns:a="http://schemas.openxmlformats.org/drawingml/2006/main">
            <a:off x="2095500" y="3095625"/>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142C40"/>
                </a:solidFill>
                <a:latin typeface="Arial"/>
                <a:ea typeface="Arial"/>
                <a:cs typeface="Arial"/>
              </a:defRPr>
            </a:defPPr>
          </a:lstStyle>
          <a:p xmlns:a="http://schemas.openxmlformats.org/drawingml/2006/main">
            <a:pPr algn="l">
              <a:defRPr sz="2400" b="0">
                <a:solidFill>
                  <a:srgbClr val="142C40"/>
                </a:solidFill>
                <a:latin typeface="Arial"/>
                <a:ea typeface="Arial"/>
                <a:cs typeface="Arial"/>
              </a:defRPr>
            </a:pPr>
            <a:r>
              <a:rPr sz="2400" b="0">
                <a:solidFill>
                  <a:srgbClr val="142C40"/>
                </a:solidFill>
                <a:latin typeface="Arial"/>
                <a:ea typeface="Arial"/>
                <a:cs typeface="Arial"/>
              </a:rPr>
              <a:t>20 MΩ</a:t>
            </a:r>
          </a:p>
        </p:txBody>
      </p:sp>
      <p:sp>
        <p:nvSpPr>
          <p:cNvPr id="20" name="">
            <a:extLst xmlns:a="http://schemas.openxmlformats.org/drawingml/2006/main">
              <a:ext uri="{FF2B5EF4-FFF2-40B4-BE49-F238E27FC236}">
                <a16:creationId xmlns:a16="http://schemas.microsoft.com/office/drawing/2014/main" id="{130B7726-C1C8-4052-98D7-67B2AEC3AAD9}"/>
              </a:ext>
            </a:extLst>
          </p:cNvPr>
          <p:cNvSpPr>
            <a:spLocks xmlns:a="http://schemas.openxmlformats.org/drawingml/2006/main" noGrp="1"/>
          </p:cNvSpPr>
          <p:nvPr/>
        </p:nvSpPr>
        <p:spPr>
          <a:xfrm xmlns:a="http://schemas.openxmlformats.org/drawingml/2006/main">
            <a:off x="2095500" y="3714750"/>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700" b="1">
                <a:solidFill>
                  <a:srgbClr val="146BA4"/>
                </a:solidFill>
                <a:latin typeface="Arial"/>
                <a:ea typeface="Arial"/>
                <a:cs typeface="Arial"/>
              </a:defRPr>
            </a:defPPr>
          </a:lstStyle>
          <a:p xmlns:a="http://schemas.openxmlformats.org/drawingml/2006/main">
            <a:pPr algn="l">
              <a:defRPr sz="2700" b="1">
                <a:solidFill>
                  <a:srgbClr val="146BA4"/>
                </a:solidFill>
                <a:latin typeface="Arial"/>
                <a:ea typeface="Arial"/>
                <a:cs typeface="Arial"/>
              </a:defRPr>
            </a:pPr>
            <a:r>
              <a:rPr sz="2700" b="1">
                <a:solidFill>
                  <a:srgbClr val="146BA4"/>
                </a:solidFill>
                <a:latin typeface="Arial"/>
                <a:ea typeface="Arial"/>
                <a:cs typeface="Arial"/>
              </a:rPr>
              <a:t>80 V</a:t>
            </a:r>
          </a:p>
        </p:txBody>
      </p:sp>
      <p:sp>
        <p:nvSpPr>
          <p:cNvPr id="21" name="">
            <a:extLst xmlns:a="http://schemas.openxmlformats.org/drawingml/2006/main">
              <a:ext uri="{FF2B5EF4-FFF2-40B4-BE49-F238E27FC236}">
                <a16:creationId xmlns:a16="http://schemas.microsoft.com/office/drawing/2014/main" id="{288B9851-2730-4C23-B805-F57029CDC677}"/>
              </a:ext>
            </a:extLst>
          </p:cNvPr>
          <p:cNvSpPr>
            <a:spLocks xmlns:a="http://schemas.openxmlformats.org/drawingml/2006/main" noGrp="1"/>
          </p:cNvSpPr>
          <p:nvPr/>
        </p:nvSpPr>
        <p:spPr>
          <a:xfrm xmlns:a="http://schemas.openxmlformats.org/drawingml/2006/main">
            <a:off x="523875" y="4953000"/>
            <a:ext cx="447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3000" b="1">
                <a:solidFill>
                  <a:srgbClr val="142C40"/>
                </a:solidFill>
                <a:latin typeface="Arial"/>
                <a:ea typeface="Arial"/>
                <a:cs typeface="Arial"/>
              </a:defRPr>
            </a:defPPr>
          </a:lstStyle>
          <a:p xmlns:a="http://schemas.openxmlformats.org/drawingml/2006/main">
            <a:pPr algn="l">
              <a:defRPr sz="3000" b="1">
                <a:solidFill>
                  <a:srgbClr val="142C40"/>
                </a:solidFill>
                <a:latin typeface="Arial"/>
                <a:ea typeface="Arial"/>
                <a:cs typeface="Arial"/>
              </a:defRPr>
            </a:pPr>
            <a:r>
              <a:rPr sz="3000" b="1">
                <a:solidFill>
                  <a:srgbClr val="142C40"/>
                </a:solidFill>
                <a:latin typeface="Arial"/>
                <a:ea typeface="Arial"/>
                <a:cs typeface="Arial"/>
              </a:rPr>
              <a:t>V = I · R</a:t>
            </a:r>
          </a:p>
        </p:txBody>
      </p:sp>
      <p:sp>
        <p:nvSpPr>
          <p:cNvPr id="22" name="">
            <a:extLst xmlns:a="http://schemas.openxmlformats.org/drawingml/2006/main">
              <a:ext uri="{FF2B5EF4-FFF2-40B4-BE49-F238E27FC236}">
                <a16:creationId xmlns:a16="http://schemas.microsoft.com/office/drawing/2014/main" id="{0DF9BC04-8DFD-4A97-9234-A12A2590050F}"/>
              </a:ext>
            </a:extLst>
          </p:cNvPr>
          <p:cNvSpPr>
            <a:spLocks xmlns:a="http://schemas.openxmlformats.org/drawingml/2006/main" noGrp="1"/>
          </p:cNvSpPr>
          <p:nvPr/>
        </p:nvSpPr>
        <p:spPr>
          <a:xfrm xmlns:a="http://schemas.openxmlformats.org/drawingml/2006/main">
            <a:off x="6858000" y="2190750"/>
            <a:ext cx="9525" cy="481013"/>
          </a:xfrm>
          <a:custGeom xmlns:a="http://schemas.openxmlformats.org/drawingml/2006/main">
            <a:pathLst>
              <a:path w="9525" h="481013">
                <a:moveTo>
                  <a:pt x="0" y="0"/>
                </a:moveTo>
                <a:lnTo>
                  <a:pt x="0" y="481013"/>
                </a:lnTo>
              </a:path>
            </a:pathLst>
          </a:custGeom>
          <a:noFill xmlns:a="http://schemas.openxmlformats.org/drawingml/2006/main"/>
          <a:ln xmlns:a="http://schemas.openxmlformats.org/drawingml/2006/main" w="28575">
            <a:solidFill>
              <a:srgbClr val="142C40"/>
            </a:solidFill>
          </a:ln>
        </p:spPr>
      </p:sp>
      <p:sp>
        <p:nvSpPr>
          <p:cNvPr id="23" name="">
            <a:extLst xmlns:a="http://schemas.openxmlformats.org/drawingml/2006/main">
              <a:ext uri="{FF2B5EF4-FFF2-40B4-BE49-F238E27FC236}">
                <a16:creationId xmlns:a16="http://schemas.microsoft.com/office/drawing/2014/main" id="{E27E619F-566F-477E-9E9E-ADB5F1967D1C}"/>
              </a:ext>
            </a:extLst>
          </p:cNvPr>
          <p:cNvSpPr>
            <a:spLocks xmlns:a="http://schemas.openxmlformats.org/drawingml/2006/main" noGrp="1"/>
          </p:cNvSpPr>
          <p:nvPr/>
        </p:nvSpPr>
        <p:spPr>
          <a:xfrm xmlns:a="http://schemas.openxmlformats.org/drawingml/2006/main">
            <a:off x="6629400" y="2671763"/>
            <a:ext cx="457200" cy="9525"/>
          </a:xfrm>
          <a:custGeom xmlns:a="http://schemas.openxmlformats.org/drawingml/2006/main">
            <a:pathLst>
              <a:path w="457200" h="9525">
                <a:moveTo>
                  <a:pt x="0" y="0"/>
                </a:moveTo>
                <a:lnTo>
                  <a:pt x="457200" y="0"/>
                </a:lnTo>
              </a:path>
            </a:pathLst>
          </a:custGeom>
          <a:noFill xmlns:a="http://schemas.openxmlformats.org/drawingml/2006/main"/>
          <a:ln xmlns:a="http://schemas.openxmlformats.org/drawingml/2006/main" w="28575">
            <a:solidFill>
              <a:srgbClr val="142C40"/>
            </a:solidFill>
          </a:ln>
        </p:spPr>
      </p:sp>
      <p:sp>
        <p:nvSpPr>
          <p:cNvPr id="24" name="">
            <a:extLst xmlns:a="http://schemas.openxmlformats.org/drawingml/2006/main">
              <a:ext uri="{FF2B5EF4-FFF2-40B4-BE49-F238E27FC236}">
                <a16:creationId xmlns:a16="http://schemas.microsoft.com/office/drawing/2014/main" id="{36AAE4EB-8F5A-45D5-B266-900467A55E50}"/>
              </a:ext>
            </a:extLst>
          </p:cNvPr>
          <p:cNvSpPr>
            <a:spLocks xmlns:a="http://schemas.openxmlformats.org/drawingml/2006/main" noGrp="1"/>
          </p:cNvSpPr>
          <p:nvPr/>
        </p:nvSpPr>
        <p:spPr>
          <a:xfrm xmlns:a="http://schemas.openxmlformats.org/drawingml/2006/main">
            <a:off x="6629400" y="2805113"/>
            <a:ext cx="457200" cy="9525"/>
          </a:xfrm>
          <a:custGeom xmlns:a="http://schemas.openxmlformats.org/drawingml/2006/main">
            <a:pathLst>
              <a:path w="457200" h="9525">
                <a:moveTo>
                  <a:pt x="0" y="0"/>
                </a:moveTo>
                <a:lnTo>
                  <a:pt x="457200" y="0"/>
                </a:lnTo>
              </a:path>
            </a:pathLst>
          </a:custGeom>
          <a:noFill xmlns:a="http://schemas.openxmlformats.org/drawingml/2006/main"/>
          <a:ln xmlns:a="http://schemas.openxmlformats.org/drawingml/2006/main" w="28575">
            <a:solidFill>
              <a:srgbClr val="142C40"/>
            </a:solidFill>
          </a:ln>
        </p:spPr>
      </p:sp>
      <p:sp>
        <p:nvSpPr>
          <p:cNvPr id="25" name="">
            <a:extLst xmlns:a="http://schemas.openxmlformats.org/drawingml/2006/main">
              <a:ext uri="{FF2B5EF4-FFF2-40B4-BE49-F238E27FC236}">
                <a16:creationId xmlns:a16="http://schemas.microsoft.com/office/drawing/2014/main" id="{B881AB9A-3FE4-4AC4-8B07-51401FB81C51}"/>
              </a:ext>
            </a:extLst>
          </p:cNvPr>
          <p:cNvSpPr>
            <a:spLocks xmlns:a="http://schemas.openxmlformats.org/drawingml/2006/main" noGrp="1"/>
          </p:cNvSpPr>
          <p:nvPr/>
        </p:nvSpPr>
        <p:spPr>
          <a:xfrm xmlns:a="http://schemas.openxmlformats.org/drawingml/2006/main">
            <a:off x="6858000" y="2805113"/>
            <a:ext cx="9525" cy="481013"/>
          </a:xfrm>
          <a:custGeom xmlns:a="http://schemas.openxmlformats.org/drawingml/2006/main">
            <a:pathLst>
              <a:path w="9525" h="481013">
                <a:moveTo>
                  <a:pt x="0" y="0"/>
                </a:moveTo>
                <a:lnTo>
                  <a:pt x="0" y="481013"/>
                </a:lnTo>
              </a:path>
            </a:pathLst>
          </a:custGeom>
          <a:noFill xmlns:a="http://schemas.openxmlformats.org/drawingml/2006/main"/>
          <a:ln xmlns:a="http://schemas.openxmlformats.org/drawingml/2006/main" w="28575">
            <a:solidFill>
              <a:srgbClr val="142C40"/>
            </a:solidFill>
          </a:ln>
        </p:spPr>
      </p:sp>
      <p:sp>
        <p:nvSpPr>
          <p:cNvPr id="26" name="">
            <a:extLst xmlns:a="http://schemas.openxmlformats.org/drawingml/2006/main">
              <a:ext uri="{FF2B5EF4-FFF2-40B4-BE49-F238E27FC236}">
                <a16:creationId xmlns:a16="http://schemas.microsoft.com/office/drawing/2014/main" id="{4373EA41-28CD-4220-A4EB-06BA5914E276}"/>
              </a:ext>
            </a:extLst>
          </p:cNvPr>
          <p:cNvSpPr>
            <a:spLocks xmlns:a="http://schemas.openxmlformats.org/drawingml/2006/main" noGrp="1"/>
          </p:cNvSpPr>
          <p:nvPr/>
        </p:nvSpPr>
        <p:spPr>
          <a:xfrm xmlns:a="http://schemas.openxmlformats.org/drawingml/2006/main">
            <a:off x="6858000" y="2190750"/>
            <a:ext cx="1238250" cy="9525"/>
          </a:xfrm>
          <a:custGeom xmlns:a="http://schemas.openxmlformats.org/drawingml/2006/main">
            <a:pathLst>
              <a:path w="1238250" h="9525">
                <a:moveTo>
                  <a:pt x="0" y="0"/>
                </a:moveTo>
                <a:lnTo>
                  <a:pt x="1238250" y="0"/>
                </a:lnTo>
              </a:path>
            </a:pathLst>
          </a:custGeom>
          <a:noFill xmlns:a="http://schemas.openxmlformats.org/drawingml/2006/main"/>
          <a:ln xmlns:a="http://schemas.openxmlformats.org/drawingml/2006/main" w="28575">
            <a:solidFill>
              <a:srgbClr val="142C40"/>
            </a:solidFill>
          </a:ln>
        </p:spPr>
      </p:sp>
      <p:sp>
        <p:nvSpPr>
          <p:cNvPr id="27" name="">
            <a:extLst xmlns:a="http://schemas.openxmlformats.org/drawingml/2006/main">
              <a:ext uri="{FF2B5EF4-FFF2-40B4-BE49-F238E27FC236}">
                <a16:creationId xmlns:a16="http://schemas.microsoft.com/office/drawing/2014/main" id="{BAB45C09-411D-4917-A6BA-30EC5B34BF2E}"/>
              </a:ext>
            </a:extLst>
          </p:cNvPr>
          <p:cNvSpPr>
            <a:spLocks xmlns:a="http://schemas.openxmlformats.org/drawingml/2006/main" noGrp="1"/>
          </p:cNvSpPr>
          <p:nvPr/>
        </p:nvSpPr>
        <p:spPr>
          <a:xfrm xmlns:a="http://schemas.openxmlformats.org/drawingml/2006/main">
            <a:off x="8096250" y="2190750"/>
            <a:ext cx="9525" cy="190500"/>
          </a:xfrm>
          <a:custGeom xmlns:a="http://schemas.openxmlformats.org/drawingml/2006/main">
            <a:pathLst>
              <a:path w="9525" h="190500">
                <a:moveTo>
                  <a:pt x="0" y="0"/>
                </a:moveTo>
                <a:lnTo>
                  <a:pt x="0" y="190500"/>
                </a:lnTo>
              </a:path>
            </a:pathLst>
          </a:custGeom>
          <a:noFill xmlns:a="http://schemas.openxmlformats.org/drawingml/2006/main"/>
          <a:ln xmlns:a="http://schemas.openxmlformats.org/drawingml/2006/main" w="28575">
            <a:solidFill>
              <a:srgbClr val="146BA4"/>
            </a:solidFill>
          </a:ln>
        </p:spPr>
      </p:sp>
      <p:sp>
        <p:nvSpPr>
          <p:cNvPr id="28" name="">
            <a:extLst xmlns:a="http://schemas.openxmlformats.org/drawingml/2006/main">
              <a:ext uri="{FF2B5EF4-FFF2-40B4-BE49-F238E27FC236}">
                <a16:creationId xmlns:a16="http://schemas.microsoft.com/office/drawing/2014/main" id="{1AA79931-B3CD-49D6-ACB7-26258FDBC3E7}"/>
              </a:ext>
            </a:extLst>
          </p:cNvPr>
          <p:cNvSpPr>
            <a:spLocks xmlns:a="http://schemas.openxmlformats.org/drawingml/2006/main" noGrp="1"/>
          </p:cNvSpPr>
          <p:nvPr/>
        </p:nvSpPr>
        <p:spPr>
          <a:xfrm xmlns:a="http://schemas.openxmlformats.org/drawingml/2006/main">
            <a:off x="7981950" y="2381250"/>
            <a:ext cx="228600" cy="714375"/>
          </a:xfrm>
          <a:prstGeom xmlns:a="http://schemas.openxmlformats.org/drawingml/2006/main" prst="rect">
            <a:avLst/>
          </a:prstGeom>
          <a:noFill xmlns:a="http://schemas.openxmlformats.org/drawingml/2006/main"/>
          <a:ln xmlns:a="http://schemas.openxmlformats.org/drawingml/2006/main" w="19050">
            <a:solidFill>
              <a:srgbClr val="146BA4"/>
            </a:solidFill>
          </a:ln>
        </p:spPr>
      </p:sp>
      <p:sp>
        <p:nvSpPr>
          <p:cNvPr id="29" name="">
            <a:extLst xmlns:a="http://schemas.openxmlformats.org/drawingml/2006/main">
              <a:ext uri="{FF2B5EF4-FFF2-40B4-BE49-F238E27FC236}">
                <a16:creationId xmlns:a16="http://schemas.microsoft.com/office/drawing/2014/main" id="{4724B782-838F-4414-A539-FBDB76A5D92D}"/>
              </a:ext>
            </a:extLst>
          </p:cNvPr>
          <p:cNvSpPr>
            <a:spLocks xmlns:a="http://schemas.openxmlformats.org/drawingml/2006/main" noGrp="1"/>
          </p:cNvSpPr>
          <p:nvPr/>
        </p:nvSpPr>
        <p:spPr>
          <a:xfrm xmlns:a="http://schemas.openxmlformats.org/drawingml/2006/main">
            <a:off x="8096250" y="3095625"/>
            <a:ext cx="9525" cy="190500"/>
          </a:xfrm>
          <a:custGeom xmlns:a="http://schemas.openxmlformats.org/drawingml/2006/main">
            <a:pathLst>
              <a:path w="9525" h="190500">
                <a:moveTo>
                  <a:pt x="0" y="0"/>
                </a:moveTo>
                <a:lnTo>
                  <a:pt x="0" y="190500"/>
                </a:lnTo>
              </a:path>
            </a:pathLst>
          </a:custGeom>
          <a:noFill xmlns:a="http://schemas.openxmlformats.org/drawingml/2006/main"/>
          <a:ln xmlns:a="http://schemas.openxmlformats.org/drawingml/2006/main" w="28575">
            <a:solidFill>
              <a:srgbClr val="146BA4"/>
            </a:solidFill>
          </a:ln>
        </p:spPr>
      </p:sp>
      <p:sp>
        <p:nvSpPr>
          <p:cNvPr id="30" name="">
            <a:extLst xmlns:a="http://schemas.openxmlformats.org/drawingml/2006/main">
              <a:ext uri="{FF2B5EF4-FFF2-40B4-BE49-F238E27FC236}">
                <a16:creationId xmlns:a16="http://schemas.microsoft.com/office/drawing/2014/main" id="{770E7673-1E7E-4D11-887B-50990280550D}"/>
              </a:ext>
            </a:extLst>
          </p:cNvPr>
          <p:cNvSpPr>
            <a:spLocks xmlns:a="http://schemas.openxmlformats.org/drawingml/2006/main" noGrp="1"/>
          </p:cNvSpPr>
          <p:nvPr/>
        </p:nvSpPr>
        <p:spPr>
          <a:xfrm xmlns:a="http://schemas.openxmlformats.org/drawingml/2006/main">
            <a:off x="6858000" y="3286125"/>
            <a:ext cx="1238250" cy="9525"/>
          </a:xfrm>
          <a:custGeom xmlns:a="http://schemas.openxmlformats.org/drawingml/2006/main">
            <a:pathLst>
              <a:path w="1238250" h="9525">
                <a:moveTo>
                  <a:pt x="0" y="0"/>
                </a:moveTo>
                <a:lnTo>
                  <a:pt x="1238250" y="0"/>
                </a:lnTo>
              </a:path>
            </a:pathLst>
          </a:custGeom>
          <a:noFill xmlns:a="http://schemas.openxmlformats.org/drawingml/2006/main"/>
          <a:ln xmlns:a="http://schemas.openxmlformats.org/drawingml/2006/main" w="28575">
            <a:solidFill>
              <a:srgbClr val="142C40"/>
            </a:solidFill>
          </a:ln>
        </p:spPr>
      </p:sp>
      <p:sp>
        <p:nvSpPr>
          <p:cNvPr id="31" name="">
            <a:extLst xmlns:a="http://schemas.openxmlformats.org/drawingml/2006/main">
              <a:ext uri="{FF2B5EF4-FFF2-40B4-BE49-F238E27FC236}">
                <a16:creationId xmlns:a16="http://schemas.microsoft.com/office/drawing/2014/main" id="{C510455F-0734-4A6A-97E5-DB4D3B3AA064}"/>
              </a:ext>
            </a:extLst>
          </p:cNvPr>
          <p:cNvSpPr>
            <a:spLocks xmlns:a="http://schemas.openxmlformats.org/drawingml/2006/main" noGrp="1"/>
          </p:cNvSpPr>
          <p:nvPr/>
        </p:nvSpPr>
        <p:spPr>
          <a:xfrm xmlns:a="http://schemas.openxmlformats.org/drawingml/2006/main">
            <a:off x="8477250" y="2524125"/>
            <a:ext cx="190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6BA4"/>
                </a:solidFill>
                <a:latin typeface="Arial"/>
                <a:ea typeface="Arial"/>
                <a:cs typeface="Arial"/>
              </a:defRPr>
            </a:defPPr>
          </a:lstStyle>
          <a:p xmlns:a="http://schemas.openxmlformats.org/drawingml/2006/main">
            <a:pPr algn="l">
              <a:defRPr sz="2400" b="1">
                <a:solidFill>
                  <a:srgbClr val="146BA4"/>
                </a:solidFill>
                <a:latin typeface="Arial"/>
                <a:ea typeface="Arial"/>
                <a:cs typeface="Arial"/>
              </a:defRPr>
            </a:pPr>
            <a:r>
              <a:rPr sz="2400" b="1">
                <a:solidFill>
                  <a:srgbClr val="146BA4"/>
                </a:solidFill>
                <a:latin typeface="Arial"/>
                <a:ea typeface="Arial"/>
                <a:cs typeface="Arial"/>
              </a:rPr>
              <a:t>Fuga</a:t>
            </a:r>
          </a:p>
        </p:txBody>
      </p:sp>
      <p:sp>
        <p:nvSpPr>
          <p:cNvPr id="32" name="">
            <a:extLst xmlns:a="http://schemas.openxmlformats.org/drawingml/2006/main">
              <a:ext uri="{FF2B5EF4-FFF2-40B4-BE49-F238E27FC236}">
                <a16:creationId xmlns:a16="http://schemas.microsoft.com/office/drawing/2014/main" id="{CC35C237-9779-40BC-AAC6-3BB11D802577}"/>
              </a:ext>
            </a:extLst>
          </p:cNvPr>
          <p:cNvSpPr>
            <a:spLocks xmlns:a="http://schemas.openxmlformats.org/drawingml/2006/main" noGrp="1"/>
          </p:cNvSpPr>
          <p:nvPr/>
        </p:nvSpPr>
        <p:spPr>
          <a:xfrm xmlns:a="http://schemas.openxmlformats.org/drawingml/2006/main">
            <a:off x="6715125" y="5238750"/>
            <a:ext cx="4286250" cy="9525"/>
          </a:xfrm>
          <a:custGeom xmlns:a="http://schemas.openxmlformats.org/drawingml/2006/main">
            <a:pathLst>
              <a:path w="4286250" h="9525">
                <a:moveTo>
                  <a:pt x="0" y="0"/>
                </a:moveTo>
                <a:lnTo>
                  <a:pt x="4286250" y="0"/>
                </a:lnTo>
              </a:path>
            </a:pathLst>
          </a:custGeom>
          <a:noFill xmlns:a="http://schemas.openxmlformats.org/drawingml/2006/main"/>
          <a:ln xmlns:a="http://schemas.openxmlformats.org/drawingml/2006/main" w="19050">
            <a:solidFill>
              <a:srgbClr val="6C7F8C"/>
            </a:solidFill>
          </a:ln>
        </p:spPr>
      </p:sp>
      <p:sp>
        <p:nvSpPr>
          <p:cNvPr id="33" name="">
            <a:extLst xmlns:a="http://schemas.openxmlformats.org/drawingml/2006/main">
              <a:ext uri="{FF2B5EF4-FFF2-40B4-BE49-F238E27FC236}">
                <a16:creationId xmlns:a16="http://schemas.microsoft.com/office/drawing/2014/main" id="{DE5BBA96-B436-46F5-92A9-FA7BEBBC0618}"/>
              </a:ext>
            </a:extLst>
          </p:cNvPr>
          <p:cNvSpPr>
            <a:spLocks xmlns:a="http://schemas.openxmlformats.org/drawingml/2006/main" noGrp="1"/>
          </p:cNvSpPr>
          <p:nvPr/>
        </p:nvSpPr>
        <p:spPr>
          <a:xfrm xmlns:a="http://schemas.openxmlformats.org/drawingml/2006/main">
            <a:off x="10907031" y="5193176"/>
            <a:ext cx="94344" cy="91147"/>
          </a:xfrm>
          <a:custGeom xmlns:a="http://schemas.openxmlformats.org/drawingml/2006/main">
            <a:pathLst>
              <a:path w="94344" h="91147">
                <a:moveTo>
                  <a:pt x="0" y="91147"/>
                </a:moveTo>
                <a:lnTo>
                  <a:pt x="94344" y="45574"/>
                </a:lnTo>
                <a:lnTo>
                  <a:pt x="0" y="0"/>
                </a:lnTo>
              </a:path>
            </a:pathLst>
          </a:custGeom>
          <a:noFill xmlns:a="http://schemas.openxmlformats.org/drawingml/2006/main"/>
          <a:ln xmlns:a="http://schemas.openxmlformats.org/drawingml/2006/main" w="19050">
            <a:solidFill>
              <a:srgbClr val="6C7F8C"/>
            </a:solidFill>
          </a:ln>
        </p:spPr>
      </p:sp>
      <p:sp>
        <p:nvSpPr>
          <p:cNvPr id="34" name="">
            <a:extLst xmlns:a="http://schemas.openxmlformats.org/drawingml/2006/main">
              <a:ext uri="{FF2B5EF4-FFF2-40B4-BE49-F238E27FC236}">
                <a16:creationId xmlns:a16="http://schemas.microsoft.com/office/drawing/2014/main" id="{349233E5-1A1B-4815-98A8-A495D94A8A4F}"/>
              </a:ext>
            </a:extLst>
          </p:cNvPr>
          <p:cNvSpPr>
            <a:spLocks xmlns:a="http://schemas.openxmlformats.org/drawingml/2006/main" noGrp="1"/>
          </p:cNvSpPr>
          <p:nvPr/>
        </p:nvSpPr>
        <p:spPr>
          <a:xfrm xmlns:a="http://schemas.openxmlformats.org/drawingml/2006/main">
            <a:off x="6715125" y="3905250"/>
            <a:ext cx="9525" cy="1333500"/>
          </a:xfrm>
          <a:custGeom xmlns:a="http://schemas.openxmlformats.org/drawingml/2006/main">
            <a:pathLst>
              <a:path w="9525" h="1333500">
                <a:moveTo>
                  <a:pt x="0" y="1333500"/>
                </a:moveTo>
                <a:lnTo>
                  <a:pt x="0" y="0"/>
                </a:lnTo>
              </a:path>
            </a:pathLst>
          </a:custGeom>
          <a:noFill xmlns:a="http://schemas.openxmlformats.org/drawingml/2006/main"/>
          <a:ln xmlns:a="http://schemas.openxmlformats.org/drawingml/2006/main" w="19050">
            <a:solidFill>
              <a:srgbClr val="6C7F8C"/>
            </a:solidFill>
          </a:ln>
        </p:spPr>
      </p:sp>
      <p:sp>
        <p:nvSpPr>
          <p:cNvPr id="35" name="">
            <a:extLst xmlns:a="http://schemas.openxmlformats.org/drawingml/2006/main">
              <a:ext uri="{FF2B5EF4-FFF2-40B4-BE49-F238E27FC236}">
                <a16:creationId xmlns:a16="http://schemas.microsoft.com/office/drawing/2014/main" id="{FE4F4F74-1C44-424F-931B-E1DDCE2288E0}"/>
              </a:ext>
            </a:extLst>
          </p:cNvPr>
          <p:cNvSpPr>
            <a:spLocks xmlns:a="http://schemas.openxmlformats.org/drawingml/2006/main" noGrp="1"/>
          </p:cNvSpPr>
          <p:nvPr/>
        </p:nvSpPr>
        <p:spPr>
          <a:xfrm xmlns:a="http://schemas.openxmlformats.org/drawingml/2006/main">
            <a:off x="6669551" y="3905250"/>
            <a:ext cx="91147" cy="94344"/>
          </a:xfrm>
          <a:custGeom xmlns:a="http://schemas.openxmlformats.org/drawingml/2006/main">
            <a:pathLst>
              <a:path w="91147" h="94344">
                <a:moveTo>
                  <a:pt x="91147" y="94344"/>
                </a:moveTo>
                <a:lnTo>
                  <a:pt x="45574" y="0"/>
                </a:lnTo>
                <a:lnTo>
                  <a:pt x="0" y="94344"/>
                </a:lnTo>
              </a:path>
            </a:pathLst>
          </a:custGeom>
          <a:noFill xmlns:a="http://schemas.openxmlformats.org/drawingml/2006/main"/>
          <a:ln xmlns:a="http://schemas.openxmlformats.org/drawingml/2006/main" w="19050">
            <a:solidFill>
              <a:srgbClr val="6C7F8C"/>
            </a:solidFill>
          </a:ln>
        </p:spPr>
      </p:sp>
      <p:sp>
        <p:nvSpPr>
          <p:cNvPr id="36" name="">
            <a:extLst xmlns:a="http://schemas.openxmlformats.org/drawingml/2006/main">
              <a:ext uri="{FF2B5EF4-FFF2-40B4-BE49-F238E27FC236}">
                <a16:creationId xmlns:a16="http://schemas.microsoft.com/office/drawing/2014/main" id="{A7C94FB0-38B2-4164-BFB7-75CD4DFB5821}"/>
              </a:ext>
            </a:extLst>
          </p:cNvPr>
          <p:cNvSpPr>
            <a:spLocks xmlns:a="http://schemas.openxmlformats.org/drawingml/2006/main" noGrp="1"/>
          </p:cNvSpPr>
          <p:nvPr/>
        </p:nvSpPr>
        <p:spPr>
          <a:xfrm xmlns:a="http://schemas.openxmlformats.org/drawingml/2006/main">
            <a:off x="6715125" y="4095750"/>
            <a:ext cx="4000500" cy="9525"/>
          </a:xfrm>
          <a:custGeom xmlns:a="http://schemas.openxmlformats.org/drawingml/2006/main">
            <a:pathLst>
              <a:path w="4000500" h="9525">
                <a:moveTo>
                  <a:pt x="0" y="0"/>
                </a:moveTo>
                <a:lnTo>
                  <a:pt x="714375" y="0"/>
                </a:lnTo>
                <a:lnTo>
                  <a:pt x="1571625" y="0"/>
                </a:lnTo>
                <a:lnTo>
                  <a:pt x="2524125" y="0"/>
                </a:lnTo>
                <a:lnTo>
                  <a:pt x="4000500" y="0"/>
                </a:lnTo>
              </a:path>
            </a:pathLst>
          </a:custGeom>
          <a:noFill xmlns:a="http://schemas.openxmlformats.org/drawingml/2006/main"/>
          <a:ln xmlns:a="http://schemas.openxmlformats.org/drawingml/2006/main" w="28575">
            <a:solidFill>
              <a:srgbClr val="6C7F8C"/>
            </a:solidFill>
          </a:ln>
        </p:spPr>
      </p:sp>
      <p:sp>
        <p:nvSpPr>
          <p:cNvPr id="37" name="">
            <a:extLst xmlns:a="http://schemas.openxmlformats.org/drawingml/2006/main">
              <a:ext uri="{FF2B5EF4-FFF2-40B4-BE49-F238E27FC236}">
                <a16:creationId xmlns:a16="http://schemas.microsoft.com/office/drawing/2014/main" id="{7BBAF5E1-33EF-4A68-AC7A-A7F7B985927B}"/>
              </a:ext>
            </a:extLst>
          </p:cNvPr>
          <p:cNvSpPr>
            <a:spLocks xmlns:a="http://schemas.openxmlformats.org/drawingml/2006/main" noGrp="1"/>
          </p:cNvSpPr>
          <p:nvPr/>
        </p:nvSpPr>
        <p:spPr>
          <a:xfrm xmlns:a="http://schemas.openxmlformats.org/drawingml/2006/main">
            <a:off x="6715125" y="4095750"/>
            <a:ext cx="4000500" cy="1102225"/>
          </a:xfrm>
          <a:custGeom xmlns:a="http://schemas.openxmlformats.org/drawingml/2006/main">
            <a:pathLst>
              <a:path w="4000500" h="1102225">
                <a:moveTo>
                  <a:pt x="0" y="0"/>
                </a:moveTo>
                <a:lnTo>
                  <a:pt x="133350" y="120199"/>
                </a:lnTo>
                <a:lnTo>
                  <a:pt x="266700" y="227757"/>
                </a:lnTo>
                <a:lnTo>
                  <a:pt x="400050" y="324005"/>
                </a:lnTo>
                <a:lnTo>
                  <a:pt x="533400" y="410131"/>
                </a:lnTo>
                <a:lnTo>
                  <a:pt x="666750" y="487200"/>
                </a:lnTo>
                <a:lnTo>
                  <a:pt x="800100" y="556164"/>
                </a:lnTo>
                <a:lnTo>
                  <a:pt x="933450" y="617876"/>
                </a:lnTo>
                <a:lnTo>
                  <a:pt x="1066800" y="673099"/>
                </a:lnTo>
                <a:lnTo>
                  <a:pt x="1200150" y="722514"/>
                </a:lnTo>
                <a:lnTo>
                  <a:pt x="1333500" y="766732"/>
                </a:lnTo>
                <a:lnTo>
                  <a:pt x="1466850" y="806301"/>
                </a:lnTo>
                <a:lnTo>
                  <a:pt x="1600200" y="841708"/>
                </a:lnTo>
                <a:lnTo>
                  <a:pt x="1733550" y="873392"/>
                </a:lnTo>
                <a:lnTo>
                  <a:pt x="1866900" y="901745"/>
                </a:lnTo>
                <a:lnTo>
                  <a:pt x="2000250" y="927115"/>
                </a:lnTo>
                <a:lnTo>
                  <a:pt x="2133600" y="949818"/>
                </a:lnTo>
                <a:lnTo>
                  <a:pt x="2266950" y="970133"/>
                </a:lnTo>
                <a:lnTo>
                  <a:pt x="2400300" y="988312"/>
                </a:lnTo>
                <a:lnTo>
                  <a:pt x="2533650" y="1004579"/>
                </a:lnTo>
                <a:lnTo>
                  <a:pt x="2667000" y="1019135"/>
                </a:lnTo>
                <a:lnTo>
                  <a:pt x="2800350" y="1032161"/>
                </a:lnTo>
                <a:lnTo>
                  <a:pt x="2933700" y="1043817"/>
                </a:lnTo>
                <a:lnTo>
                  <a:pt x="3067050" y="1054247"/>
                </a:lnTo>
                <a:lnTo>
                  <a:pt x="3200400" y="1063580"/>
                </a:lnTo>
                <a:lnTo>
                  <a:pt x="3333750" y="1071932"/>
                </a:lnTo>
                <a:lnTo>
                  <a:pt x="3467100" y="1079406"/>
                </a:lnTo>
                <a:lnTo>
                  <a:pt x="3600450" y="1086093"/>
                </a:lnTo>
                <a:lnTo>
                  <a:pt x="3733800" y="1092078"/>
                </a:lnTo>
                <a:lnTo>
                  <a:pt x="3867150" y="1097433"/>
                </a:lnTo>
                <a:lnTo>
                  <a:pt x="4000500" y="1102225"/>
                </a:lnTo>
              </a:path>
            </a:pathLst>
          </a:custGeom>
          <a:noFill xmlns:a="http://schemas.openxmlformats.org/drawingml/2006/main"/>
          <a:ln xmlns:a="http://schemas.openxmlformats.org/drawingml/2006/main" w="38100">
            <a:solidFill>
              <a:srgbClr val="146BA4"/>
            </a:solidFill>
          </a:ln>
        </p:spPr>
      </p:sp>
      <p:sp>
        <p:nvSpPr>
          <p:cNvPr id="38" name="">
            <a:extLst xmlns:a="http://schemas.openxmlformats.org/drawingml/2006/main">
              <a:ext uri="{FF2B5EF4-FFF2-40B4-BE49-F238E27FC236}">
                <a16:creationId xmlns:a16="http://schemas.microsoft.com/office/drawing/2014/main" id="{85C6A6D7-35D0-4D08-88D1-B2E8C89055BE}"/>
              </a:ext>
            </a:extLst>
          </p:cNvPr>
          <p:cNvSpPr>
            <a:spLocks xmlns:a="http://schemas.openxmlformats.org/drawingml/2006/main" noGrp="1"/>
          </p:cNvSpPr>
          <p:nvPr/>
        </p:nvSpPr>
        <p:spPr>
          <a:xfrm xmlns:a="http://schemas.openxmlformats.org/drawingml/2006/main">
            <a:off x="6096000" y="3571875"/>
            <a:ext cx="161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142C40"/>
                </a:solidFill>
                <a:latin typeface="Arial"/>
                <a:ea typeface="Arial"/>
                <a:cs typeface="Arial"/>
              </a:defRPr>
            </a:defPPr>
          </a:lstStyle>
          <a:p xmlns:a="http://schemas.openxmlformats.org/drawingml/2006/main">
            <a:pPr algn="l">
              <a:defRPr sz="2400" b="0">
                <a:solidFill>
                  <a:srgbClr val="142C40"/>
                </a:solidFill>
                <a:latin typeface="Arial"/>
                <a:ea typeface="Arial"/>
                <a:cs typeface="Arial"/>
              </a:defRPr>
            </a:pPr>
            <a:r>
              <a:rPr sz="2400" b="0">
                <a:solidFill>
                  <a:srgbClr val="142C40"/>
                </a:solidFill>
                <a:latin typeface="Arial"/>
                <a:ea typeface="Arial"/>
                <a:cs typeface="Arial"/>
              </a:rPr>
              <a:t>Carga</a:t>
            </a:r>
          </a:p>
        </p:txBody>
      </p:sp>
      <p:sp>
        <p:nvSpPr>
          <p:cNvPr id="39" name="">
            <a:extLst xmlns:a="http://schemas.openxmlformats.org/drawingml/2006/main">
              <a:ext uri="{FF2B5EF4-FFF2-40B4-BE49-F238E27FC236}">
                <a16:creationId xmlns:a16="http://schemas.microsoft.com/office/drawing/2014/main" id="{ACA917FB-7941-450F-892B-1D840D4C0508}"/>
              </a:ext>
            </a:extLst>
          </p:cNvPr>
          <p:cNvSpPr>
            <a:spLocks xmlns:a="http://schemas.openxmlformats.org/drawingml/2006/main" noGrp="1"/>
          </p:cNvSpPr>
          <p:nvPr/>
        </p:nvSpPr>
        <p:spPr>
          <a:xfrm xmlns:a="http://schemas.openxmlformats.org/drawingml/2006/main">
            <a:off x="9334500" y="5391150"/>
            <a:ext cx="190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142C40"/>
                </a:solidFill>
                <a:latin typeface="Arial"/>
                <a:ea typeface="Arial"/>
                <a:cs typeface="Arial"/>
              </a:defRPr>
            </a:defPPr>
          </a:lstStyle>
          <a:p xmlns:a="http://schemas.openxmlformats.org/drawingml/2006/main">
            <a:pPr algn="l">
              <a:defRPr sz="2400" b="0">
                <a:solidFill>
                  <a:srgbClr val="142C40"/>
                </a:solidFill>
                <a:latin typeface="Arial"/>
                <a:ea typeface="Arial"/>
                <a:cs typeface="Arial"/>
              </a:defRPr>
            </a:pPr>
            <a:r>
              <a:rPr sz="2400" b="0">
                <a:solidFill>
                  <a:srgbClr val="142C40"/>
                </a:solidFill>
                <a:latin typeface="Arial"/>
                <a:ea typeface="Arial"/>
                <a:cs typeface="Arial"/>
              </a:rPr>
              <a:t>Tiempo</a:t>
            </a:r>
          </a:p>
        </p:txBody>
      </p:sp>
    </p:spTree>
    <p:extLst>
      <p:ext uri="{BB962C8B-B14F-4D97-AF65-F5344CB8AC3E}">
        <p14:creationId xmlns:p14="http://schemas.microsoft.com/office/powerpoint/2010/main" val="24930744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6" name="">
            <a:extLst xmlns:a="http://schemas.openxmlformats.org/drawingml/2006/main">
              <a:ext uri="{FF2B5EF4-FFF2-40B4-BE49-F238E27FC236}">
                <a16:creationId xmlns:a16="http://schemas.microsoft.com/office/drawing/2014/main" id="{22F7DAE6-75E0-4498-9A61-E08C53B91D22}"/>
              </a:ext>
            </a:extLst>
          </p:cNvPr>
          <p:cNvSpPr>
            <a:spLocks xmlns:a="http://schemas.openxmlformats.org/drawingml/2006/main" noGrp="1"/>
          </p:cNvSpPr>
          <p:nvPr/>
        </p:nvSpPr>
        <p:spPr>
          <a:xfrm xmlns:a="http://schemas.openxmlformats.org/drawingml/2006/main">
            <a:off x="457200" y="266700"/>
            <a:ext cx="11239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3300" b="1">
                <a:solidFill>
                  <a:srgbClr val="142C40"/>
                </a:solidFill>
                <a:latin typeface="Arial"/>
                <a:ea typeface="Arial"/>
                <a:cs typeface="Arial"/>
              </a:defRPr>
            </a:defPPr>
          </a:lstStyle>
          <a:p xmlns:a="http://schemas.openxmlformats.org/drawingml/2006/main">
            <a:pPr algn="l">
              <a:defRPr sz="3300" b="1">
                <a:solidFill>
                  <a:srgbClr val="142C40"/>
                </a:solidFill>
                <a:latin typeface="Arial"/>
                <a:ea typeface="Arial"/>
                <a:cs typeface="Arial"/>
              </a:defRPr>
            </a:pPr>
            <a:r>
              <a:rPr sz="3300" b="1">
                <a:solidFill>
                  <a:srgbClr val="142C40"/>
                </a:solidFill>
                <a:latin typeface="Arial"/>
                <a:ea typeface="Arial"/>
                <a:cs typeface="Arial"/>
              </a:rPr>
              <a:t>La carga altera señal y ganancia</a:t>
            </a:r>
          </a:p>
        </p:txBody>
      </p:sp>
      <p:sp>
        <p:nvSpPr>
          <p:cNvPr id="2" name="">
            <a:extLst xmlns:a="http://schemas.openxmlformats.org/drawingml/2006/main">
              <a:ext uri="{FF2B5EF4-FFF2-40B4-BE49-F238E27FC236}">
                <a16:creationId xmlns:a16="http://schemas.microsoft.com/office/drawing/2014/main" id="{3C3F63C0-37AD-49FE-A95E-86FB3F54EE6A}"/>
              </a:ext>
            </a:extLst>
          </p:cNvPr>
          <p:cNvSpPr>
            <a:spLocks xmlns:a="http://schemas.openxmlformats.org/drawingml/2006/main" noGrp="1"/>
          </p:cNvSpPr>
          <p:nvPr/>
        </p:nvSpPr>
        <p:spPr>
          <a:xfrm xmlns:a="http://schemas.openxmlformats.org/drawingml/2006/main">
            <a:off x="457200" y="6096000"/>
            <a:ext cx="11258550" cy="9525"/>
          </a:xfrm>
          <a:custGeom xmlns:a="http://schemas.openxmlformats.org/drawingml/2006/main">
            <a:pathLst>
              <a:path w="11258550" h="9525">
                <a:moveTo>
                  <a:pt x="0" y="0"/>
                </a:moveTo>
                <a:lnTo>
                  <a:pt x="11258550" y="0"/>
                </a:lnTo>
              </a:path>
            </a:pathLst>
          </a:custGeom>
          <a:noFill xmlns:a="http://schemas.openxmlformats.org/drawingml/2006/main"/>
          <a:ln xmlns:a="http://schemas.openxmlformats.org/drawingml/2006/main" w="9525">
            <a:solidFill>
              <a:srgbClr val="B9C8D2"/>
            </a:solidFill>
          </a:ln>
        </p:spPr>
      </p:sp>
      <p:sp>
        <p:nvSpPr>
          <p:cNvPr id="3" name="">
            <a:extLst xmlns:a="http://schemas.openxmlformats.org/drawingml/2006/main">
              <a:ext uri="{FF2B5EF4-FFF2-40B4-BE49-F238E27FC236}">
                <a16:creationId xmlns:a16="http://schemas.microsoft.com/office/drawing/2014/main" id="{15CE6A4B-0969-4E00-A5B8-75A729D52DE9}"/>
              </a:ext>
            </a:extLst>
          </p:cNvPr>
          <p:cNvSpPr>
            <a:spLocks xmlns:a="http://schemas.openxmlformats.org/drawingml/2006/main" noGrp="1"/>
          </p:cNvSpPr>
          <p:nvPr/>
        </p:nvSpPr>
        <p:spPr>
          <a:xfrm xmlns:a="http://schemas.openxmlformats.org/drawingml/2006/main">
            <a:off x="457200" y="627697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6C7F8C"/>
                </a:solidFill>
                <a:latin typeface="Arial"/>
                <a:ea typeface="Arial"/>
                <a:cs typeface="Arial"/>
              </a:defRPr>
            </a:defPPr>
          </a:lstStyle>
          <a:p xmlns:a="http://schemas.openxmlformats.org/drawingml/2006/main">
            <a:pPr algn="l">
              <a:defRPr sz="2400" b="0">
                <a:solidFill>
                  <a:srgbClr val="6C7F8C"/>
                </a:solidFill>
                <a:latin typeface="Arial"/>
                <a:ea typeface="Arial"/>
                <a:cs typeface="Arial"/>
              </a:defRPr>
            </a:pPr>
            <a:r>
              <a:rPr sz="2400" b="0">
                <a:solidFill>
                  <a:srgbClr val="6C7F8C"/>
                </a:solidFill>
                <a:latin typeface="Arial"/>
                <a:ea typeface="Arial"/>
                <a:cs typeface="Arial"/>
              </a:rPr>
              <a:t>Modelo físico · ensayos S01, S36</a:t>
            </a:r>
          </a:p>
        </p:txBody>
      </p:sp>
      <p:sp>
        <p:nvSpPr>
          <p:cNvPr id="4" name="">
            <a:extLst xmlns:a="http://schemas.openxmlformats.org/drawingml/2006/main">
              <a:ext uri="{FF2B5EF4-FFF2-40B4-BE49-F238E27FC236}">
                <a16:creationId xmlns:a16="http://schemas.microsoft.com/office/drawing/2014/main" id="{9D0DB318-EC49-4591-8793-D49D5A77780D}"/>
              </a:ext>
            </a:extLst>
          </p:cNvPr>
          <p:cNvSpPr>
            <a:spLocks xmlns:a="http://schemas.openxmlformats.org/drawingml/2006/main" noGrp="1"/>
          </p:cNvSpPr>
          <p:nvPr/>
        </p:nvSpPr>
        <p:spPr>
          <a:xfrm xmlns:a="http://schemas.openxmlformats.org/drawingml/2006/main">
            <a:off x="11163300" y="6276975"/>
            <a:ext cx="66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6BA4"/>
                </a:solidFill>
                <a:latin typeface="Arial"/>
                <a:ea typeface="Arial"/>
                <a:cs typeface="Arial"/>
              </a:defRPr>
            </a:defPPr>
          </a:lstStyle>
          <a:p xmlns:a="http://schemas.openxmlformats.org/drawingml/2006/main">
            <a:pPr algn="l">
              <a:defRPr sz="2400" b="1">
                <a:solidFill>
                  <a:srgbClr val="146BA4"/>
                </a:solidFill>
                <a:latin typeface="Arial"/>
                <a:ea typeface="Arial"/>
                <a:cs typeface="Arial"/>
              </a:defRPr>
            </a:pPr>
            <a:r>
              <a:rPr sz="2400" b="1">
                <a:solidFill>
                  <a:srgbClr val="146BA4"/>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C98E47AF-3481-4024-901D-C4D6400B6991}"/>
              </a:ext>
            </a:extLst>
          </p:cNvPr>
          <p:cNvSpPr>
            <a:spLocks xmlns:a="http://schemas.openxmlformats.org/drawingml/2006/main" noGrp="1"/>
          </p:cNvSpPr>
          <p:nvPr/>
        </p:nvSpPr>
        <p:spPr>
          <a:xfrm xmlns:a="http://schemas.openxmlformats.org/drawingml/2006/main">
            <a:off x="457200" y="1190625"/>
            <a:ext cx="542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6BA4"/>
                </a:solidFill>
                <a:latin typeface="Arial"/>
                <a:ea typeface="Arial"/>
                <a:cs typeface="Arial"/>
              </a:defRPr>
            </a:defPPr>
          </a:lstStyle>
          <a:p xmlns:a="http://schemas.openxmlformats.org/drawingml/2006/main">
            <a:pPr algn="l">
              <a:defRPr sz="2400" b="1">
                <a:solidFill>
                  <a:srgbClr val="146BA4"/>
                </a:solidFill>
                <a:latin typeface="Arial"/>
                <a:ea typeface="Arial"/>
                <a:cs typeface="Arial"/>
              </a:defRPr>
            </a:pPr>
            <a:r>
              <a:rPr sz="2400" b="1">
                <a:solidFill>
                  <a:srgbClr val="146BA4"/>
                </a:solidFill>
                <a:latin typeface="Arial"/>
                <a:ea typeface="Arial"/>
                <a:cs typeface="Arial"/>
              </a:rPr>
              <a:t>Unión: corriente transitoria</a:t>
            </a:r>
          </a:p>
        </p:txBody>
      </p:sp>
      <p:sp>
        <p:nvSpPr>
          <p:cNvPr id="6" name="">
            <a:extLst xmlns:a="http://schemas.openxmlformats.org/drawingml/2006/main">
              <a:ext uri="{FF2B5EF4-FFF2-40B4-BE49-F238E27FC236}">
                <a16:creationId xmlns:a16="http://schemas.microsoft.com/office/drawing/2014/main" id="{0FAE97B7-0013-4B37-BF85-464942144A27}"/>
              </a:ext>
            </a:extLst>
          </p:cNvPr>
          <p:cNvSpPr>
            <a:spLocks xmlns:a="http://schemas.openxmlformats.org/drawingml/2006/main" noGrp="1"/>
          </p:cNvSpPr>
          <p:nvPr/>
        </p:nvSpPr>
        <p:spPr>
          <a:xfrm xmlns:a="http://schemas.openxmlformats.org/drawingml/2006/main">
            <a:off x="762000" y="2095500"/>
            <a:ext cx="2000250" cy="1809750"/>
          </a:xfrm>
          <a:prstGeom xmlns:a="http://schemas.openxmlformats.org/drawingml/2006/main" prst="rect">
            <a:avLst/>
          </a:prstGeom>
          <a:solidFill xmlns:a="http://schemas.openxmlformats.org/drawingml/2006/main">
            <a:srgbClr val="E4EF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130E7F9-B601-460F-B56D-7F4024DDBB2A}"/>
              </a:ext>
            </a:extLst>
          </p:cNvPr>
          <p:cNvSpPr>
            <a:spLocks xmlns:a="http://schemas.openxmlformats.org/drawingml/2006/main" noGrp="1"/>
          </p:cNvSpPr>
          <p:nvPr/>
        </p:nvSpPr>
        <p:spPr>
          <a:xfrm xmlns:a="http://schemas.openxmlformats.org/drawingml/2006/main">
            <a:off x="2762250" y="2095500"/>
            <a:ext cx="2000250" cy="1809750"/>
          </a:xfrm>
          <a:prstGeom xmlns:a="http://schemas.openxmlformats.org/drawingml/2006/main" prst="rect">
            <a:avLst/>
          </a:prstGeom>
          <a:solidFill xmlns:a="http://schemas.openxmlformats.org/drawingml/2006/main">
            <a:srgbClr val="F5F7F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075BF84-AA45-4FA7-B2E9-B1BB620A7E4A}"/>
              </a:ext>
            </a:extLst>
          </p:cNvPr>
          <p:cNvSpPr>
            <a:spLocks xmlns:a="http://schemas.openxmlformats.org/drawingml/2006/main" noGrp="1"/>
          </p:cNvSpPr>
          <p:nvPr/>
        </p:nvSpPr>
        <p:spPr>
          <a:xfrm xmlns:a="http://schemas.openxmlformats.org/drawingml/2006/main">
            <a:off x="2762250" y="2095500"/>
            <a:ext cx="9525" cy="1809750"/>
          </a:xfrm>
          <a:custGeom xmlns:a="http://schemas.openxmlformats.org/drawingml/2006/main">
            <a:pathLst>
              <a:path w="9525" h="1809750">
                <a:moveTo>
                  <a:pt x="0" y="0"/>
                </a:moveTo>
                <a:lnTo>
                  <a:pt x="0" y="1809750"/>
                </a:lnTo>
              </a:path>
            </a:pathLst>
          </a:custGeom>
          <a:noFill xmlns:a="http://schemas.openxmlformats.org/drawingml/2006/main"/>
          <a:ln xmlns:a="http://schemas.openxmlformats.org/drawingml/2006/main" w="19050">
            <a:solidFill>
              <a:srgbClr val="6C7F8C"/>
            </a:solidFill>
          </a:ln>
        </p:spPr>
      </p:sp>
      <p:sp>
        <p:nvSpPr>
          <p:cNvPr id="9" name="">
            <a:extLst xmlns:a="http://schemas.openxmlformats.org/drawingml/2006/main">
              <a:ext uri="{FF2B5EF4-FFF2-40B4-BE49-F238E27FC236}">
                <a16:creationId xmlns:a16="http://schemas.microsoft.com/office/drawing/2014/main" id="{90E15AC0-C217-4DC3-8C39-0E1D60FE34D4}"/>
              </a:ext>
            </a:extLst>
          </p:cNvPr>
          <p:cNvSpPr>
            <a:spLocks xmlns:a="http://schemas.openxmlformats.org/drawingml/2006/main" noGrp="1"/>
          </p:cNvSpPr>
          <p:nvPr/>
        </p:nvSpPr>
        <p:spPr>
          <a:xfrm xmlns:a="http://schemas.openxmlformats.org/drawingml/2006/main">
            <a:off x="1619250" y="4095750"/>
            <a:ext cx="76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142C40"/>
                </a:solidFill>
                <a:latin typeface="Arial"/>
                <a:ea typeface="Arial"/>
                <a:cs typeface="Arial"/>
              </a:defRPr>
            </a:defPPr>
          </a:lstStyle>
          <a:p xmlns:a="http://schemas.openxmlformats.org/drawingml/2006/main">
            <a:pPr algn="l">
              <a:defRPr sz="2400" b="0">
                <a:solidFill>
                  <a:srgbClr val="142C40"/>
                </a:solidFill>
                <a:latin typeface="Arial"/>
                <a:ea typeface="Arial"/>
                <a:cs typeface="Arial"/>
              </a:defRPr>
            </a:pPr>
            <a:r>
              <a:rPr sz="2400" b="0">
                <a:solidFill>
                  <a:srgbClr val="142C40"/>
                </a:solidFill>
                <a:latin typeface="Arial"/>
                <a:ea typeface="Arial"/>
                <a:cs typeface="Arial"/>
              </a:rPr>
              <a:t>p</a:t>
            </a:r>
          </a:p>
        </p:txBody>
      </p:sp>
      <p:sp>
        <p:nvSpPr>
          <p:cNvPr id="10" name="">
            <a:extLst xmlns:a="http://schemas.openxmlformats.org/drawingml/2006/main">
              <a:ext uri="{FF2B5EF4-FFF2-40B4-BE49-F238E27FC236}">
                <a16:creationId xmlns:a16="http://schemas.microsoft.com/office/drawing/2014/main" id="{29AFAAE7-9A17-4532-871D-88AE31B01C83}"/>
              </a:ext>
            </a:extLst>
          </p:cNvPr>
          <p:cNvSpPr>
            <a:spLocks xmlns:a="http://schemas.openxmlformats.org/drawingml/2006/main" noGrp="1"/>
          </p:cNvSpPr>
          <p:nvPr/>
        </p:nvSpPr>
        <p:spPr>
          <a:xfrm xmlns:a="http://schemas.openxmlformats.org/drawingml/2006/main">
            <a:off x="3524250" y="4095750"/>
            <a:ext cx="76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142C40"/>
                </a:solidFill>
                <a:latin typeface="Arial"/>
                <a:ea typeface="Arial"/>
                <a:cs typeface="Arial"/>
              </a:defRPr>
            </a:defPPr>
          </a:lstStyle>
          <a:p xmlns:a="http://schemas.openxmlformats.org/drawingml/2006/main">
            <a:pPr algn="l">
              <a:defRPr sz="2400" b="0">
                <a:solidFill>
                  <a:srgbClr val="142C40"/>
                </a:solidFill>
                <a:latin typeface="Arial"/>
                <a:ea typeface="Arial"/>
                <a:cs typeface="Arial"/>
              </a:defRPr>
            </a:pPr>
            <a:r>
              <a:rPr sz="2400" b="0">
                <a:solidFill>
                  <a:srgbClr val="142C40"/>
                </a:solidFill>
                <a:latin typeface="Arial"/>
                <a:ea typeface="Arial"/>
                <a:cs typeface="Arial"/>
              </a:rPr>
              <a:t>n</a:t>
            </a:r>
          </a:p>
        </p:txBody>
      </p:sp>
      <p:sp>
        <p:nvSpPr>
          <p:cNvPr id="11" name="">
            <a:extLst xmlns:a="http://schemas.openxmlformats.org/drawingml/2006/main">
              <a:ext uri="{FF2B5EF4-FFF2-40B4-BE49-F238E27FC236}">
                <a16:creationId xmlns:a16="http://schemas.microsoft.com/office/drawing/2014/main" id="{1022283C-A75A-469C-ABFA-E7F4E9B3D753}"/>
              </a:ext>
            </a:extLst>
          </p:cNvPr>
          <p:cNvSpPr>
            <a:spLocks xmlns:a="http://schemas.openxmlformats.org/drawingml/2006/main" noGrp="1"/>
          </p:cNvSpPr>
          <p:nvPr/>
        </p:nvSpPr>
        <p:spPr>
          <a:xfrm xmlns:a="http://schemas.openxmlformats.org/drawingml/2006/main">
            <a:off x="2505075" y="2714625"/>
            <a:ext cx="285750" cy="285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46BA4"/>
            </a:solidFill>
          </a:ln>
        </p:spPr>
      </p:sp>
      <p:sp>
        <p:nvSpPr>
          <p:cNvPr id="12" name="">
            <a:extLst xmlns:a="http://schemas.openxmlformats.org/drawingml/2006/main">
              <a:ext uri="{FF2B5EF4-FFF2-40B4-BE49-F238E27FC236}">
                <a16:creationId xmlns:a16="http://schemas.microsoft.com/office/drawing/2014/main" id="{E181C571-ACB2-4F57-B10E-A7F3DBA347CA}"/>
              </a:ext>
            </a:extLst>
          </p:cNvPr>
          <p:cNvSpPr>
            <a:spLocks xmlns:a="http://schemas.openxmlformats.org/drawingml/2006/main" noGrp="1"/>
          </p:cNvSpPr>
          <p:nvPr/>
        </p:nvSpPr>
        <p:spPr>
          <a:xfrm xmlns:a="http://schemas.openxmlformats.org/drawingml/2006/main">
            <a:off x="2514600" y="2676525"/>
            <a:ext cx="266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400" b="0">
                <a:solidFill>
                  <a:srgbClr val="146BA4"/>
                </a:solidFill>
                <a:latin typeface="Arial"/>
                <a:ea typeface="Arial"/>
                <a:cs typeface="Arial"/>
              </a:defRPr>
            </a:defPPr>
          </a:lstStyle>
          <a:p xmlns:a="http://schemas.openxmlformats.org/drawingml/2006/main">
            <a:pPr algn="ctr">
              <a:defRPr sz="2400" b="0">
                <a:solidFill>
                  <a:srgbClr val="146BA4"/>
                </a:solidFill>
                <a:latin typeface="Arial"/>
                <a:ea typeface="Arial"/>
                <a:cs typeface="Arial"/>
              </a:defRPr>
            </a:pPr>
            <a:r>
              <a:rPr sz="2400" b="0">
                <a:solidFill>
                  <a:srgbClr val="146BA4"/>
                </a:solidFill>
                <a:latin typeface="Arial"/>
                <a:ea typeface="Arial"/>
                <a:cs typeface="Arial"/>
              </a:rPr>
              <a:t>+</a:t>
            </a:r>
          </a:p>
        </p:txBody>
      </p:sp>
      <p:sp>
        <p:nvSpPr>
          <p:cNvPr id="13" name="">
            <a:extLst xmlns:a="http://schemas.openxmlformats.org/drawingml/2006/main">
              <a:ext uri="{FF2B5EF4-FFF2-40B4-BE49-F238E27FC236}">
                <a16:creationId xmlns:a16="http://schemas.microsoft.com/office/drawing/2014/main" id="{C481B59C-A69C-4C52-896E-7862F9E9AB98}"/>
              </a:ext>
            </a:extLst>
          </p:cNvPr>
          <p:cNvSpPr>
            <a:spLocks xmlns:a="http://schemas.openxmlformats.org/drawingml/2006/main" noGrp="1"/>
          </p:cNvSpPr>
          <p:nvPr/>
        </p:nvSpPr>
        <p:spPr>
          <a:xfrm xmlns:a="http://schemas.openxmlformats.org/drawingml/2006/main">
            <a:off x="2781300" y="2714625"/>
            <a:ext cx="285750" cy="285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46BA4"/>
            </a:solidFill>
          </a:ln>
        </p:spPr>
      </p:sp>
      <p:sp>
        <p:nvSpPr>
          <p:cNvPr id="14" name="">
            <a:extLst xmlns:a="http://schemas.openxmlformats.org/drawingml/2006/main">
              <a:ext uri="{FF2B5EF4-FFF2-40B4-BE49-F238E27FC236}">
                <a16:creationId xmlns:a16="http://schemas.microsoft.com/office/drawing/2014/main" id="{8A143A09-C8D9-4D71-8DEA-19B5FAE338A9}"/>
              </a:ext>
            </a:extLst>
          </p:cNvPr>
          <p:cNvSpPr>
            <a:spLocks xmlns:a="http://schemas.openxmlformats.org/drawingml/2006/main" noGrp="1"/>
          </p:cNvSpPr>
          <p:nvPr/>
        </p:nvSpPr>
        <p:spPr>
          <a:xfrm xmlns:a="http://schemas.openxmlformats.org/drawingml/2006/main">
            <a:off x="2790825" y="2676525"/>
            <a:ext cx="266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400" b="0">
                <a:solidFill>
                  <a:srgbClr val="146BA4"/>
                </a:solidFill>
                <a:latin typeface="Arial"/>
                <a:ea typeface="Arial"/>
                <a:cs typeface="Arial"/>
              </a:defRPr>
            </a:defPPr>
          </a:lstStyle>
          <a:p xmlns:a="http://schemas.openxmlformats.org/drawingml/2006/main">
            <a:pPr algn="ctr">
              <a:defRPr sz="2400" b="0">
                <a:solidFill>
                  <a:srgbClr val="146BA4"/>
                </a:solidFill>
                <a:latin typeface="Arial"/>
                <a:ea typeface="Arial"/>
                <a:cs typeface="Arial"/>
              </a:defRPr>
            </a:pPr>
            <a:r>
              <a:rPr sz="2400" b="0">
                <a:solidFill>
                  <a:srgbClr val="146BA4"/>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68AC0A43-2B37-4210-B1AA-0F1CABB305EE}"/>
              </a:ext>
            </a:extLst>
          </p:cNvPr>
          <p:cNvSpPr>
            <a:spLocks xmlns:a="http://schemas.openxmlformats.org/drawingml/2006/main" noGrp="1"/>
          </p:cNvSpPr>
          <p:nvPr/>
        </p:nvSpPr>
        <p:spPr>
          <a:xfrm xmlns:a="http://schemas.openxmlformats.org/drawingml/2006/main">
            <a:off x="1428750" y="2857500"/>
            <a:ext cx="1133475" cy="9525"/>
          </a:xfrm>
          <a:custGeom xmlns:a="http://schemas.openxmlformats.org/drawingml/2006/main">
            <a:pathLst>
              <a:path w="1133475" h="9525">
                <a:moveTo>
                  <a:pt x="1133475" y="0"/>
                </a:moveTo>
                <a:lnTo>
                  <a:pt x="0" y="0"/>
                </a:lnTo>
              </a:path>
            </a:pathLst>
          </a:custGeom>
          <a:noFill xmlns:a="http://schemas.openxmlformats.org/drawingml/2006/main"/>
          <a:ln xmlns:a="http://schemas.openxmlformats.org/drawingml/2006/main" w="28575">
            <a:solidFill>
              <a:srgbClr val="146BA4"/>
            </a:solidFill>
          </a:ln>
        </p:spPr>
      </p:sp>
      <p:sp>
        <p:nvSpPr>
          <p:cNvPr id="16" name="">
            <a:extLst xmlns:a="http://schemas.openxmlformats.org/drawingml/2006/main">
              <a:ext uri="{FF2B5EF4-FFF2-40B4-BE49-F238E27FC236}">
                <a16:creationId xmlns:a16="http://schemas.microsoft.com/office/drawing/2014/main" id="{0AA33CFC-2DD0-4347-8F6D-2603DE149564}"/>
              </a:ext>
            </a:extLst>
          </p:cNvPr>
          <p:cNvSpPr>
            <a:spLocks xmlns:a="http://schemas.openxmlformats.org/drawingml/2006/main" noGrp="1"/>
          </p:cNvSpPr>
          <p:nvPr/>
        </p:nvSpPr>
        <p:spPr>
          <a:xfrm xmlns:a="http://schemas.openxmlformats.org/drawingml/2006/main">
            <a:off x="1428750" y="2811926"/>
            <a:ext cx="94344" cy="91147"/>
          </a:xfrm>
          <a:custGeom xmlns:a="http://schemas.openxmlformats.org/drawingml/2006/main">
            <a:pathLst>
              <a:path w="94344" h="91147">
                <a:moveTo>
                  <a:pt x="94344" y="0"/>
                </a:moveTo>
                <a:lnTo>
                  <a:pt x="0" y="45574"/>
                </a:lnTo>
                <a:lnTo>
                  <a:pt x="94344" y="91147"/>
                </a:lnTo>
              </a:path>
            </a:pathLst>
          </a:custGeom>
          <a:noFill xmlns:a="http://schemas.openxmlformats.org/drawingml/2006/main"/>
          <a:ln xmlns:a="http://schemas.openxmlformats.org/drawingml/2006/main" w="28575">
            <a:solidFill>
              <a:srgbClr val="146BA4"/>
            </a:solidFill>
          </a:ln>
        </p:spPr>
      </p:sp>
      <p:sp>
        <p:nvSpPr>
          <p:cNvPr id="17" name="">
            <a:extLst xmlns:a="http://schemas.openxmlformats.org/drawingml/2006/main">
              <a:ext uri="{FF2B5EF4-FFF2-40B4-BE49-F238E27FC236}">
                <a16:creationId xmlns:a16="http://schemas.microsoft.com/office/drawing/2014/main" id="{4DED0ABA-4812-4705-AFB0-2F45F9CB7DF3}"/>
              </a:ext>
            </a:extLst>
          </p:cNvPr>
          <p:cNvSpPr>
            <a:spLocks xmlns:a="http://schemas.openxmlformats.org/drawingml/2006/main" noGrp="1"/>
          </p:cNvSpPr>
          <p:nvPr/>
        </p:nvSpPr>
        <p:spPr>
          <a:xfrm xmlns:a="http://schemas.openxmlformats.org/drawingml/2006/main">
            <a:off x="3086100" y="2857500"/>
            <a:ext cx="1057275" cy="9525"/>
          </a:xfrm>
          <a:custGeom xmlns:a="http://schemas.openxmlformats.org/drawingml/2006/main">
            <a:pathLst>
              <a:path w="1057275" h="9525">
                <a:moveTo>
                  <a:pt x="0" y="0"/>
                </a:moveTo>
                <a:lnTo>
                  <a:pt x="1057275" y="0"/>
                </a:lnTo>
              </a:path>
            </a:pathLst>
          </a:custGeom>
          <a:noFill xmlns:a="http://schemas.openxmlformats.org/drawingml/2006/main"/>
          <a:ln xmlns:a="http://schemas.openxmlformats.org/drawingml/2006/main" w="28575">
            <a:solidFill>
              <a:srgbClr val="146BA4"/>
            </a:solidFill>
          </a:ln>
        </p:spPr>
      </p:sp>
      <p:sp>
        <p:nvSpPr>
          <p:cNvPr id="18" name="">
            <a:extLst xmlns:a="http://schemas.openxmlformats.org/drawingml/2006/main">
              <a:ext uri="{FF2B5EF4-FFF2-40B4-BE49-F238E27FC236}">
                <a16:creationId xmlns:a16="http://schemas.microsoft.com/office/drawing/2014/main" id="{F7D875F5-E6A1-4F92-B653-3F3B709103D8}"/>
              </a:ext>
            </a:extLst>
          </p:cNvPr>
          <p:cNvSpPr>
            <a:spLocks xmlns:a="http://schemas.openxmlformats.org/drawingml/2006/main" noGrp="1"/>
          </p:cNvSpPr>
          <p:nvPr/>
        </p:nvSpPr>
        <p:spPr>
          <a:xfrm xmlns:a="http://schemas.openxmlformats.org/drawingml/2006/main">
            <a:off x="4049031" y="2811926"/>
            <a:ext cx="94344" cy="91147"/>
          </a:xfrm>
          <a:custGeom xmlns:a="http://schemas.openxmlformats.org/drawingml/2006/main">
            <a:pathLst>
              <a:path w="94344" h="91147">
                <a:moveTo>
                  <a:pt x="0" y="91147"/>
                </a:moveTo>
                <a:lnTo>
                  <a:pt x="94344" y="45574"/>
                </a:lnTo>
                <a:lnTo>
                  <a:pt x="0" y="0"/>
                </a:lnTo>
              </a:path>
            </a:pathLst>
          </a:custGeom>
          <a:noFill xmlns:a="http://schemas.openxmlformats.org/drawingml/2006/main"/>
          <a:ln xmlns:a="http://schemas.openxmlformats.org/drawingml/2006/main" w="28575">
            <a:solidFill>
              <a:srgbClr val="146BA4"/>
            </a:solidFill>
          </a:ln>
        </p:spPr>
      </p:sp>
      <p:sp>
        <p:nvSpPr>
          <p:cNvPr id="19" name="">
            <a:extLst xmlns:a="http://schemas.openxmlformats.org/drawingml/2006/main">
              <a:ext uri="{FF2B5EF4-FFF2-40B4-BE49-F238E27FC236}">
                <a16:creationId xmlns:a16="http://schemas.microsoft.com/office/drawing/2014/main" id="{A63611A1-A9E2-4F15-AC0F-71CA97AB936B}"/>
              </a:ext>
            </a:extLst>
          </p:cNvPr>
          <p:cNvSpPr>
            <a:spLocks xmlns:a="http://schemas.openxmlformats.org/drawingml/2006/main" noGrp="1"/>
          </p:cNvSpPr>
          <p:nvPr/>
        </p:nvSpPr>
        <p:spPr>
          <a:xfrm xmlns:a="http://schemas.openxmlformats.org/drawingml/2006/main">
            <a:off x="2790825" y="1762125"/>
            <a:ext cx="66675" cy="809625"/>
          </a:xfrm>
          <a:custGeom xmlns:a="http://schemas.openxmlformats.org/drawingml/2006/main">
            <a:pathLst>
              <a:path w="66675" h="809625">
                <a:moveTo>
                  <a:pt x="66675" y="0"/>
                </a:moveTo>
                <a:lnTo>
                  <a:pt x="0" y="809625"/>
                </a:lnTo>
              </a:path>
            </a:pathLst>
          </a:custGeom>
          <a:noFill xmlns:a="http://schemas.openxmlformats.org/drawingml/2006/main"/>
          <a:ln xmlns:a="http://schemas.openxmlformats.org/drawingml/2006/main" w="28575">
            <a:solidFill>
              <a:srgbClr val="146BA4"/>
            </a:solidFill>
          </a:ln>
        </p:spPr>
      </p:sp>
      <p:sp>
        <p:nvSpPr>
          <p:cNvPr id="20" name="">
            <a:extLst xmlns:a="http://schemas.openxmlformats.org/drawingml/2006/main">
              <a:ext uri="{FF2B5EF4-FFF2-40B4-BE49-F238E27FC236}">
                <a16:creationId xmlns:a16="http://schemas.microsoft.com/office/drawing/2014/main" id="{6000EAA4-028D-497D-AA2A-76C571A21FE7}"/>
              </a:ext>
            </a:extLst>
          </p:cNvPr>
          <p:cNvSpPr>
            <a:spLocks xmlns:a="http://schemas.openxmlformats.org/drawingml/2006/main" noGrp="1"/>
          </p:cNvSpPr>
          <p:nvPr/>
        </p:nvSpPr>
        <p:spPr>
          <a:xfrm xmlns:a="http://schemas.openxmlformats.org/drawingml/2006/main">
            <a:off x="2753149" y="2473984"/>
            <a:ext cx="90840" cy="97766"/>
          </a:xfrm>
          <a:custGeom xmlns:a="http://schemas.openxmlformats.org/drawingml/2006/main">
            <a:pathLst>
              <a:path w="90840" h="97766">
                <a:moveTo>
                  <a:pt x="0" y="0"/>
                </a:moveTo>
                <a:lnTo>
                  <a:pt x="37676" y="97766"/>
                </a:lnTo>
                <a:lnTo>
                  <a:pt x="90840" y="7481"/>
                </a:lnTo>
              </a:path>
            </a:pathLst>
          </a:custGeom>
          <a:noFill xmlns:a="http://schemas.openxmlformats.org/drawingml/2006/main"/>
          <a:ln xmlns:a="http://schemas.openxmlformats.org/drawingml/2006/main" w="28575">
            <a:solidFill>
              <a:srgbClr val="146BA4"/>
            </a:solidFill>
          </a:ln>
        </p:spPr>
      </p:sp>
      <p:sp>
        <p:nvSpPr>
          <p:cNvPr id="21" name="">
            <a:extLst xmlns:a="http://schemas.openxmlformats.org/drawingml/2006/main">
              <a:ext uri="{FF2B5EF4-FFF2-40B4-BE49-F238E27FC236}">
                <a16:creationId xmlns:a16="http://schemas.microsoft.com/office/drawing/2014/main" id="{7958E1F6-19DD-4EBE-87B9-A5339B47248F}"/>
              </a:ext>
            </a:extLst>
          </p:cNvPr>
          <p:cNvSpPr>
            <a:spLocks xmlns:a="http://schemas.openxmlformats.org/drawingml/2006/main" noGrp="1"/>
          </p:cNvSpPr>
          <p:nvPr/>
        </p:nvSpPr>
        <p:spPr>
          <a:xfrm xmlns:a="http://schemas.openxmlformats.org/drawingml/2006/main">
            <a:off x="1905000" y="3600450"/>
            <a:ext cx="1762125" cy="9525"/>
          </a:xfrm>
          <a:custGeom xmlns:a="http://schemas.openxmlformats.org/drawingml/2006/main">
            <a:pathLst>
              <a:path w="1762125" h="9525">
                <a:moveTo>
                  <a:pt x="1762125" y="0"/>
                </a:moveTo>
                <a:lnTo>
                  <a:pt x="0" y="0"/>
                </a:lnTo>
              </a:path>
            </a:pathLst>
          </a:custGeom>
          <a:noFill xmlns:a="http://schemas.openxmlformats.org/drawingml/2006/main"/>
          <a:ln xmlns:a="http://schemas.openxmlformats.org/drawingml/2006/main" w="19050">
            <a:solidFill>
              <a:srgbClr val="6C7F8C"/>
            </a:solidFill>
          </a:ln>
        </p:spPr>
      </p:sp>
      <p:sp>
        <p:nvSpPr>
          <p:cNvPr id="22" name="">
            <a:extLst xmlns:a="http://schemas.openxmlformats.org/drawingml/2006/main">
              <a:ext uri="{FF2B5EF4-FFF2-40B4-BE49-F238E27FC236}">
                <a16:creationId xmlns:a16="http://schemas.microsoft.com/office/drawing/2014/main" id="{5ACF1312-F617-4F65-8FAF-A30CB8C41580}"/>
              </a:ext>
            </a:extLst>
          </p:cNvPr>
          <p:cNvSpPr>
            <a:spLocks xmlns:a="http://schemas.openxmlformats.org/drawingml/2006/main" noGrp="1"/>
          </p:cNvSpPr>
          <p:nvPr/>
        </p:nvSpPr>
        <p:spPr>
          <a:xfrm xmlns:a="http://schemas.openxmlformats.org/drawingml/2006/main">
            <a:off x="1905000" y="3554876"/>
            <a:ext cx="94344" cy="91147"/>
          </a:xfrm>
          <a:custGeom xmlns:a="http://schemas.openxmlformats.org/drawingml/2006/main">
            <a:pathLst>
              <a:path w="94344" h="91147">
                <a:moveTo>
                  <a:pt x="94344" y="0"/>
                </a:moveTo>
                <a:lnTo>
                  <a:pt x="0" y="45574"/>
                </a:lnTo>
                <a:lnTo>
                  <a:pt x="94344" y="91147"/>
                </a:lnTo>
              </a:path>
            </a:pathLst>
          </a:custGeom>
          <a:noFill xmlns:a="http://schemas.openxmlformats.org/drawingml/2006/main"/>
          <a:ln xmlns:a="http://schemas.openxmlformats.org/drawingml/2006/main" w="19050">
            <a:solidFill>
              <a:srgbClr val="6C7F8C"/>
            </a:solidFill>
          </a:ln>
        </p:spPr>
      </p:sp>
      <p:sp>
        <p:nvSpPr>
          <p:cNvPr id="23" name="">
            <a:extLst xmlns:a="http://schemas.openxmlformats.org/drawingml/2006/main">
              <a:ext uri="{FF2B5EF4-FFF2-40B4-BE49-F238E27FC236}">
                <a16:creationId xmlns:a16="http://schemas.microsoft.com/office/drawing/2014/main" id="{6DE92784-87A2-419D-A006-7A1A11A773ED}"/>
              </a:ext>
            </a:extLst>
          </p:cNvPr>
          <p:cNvSpPr>
            <a:spLocks xmlns:a="http://schemas.openxmlformats.org/drawingml/2006/main" noGrp="1"/>
          </p:cNvSpPr>
          <p:nvPr/>
        </p:nvSpPr>
        <p:spPr>
          <a:xfrm xmlns:a="http://schemas.openxmlformats.org/drawingml/2006/main">
            <a:off x="2095500" y="3190875"/>
            <a:ext cx="180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142C40"/>
                </a:solidFill>
                <a:latin typeface="Arial"/>
                <a:ea typeface="Arial"/>
                <a:cs typeface="Arial"/>
              </a:defRPr>
            </a:defPPr>
          </a:lstStyle>
          <a:p xmlns:a="http://schemas.openxmlformats.org/drawingml/2006/main">
            <a:pPr algn="l">
              <a:defRPr sz="2400" b="0">
                <a:solidFill>
                  <a:srgbClr val="142C40"/>
                </a:solidFill>
                <a:latin typeface="Arial"/>
                <a:ea typeface="Arial"/>
                <a:cs typeface="Arial"/>
              </a:defRPr>
            </a:pPr>
            <a:r>
              <a:rPr sz="2400" b="0">
                <a:solidFill>
                  <a:srgbClr val="142C40"/>
                </a:solidFill>
                <a:latin typeface="Arial"/>
                <a:ea typeface="Arial"/>
                <a:cs typeface="Arial"/>
              </a:rPr>
              <a:t>Campo</a:t>
            </a:r>
          </a:p>
        </p:txBody>
      </p:sp>
      <p:sp>
        <p:nvSpPr>
          <p:cNvPr id="24" name="">
            <a:extLst xmlns:a="http://schemas.openxmlformats.org/drawingml/2006/main">
              <a:ext uri="{FF2B5EF4-FFF2-40B4-BE49-F238E27FC236}">
                <a16:creationId xmlns:a16="http://schemas.microsoft.com/office/drawing/2014/main" id="{15D95503-FCC9-495F-A7D4-0B60188AD3A0}"/>
              </a:ext>
            </a:extLst>
          </p:cNvPr>
          <p:cNvSpPr>
            <a:spLocks xmlns:a="http://schemas.openxmlformats.org/drawingml/2006/main" noGrp="1"/>
          </p:cNvSpPr>
          <p:nvPr/>
        </p:nvSpPr>
        <p:spPr>
          <a:xfrm xmlns:a="http://schemas.openxmlformats.org/drawingml/2006/main">
            <a:off x="523875" y="3000375"/>
            <a:ext cx="238125" cy="9525"/>
          </a:xfrm>
          <a:custGeom xmlns:a="http://schemas.openxmlformats.org/drawingml/2006/main">
            <a:pathLst>
              <a:path w="238125" h="9525">
                <a:moveTo>
                  <a:pt x="238125" y="0"/>
                </a:moveTo>
                <a:lnTo>
                  <a:pt x="0" y="0"/>
                </a:lnTo>
              </a:path>
            </a:pathLst>
          </a:custGeom>
          <a:noFill xmlns:a="http://schemas.openxmlformats.org/drawingml/2006/main"/>
          <a:ln xmlns:a="http://schemas.openxmlformats.org/drawingml/2006/main" w="28575">
            <a:solidFill>
              <a:srgbClr val="142C40"/>
            </a:solidFill>
          </a:ln>
        </p:spPr>
      </p:sp>
      <p:sp>
        <p:nvSpPr>
          <p:cNvPr id="25" name="">
            <a:extLst xmlns:a="http://schemas.openxmlformats.org/drawingml/2006/main">
              <a:ext uri="{FF2B5EF4-FFF2-40B4-BE49-F238E27FC236}">
                <a16:creationId xmlns:a16="http://schemas.microsoft.com/office/drawing/2014/main" id="{1A0CFB67-CD36-4254-8CC6-853184AD1335}"/>
              </a:ext>
            </a:extLst>
          </p:cNvPr>
          <p:cNvSpPr>
            <a:spLocks xmlns:a="http://schemas.openxmlformats.org/drawingml/2006/main" noGrp="1"/>
          </p:cNvSpPr>
          <p:nvPr/>
        </p:nvSpPr>
        <p:spPr>
          <a:xfrm xmlns:a="http://schemas.openxmlformats.org/drawingml/2006/main">
            <a:off x="4762500" y="3000375"/>
            <a:ext cx="476250" cy="9525"/>
          </a:xfrm>
          <a:custGeom xmlns:a="http://schemas.openxmlformats.org/drawingml/2006/main">
            <a:pathLst>
              <a:path w="476250" h="9525">
                <a:moveTo>
                  <a:pt x="0" y="0"/>
                </a:moveTo>
                <a:lnTo>
                  <a:pt x="476250" y="0"/>
                </a:lnTo>
              </a:path>
            </a:pathLst>
          </a:custGeom>
          <a:noFill xmlns:a="http://schemas.openxmlformats.org/drawingml/2006/main"/>
          <a:ln xmlns:a="http://schemas.openxmlformats.org/drawingml/2006/main" w="28575">
            <a:solidFill>
              <a:srgbClr val="142C40"/>
            </a:solidFill>
          </a:ln>
        </p:spPr>
      </p:sp>
      <p:sp>
        <p:nvSpPr>
          <p:cNvPr id="26" name="">
            <a:extLst xmlns:a="http://schemas.openxmlformats.org/drawingml/2006/main">
              <a:ext uri="{FF2B5EF4-FFF2-40B4-BE49-F238E27FC236}">
                <a16:creationId xmlns:a16="http://schemas.microsoft.com/office/drawing/2014/main" id="{D469ADEA-056E-425C-87F6-C2D33D5D4597}"/>
              </a:ext>
            </a:extLst>
          </p:cNvPr>
          <p:cNvSpPr>
            <a:spLocks xmlns:a="http://schemas.openxmlformats.org/drawingml/2006/main" noGrp="1"/>
          </p:cNvSpPr>
          <p:nvPr/>
        </p:nvSpPr>
        <p:spPr>
          <a:xfrm xmlns:a="http://schemas.openxmlformats.org/drawingml/2006/main">
            <a:off x="857250" y="4714875"/>
            <a:ext cx="419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6BA4"/>
                </a:solidFill>
                <a:latin typeface="Arial"/>
                <a:ea typeface="Arial"/>
                <a:cs typeface="Arial"/>
              </a:defRPr>
            </a:defPPr>
          </a:lstStyle>
          <a:p xmlns:a="http://schemas.openxmlformats.org/drawingml/2006/main">
            <a:pPr algn="l">
              <a:defRPr sz="2400" b="1">
                <a:solidFill>
                  <a:srgbClr val="146BA4"/>
                </a:solidFill>
                <a:latin typeface="Arial"/>
                <a:ea typeface="Arial"/>
                <a:cs typeface="Arial"/>
              </a:defRPr>
            </a:pPr>
            <a:r>
              <a:rPr sz="2400" b="1">
                <a:solidFill>
                  <a:srgbClr val="146BA4"/>
                </a:solidFill>
                <a:latin typeface="Arial"/>
                <a:ea typeface="Arial"/>
                <a:cs typeface="Arial"/>
              </a:rPr>
              <a:t>Carga recogida</a:t>
            </a:r>
          </a:p>
        </p:txBody>
      </p:sp>
      <p:sp>
        <p:nvSpPr>
          <p:cNvPr id="27" name="">
            <a:extLst xmlns:a="http://schemas.openxmlformats.org/drawingml/2006/main">
              <a:ext uri="{FF2B5EF4-FFF2-40B4-BE49-F238E27FC236}">
                <a16:creationId xmlns:a16="http://schemas.microsoft.com/office/drawing/2014/main" id="{66D9105A-B358-4FFD-A2CB-DD1E3C1F2835}"/>
              </a:ext>
            </a:extLst>
          </p:cNvPr>
          <p:cNvSpPr>
            <a:spLocks xmlns:a="http://schemas.openxmlformats.org/drawingml/2006/main" noGrp="1"/>
          </p:cNvSpPr>
          <p:nvPr/>
        </p:nvSpPr>
        <p:spPr>
          <a:xfrm xmlns:a="http://schemas.openxmlformats.org/drawingml/2006/main">
            <a:off x="6096000" y="1190625"/>
            <a:ext cx="571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6BA4"/>
                </a:solidFill>
                <a:latin typeface="Arial"/>
                <a:ea typeface="Arial"/>
                <a:cs typeface="Arial"/>
              </a:defRPr>
            </a:defPPr>
          </a:lstStyle>
          <a:p xmlns:a="http://schemas.openxmlformats.org/drawingml/2006/main">
            <a:pPr algn="l">
              <a:defRPr sz="2400" b="1">
                <a:solidFill>
                  <a:srgbClr val="146BA4"/>
                </a:solidFill>
                <a:latin typeface="Arial"/>
                <a:ea typeface="Arial"/>
                <a:cs typeface="Arial"/>
              </a:defRPr>
            </a:pPr>
            <a:r>
              <a:rPr sz="2400" b="1">
                <a:solidFill>
                  <a:srgbClr val="146BA4"/>
                </a:solidFill>
                <a:latin typeface="Arial"/>
                <a:ea typeface="Arial"/>
                <a:cs typeface="Arial"/>
              </a:rPr>
              <a:t>BJT: degradación de ganancia</a:t>
            </a:r>
          </a:p>
        </p:txBody>
      </p:sp>
      <p:sp>
        <p:nvSpPr>
          <p:cNvPr id="28" name="">
            <a:extLst xmlns:a="http://schemas.openxmlformats.org/drawingml/2006/main">
              <a:ext uri="{FF2B5EF4-FFF2-40B4-BE49-F238E27FC236}">
                <a16:creationId xmlns:a16="http://schemas.microsoft.com/office/drawing/2014/main" id="{FE4AD551-8B7B-4D62-AB82-025981BA48D9}"/>
              </a:ext>
            </a:extLst>
          </p:cNvPr>
          <p:cNvSpPr>
            <a:spLocks xmlns:a="http://schemas.openxmlformats.org/drawingml/2006/main" noGrp="1"/>
          </p:cNvSpPr>
          <p:nvPr/>
        </p:nvSpPr>
        <p:spPr>
          <a:xfrm xmlns:a="http://schemas.openxmlformats.org/drawingml/2006/main">
            <a:off x="6238875" y="1809750"/>
            <a:ext cx="257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142C40"/>
                </a:solidFill>
                <a:latin typeface="Arial"/>
                <a:ea typeface="Arial"/>
                <a:cs typeface="Arial"/>
              </a:defRPr>
            </a:defPPr>
          </a:lstStyle>
          <a:p xmlns:a="http://schemas.openxmlformats.org/drawingml/2006/main">
            <a:pPr algn="l">
              <a:defRPr sz="2400" b="0">
                <a:solidFill>
                  <a:srgbClr val="142C40"/>
                </a:solidFill>
                <a:latin typeface="Arial"/>
                <a:ea typeface="Arial"/>
                <a:cs typeface="Arial"/>
              </a:defRPr>
            </a:pPr>
            <a:r>
              <a:rPr sz="2400" b="0">
                <a:solidFill>
                  <a:srgbClr val="142C40"/>
                </a:solidFill>
                <a:latin typeface="Arial"/>
                <a:ea typeface="Arial"/>
                <a:cs typeface="Arial"/>
              </a:rPr>
              <a:t>Antes</a:t>
            </a:r>
          </a:p>
        </p:txBody>
      </p:sp>
      <p:sp>
        <p:nvSpPr>
          <p:cNvPr id="29" name="">
            <a:extLst xmlns:a="http://schemas.openxmlformats.org/drawingml/2006/main">
              <a:ext uri="{FF2B5EF4-FFF2-40B4-BE49-F238E27FC236}">
                <a16:creationId xmlns:a16="http://schemas.microsoft.com/office/drawing/2014/main" id="{B090D987-FEA8-4CAB-8048-600C48DDDC17}"/>
              </a:ext>
            </a:extLst>
          </p:cNvPr>
          <p:cNvSpPr>
            <a:spLocks xmlns:a="http://schemas.openxmlformats.org/drawingml/2006/main" noGrp="1"/>
          </p:cNvSpPr>
          <p:nvPr/>
        </p:nvSpPr>
        <p:spPr>
          <a:xfrm xmlns:a="http://schemas.openxmlformats.org/drawingml/2006/main">
            <a:off x="6334125" y="2476500"/>
            <a:ext cx="571500" cy="1809750"/>
          </a:xfrm>
          <a:prstGeom xmlns:a="http://schemas.openxmlformats.org/drawingml/2006/main" prst="rect">
            <a:avLst/>
          </a:prstGeom>
          <a:solidFill xmlns:a="http://schemas.openxmlformats.org/drawingml/2006/main">
            <a:srgbClr val="E4EFF6"/>
          </a:solidFill>
          <a:ln xmlns:a="http://schemas.openxmlformats.org/drawingml/2006/main" w="9525">
            <a:solidFill>
              <a:srgbClr val="B9C8D2"/>
            </a:solidFill>
          </a:ln>
        </p:spPr>
      </p:sp>
      <p:sp>
        <p:nvSpPr>
          <p:cNvPr id="30" name="">
            <a:extLst xmlns:a="http://schemas.openxmlformats.org/drawingml/2006/main">
              <a:ext uri="{FF2B5EF4-FFF2-40B4-BE49-F238E27FC236}">
                <a16:creationId xmlns:a16="http://schemas.microsoft.com/office/drawing/2014/main" id="{80A03969-82CE-4FF0-BCD4-E0058398D2F5}"/>
              </a:ext>
            </a:extLst>
          </p:cNvPr>
          <p:cNvSpPr>
            <a:spLocks xmlns:a="http://schemas.openxmlformats.org/drawingml/2006/main" noGrp="1"/>
          </p:cNvSpPr>
          <p:nvPr/>
        </p:nvSpPr>
        <p:spPr>
          <a:xfrm xmlns:a="http://schemas.openxmlformats.org/drawingml/2006/main">
            <a:off x="6905625" y="2476500"/>
            <a:ext cx="666750" cy="1809750"/>
          </a:xfrm>
          <a:prstGeom xmlns:a="http://schemas.openxmlformats.org/drawingml/2006/main" prst="rect">
            <a:avLst/>
          </a:prstGeom>
          <a:solidFill xmlns:a="http://schemas.openxmlformats.org/drawingml/2006/main">
            <a:srgbClr val="F4F6F8"/>
          </a:solidFill>
          <a:ln xmlns:a="http://schemas.openxmlformats.org/drawingml/2006/main" w="9525">
            <a:solidFill>
              <a:srgbClr val="B9C8D2"/>
            </a:solidFill>
          </a:ln>
        </p:spPr>
      </p:sp>
      <p:sp>
        <p:nvSpPr>
          <p:cNvPr id="31" name="">
            <a:extLst xmlns:a="http://schemas.openxmlformats.org/drawingml/2006/main">
              <a:ext uri="{FF2B5EF4-FFF2-40B4-BE49-F238E27FC236}">
                <a16:creationId xmlns:a16="http://schemas.microsoft.com/office/drawing/2014/main" id="{E0CC79B1-5DCF-45F6-831C-70EE18B3F43A}"/>
              </a:ext>
            </a:extLst>
          </p:cNvPr>
          <p:cNvSpPr>
            <a:spLocks xmlns:a="http://schemas.openxmlformats.org/drawingml/2006/main" noGrp="1"/>
          </p:cNvSpPr>
          <p:nvPr/>
        </p:nvSpPr>
        <p:spPr>
          <a:xfrm xmlns:a="http://schemas.openxmlformats.org/drawingml/2006/main">
            <a:off x="7572375" y="2476500"/>
            <a:ext cx="952500" cy="1809750"/>
          </a:xfrm>
          <a:prstGeom xmlns:a="http://schemas.openxmlformats.org/drawingml/2006/main" prst="rect">
            <a:avLst/>
          </a:prstGeom>
          <a:solidFill xmlns:a="http://schemas.openxmlformats.org/drawingml/2006/main">
            <a:srgbClr val="E4EFF6"/>
          </a:solidFill>
          <a:ln xmlns:a="http://schemas.openxmlformats.org/drawingml/2006/main" w="9525">
            <a:solidFill>
              <a:srgbClr val="B9C8D2"/>
            </a:solidFill>
          </a:ln>
        </p:spPr>
      </p:sp>
      <p:sp>
        <p:nvSpPr>
          <p:cNvPr id="32" name="">
            <a:extLst xmlns:a="http://schemas.openxmlformats.org/drawingml/2006/main">
              <a:ext uri="{FF2B5EF4-FFF2-40B4-BE49-F238E27FC236}">
                <a16:creationId xmlns:a16="http://schemas.microsoft.com/office/drawing/2014/main" id="{0EBAB07B-044E-40E1-944B-D7CCFD15D8B7}"/>
              </a:ext>
            </a:extLst>
          </p:cNvPr>
          <p:cNvSpPr>
            <a:spLocks xmlns:a="http://schemas.openxmlformats.org/drawingml/2006/main" noGrp="1"/>
          </p:cNvSpPr>
          <p:nvPr/>
        </p:nvSpPr>
        <p:spPr>
          <a:xfrm xmlns:a="http://schemas.openxmlformats.org/drawingml/2006/main">
            <a:off x="6467475" y="2619375"/>
            <a:ext cx="428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2C40"/>
                </a:solidFill>
                <a:latin typeface="Arial"/>
                <a:ea typeface="Arial"/>
                <a:cs typeface="Arial"/>
              </a:defRPr>
            </a:defPPr>
          </a:lstStyle>
          <a:p xmlns:a="http://schemas.openxmlformats.org/drawingml/2006/main">
            <a:pPr algn="l">
              <a:defRPr sz="2400" b="1">
                <a:solidFill>
                  <a:srgbClr val="142C40"/>
                </a:solidFill>
                <a:latin typeface="Arial"/>
                <a:ea typeface="Arial"/>
                <a:cs typeface="Arial"/>
              </a:defRPr>
            </a:pPr>
            <a:r>
              <a:rPr sz="2400" b="1">
                <a:solidFill>
                  <a:srgbClr val="142C40"/>
                </a:solidFill>
                <a:latin typeface="Arial"/>
                <a:ea typeface="Arial"/>
                <a:cs typeface="Arial"/>
              </a:rPr>
              <a:t>E</a:t>
            </a:r>
          </a:p>
        </p:txBody>
      </p:sp>
      <p:sp>
        <p:nvSpPr>
          <p:cNvPr id="33" name="">
            <a:extLst xmlns:a="http://schemas.openxmlformats.org/drawingml/2006/main">
              <a:ext uri="{FF2B5EF4-FFF2-40B4-BE49-F238E27FC236}">
                <a16:creationId xmlns:a16="http://schemas.microsoft.com/office/drawing/2014/main" id="{492700DC-764C-4D32-9ED7-7F4417CE0E4C}"/>
              </a:ext>
            </a:extLst>
          </p:cNvPr>
          <p:cNvSpPr>
            <a:spLocks xmlns:a="http://schemas.openxmlformats.org/drawingml/2006/main" noGrp="1"/>
          </p:cNvSpPr>
          <p:nvPr/>
        </p:nvSpPr>
        <p:spPr>
          <a:xfrm xmlns:a="http://schemas.openxmlformats.org/drawingml/2006/main">
            <a:off x="7086600" y="2619375"/>
            <a:ext cx="428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2C40"/>
                </a:solidFill>
                <a:latin typeface="Arial"/>
                <a:ea typeface="Arial"/>
                <a:cs typeface="Arial"/>
              </a:defRPr>
            </a:defPPr>
          </a:lstStyle>
          <a:p xmlns:a="http://schemas.openxmlformats.org/drawingml/2006/main">
            <a:pPr algn="l">
              <a:defRPr sz="2400" b="1">
                <a:solidFill>
                  <a:srgbClr val="142C40"/>
                </a:solidFill>
                <a:latin typeface="Arial"/>
                <a:ea typeface="Arial"/>
                <a:cs typeface="Arial"/>
              </a:defRPr>
            </a:pPr>
            <a:r>
              <a:rPr sz="2400" b="1">
                <a:solidFill>
                  <a:srgbClr val="142C40"/>
                </a:solidFill>
                <a:latin typeface="Arial"/>
                <a:ea typeface="Arial"/>
                <a:cs typeface="Arial"/>
              </a:rPr>
              <a:t>B</a:t>
            </a:r>
          </a:p>
        </p:txBody>
      </p:sp>
      <p:sp>
        <p:nvSpPr>
          <p:cNvPr id="34" name="">
            <a:extLst xmlns:a="http://schemas.openxmlformats.org/drawingml/2006/main">
              <a:ext uri="{FF2B5EF4-FFF2-40B4-BE49-F238E27FC236}">
                <a16:creationId xmlns:a16="http://schemas.microsoft.com/office/drawing/2014/main" id="{03991106-AA65-47BB-B09C-C4C379CA8A30}"/>
              </a:ext>
            </a:extLst>
          </p:cNvPr>
          <p:cNvSpPr>
            <a:spLocks xmlns:a="http://schemas.openxmlformats.org/drawingml/2006/main" noGrp="1"/>
          </p:cNvSpPr>
          <p:nvPr/>
        </p:nvSpPr>
        <p:spPr>
          <a:xfrm xmlns:a="http://schemas.openxmlformats.org/drawingml/2006/main">
            <a:off x="7896225" y="2619375"/>
            <a:ext cx="428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2C40"/>
                </a:solidFill>
                <a:latin typeface="Arial"/>
                <a:ea typeface="Arial"/>
                <a:cs typeface="Arial"/>
              </a:defRPr>
            </a:defPPr>
          </a:lstStyle>
          <a:p xmlns:a="http://schemas.openxmlformats.org/drawingml/2006/main">
            <a:pPr algn="l">
              <a:defRPr sz="2400" b="1">
                <a:solidFill>
                  <a:srgbClr val="142C40"/>
                </a:solidFill>
                <a:latin typeface="Arial"/>
                <a:ea typeface="Arial"/>
                <a:cs typeface="Arial"/>
              </a:defRPr>
            </a:pPr>
            <a:r>
              <a:rPr sz="2400" b="1">
                <a:solidFill>
                  <a:srgbClr val="142C40"/>
                </a:solidFill>
                <a:latin typeface="Arial"/>
                <a:ea typeface="Arial"/>
                <a:cs typeface="Arial"/>
              </a:rPr>
              <a:t>C</a:t>
            </a:r>
          </a:p>
        </p:txBody>
      </p:sp>
      <p:sp>
        <p:nvSpPr>
          <p:cNvPr id="35" name="">
            <a:extLst xmlns:a="http://schemas.openxmlformats.org/drawingml/2006/main">
              <a:ext uri="{FF2B5EF4-FFF2-40B4-BE49-F238E27FC236}">
                <a16:creationId xmlns:a16="http://schemas.microsoft.com/office/drawing/2014/main" id="{E9CA9A30-5C0A-4B02-9CCD-F95B81CB8666}"/>
              </a:ext>
            </a:extLst>
          </p:cNvPr>
          <p:cNvSpPr>
            <a:spLocks xmlns:a="http://schemas.openxmlformats.org/drawingml/2006/main" noGrp="1"/>
          </p:cNvSpPr>
          <p:nvPr/>
        </p:nvSpPr>
        <p:spPr>
          <a:xfrm xmlns:a="http://schemas.openxmlformats.org/drawingml/2006/main">
            <a:off x="6524625" y="3190875"/>
            <a:ext cx="95250" cy="95250"/>
          </a:xfrm>
          <a:prstGeom xmlns:a="http://schemas.openxmlformats.org/drawingml/2006/main" prst="ellipse">
            <a:avLst/>
          </a:prstGeom>
          <a:solidFill xmlns:a="http://schemas.openxmlformats.org/drawingml/2006/main">
            <a:srgbClr val="146BA4"/>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FD6F6F0F-DA45-42C3-B1BB-4C8BC632FB52}"/>
              </a:ext>
            </a:extLst>
          </p:cNvPr>
          <p:cNvSpPr>
            <a:spLocks xmlns:a="http://schemas.openxmlformats.org/drawingml/2006/main" noGrp="1"/>
          </p:cNvSpPr>
          <p:nvPr/>
        </p:nvSpPr>
        <p:spPr>
          <a:xfrm xmlns:a="http://schemas.openxmlformats.org/drawingml/2006/main">
            <a:off x="6600825" y="3238500"/>
            <a:ext cx="1733550" cy="9525"/>
          </a:xfrm>
          <a:custGeom xmlns:a="http://schemas.openxmlformats.org/drawingml/2006/main">
            <a:pathLst>
              <a:path w="1733550" h="9525">
                <a:moveTo>
                  <a:pt x="0" y="0"/>
                </a:moveTo>
                <a:lnTo>
                  <a:pt x="1733550" y="0"/>
                </a:lnTo>
              </a:path>
            </a:pathLst>
          </a:custGeom>
          <a:noFill xmlns:a="http://schemas.openxmlformats.org/drawingml/2006/main"/>
          <a:ln xmlns:a="http://schemas.openxmlformats.org/drawingml/2006/main" w="28575">
            <a:solidFill>
              <a:srgbClr val="146BA4"/>
            </a:solidFill>
          </a:ln>
        </p:spPr>
      </p:sp>
      <p:sp>
        <p:nvSpPr>
          <p:cNvPr id="37" name="">
            <a:extLst xmlns:a="http://schemas.openxmlformats.org/drawingml/2006/main">
              <a:ext uri="{FF2B5EF4-FFF2-40B4-BE49-F238E27FC236}">
                <a16:creationId xmlns:a16="http://schemas.microsoft.com/office/drawing/2014/main" id="{0210E00A-0B7D-435A-B136-19DB0EF7550E}"/>
              </a:ext>
            </a:extLst>
          </p:cNvPr>
          <p:cNvSpPr>
            <a:spLocks xmlns:a="http://schemas.openxmlformats.org/drawingml/2006/main" noGrp="1"/>
          </p:cNvSpPr>
          <p:nvPr/>
        </p:nvSpPr>
        <p:spPr>
          <a:xfrm xmlns:a="http://schemas.openxmlformats.org/drawingml/2006/main">
            <a:off x="8240031" y="3192926"/>
            <a:ext cx="94344" cy="91147"/>
          </a:xfrm>
          <a:custGeom xmlns:a="http://schemas.openxmlformats.org/drawingml/2006/main">
            <a:pathLst>
              <a:path w="94344" h="91147">
                <a:moveTo>
                  <a:pt x="0" y="91147"/>
                </a:moveTo>
                <a:lnTo>
                  <a:pt x="94344" y="45574"/>
                </a:lnTo>
                <a:lnTo>
                  <a:pt x="0" y="0"/>
                </a:lnTo>
              </a:path>
            </a:pathLst>
          </a:custGeom>
          <a:noFill xmlns:a="http://schemas.openxmlformats.org/drawingml/2006/main"/>
          <a:ln xmlns:a="http://schemas.openxmlformats.org/drawingml/2006/main" w="28575">
            <a:solidFill>
              <a:srgbClr val="146BA4"/>
            </a:solidFill>
          </a:ln>
        </p:spPr>
      </p:sp>
      <p:sp>
        <p:nvSpPr>
          <p:cNvPr id="38" name="">
            <a:extLst xmlns:a="http://schemas.openxmlformats.org/drawingml/2006/main">
              <a:ext uri="{FF2B5EF4-FFF2-40B4-BE49-F238E27FC236}">
                <a16:creationId xmlns:a16="http://schemas.microsoft.com/office/drawing/2014/main" id="{7A7E7C63-D70D-4A6D-B911-CC4115157F7C}"/>
              </a:ext>
            </a:extLst>
          </p:cNvPr>
          <p:cNvSpPr>
            <a:spLocks xmlns:a="http://schemas.openxmlformats.org/drawingml/2006/main" noGrp="1"/>
          </p:cNvSpPr>
          <p:nvPr/>
        </p:nvSpPr>
        <p:spPr>
          <a:xfrm xmlns:a="http://schemas.openxmlformats.org/drawingml/2006/main">
            <a:off x="6524625" y="3476625"/>
            <a:ext cx="95250" cy="95250"/>
          </a:xfrm>
          <a:prstGeom xmlns:a="http://schemas.openxmlformats.org/drawingml/2006/main" prst="ellipse">
            <a:avLst/>
          </a:prstGeom>
          <a:solidFill xmlns:a="http://schemas.openxmlformats.org/drawingml/2006/main">
            <a:srgbClr val="146BA4"/>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D6464A38-E6A1-4FD6-9D50-5EAF08AD3C9E}"/>
              </a:ext>
            </a:extLst>
          </p:cNvPr>
          <p:cNvSpPr>
            <a:spLocks xmlns:a="http://schemas.openxmlformats.org/drawingml/2006/main" noGrp="1"/>
          </p:cNvSpPr>
          <p:nvPr/>
        </p:nvSpPr>
        <p:spPr>
          <a:xfrm xmlns:a="http://schemas.openxmlformats.org/drawingml/2006/main">
            <a:off x="6600825" y="3524250"/>
            <a:ext cx="1733550" cy="9525"/>
          </a:xfrm>
          <a:custGeom xmlns:a="http://schemas.openxmlformats.org/drawingml/2006/main">
            <a:pathLst>
              <a:path w="1733550" h="9525">
                <a:moveTo>
                  <a:pt x="0" y="0"/>
                </a:moveTo>
                <a:lnTo>
                  <a:pt x="1733550" y="0"/>
                </a:lnTo>
              </a:path>
            </a:pathLst>
          </a:custGeom>
          <a:noFill xmlns:a="http://schemas.openxmlformats.org/drawingml/2006/main"/>
          <a:ln xmlns:a="http://schemas.openxmlformats.org/drawingml/2006/main" w="28575">
            <a:solidFill>
              <a:srgbClr val="146BA4"/>
            </a:solidFill>
          </a:ln>
        </p:spPr>
      </p:sp>
      <p:sp>
        <p:nvSpPr>
          <p:cNvPr id="40" name="">
            <a:extLst xmlns:a="http://schemas.openxmlformats.org/drawingml/2006/main">
              <a:ext uri="{FF2B5EF4-FFF2-40B4-BE49-F238E27FC236}">
                <a16:creationId xmlns:a16="http://schemas.microsoft.com/office/drawing/2014/main" id="{A360D598-573D-4E98-8887-31E051DE19C6}"/>
              </a:ext>
            </a:extLst>
          </p:cNvPr>
          <p:cNvSpPr>
            <a:spLocks xmlns:a="http://schemas.openxmlformats.org/drawingml/2006/main" noGrp="1"/>
          </p:cNvSpPr>
          <p:nvPr/>
        </p:nvSpPr>
        <p:spPr>
          <a:xfrm xmlns:a="http://schemas.openxmlformats.org/drawingml/2006/main">
            <a:off x="8240031" y="3478676"/>
            <a:ext cx="94344" cy="91147"/>
          </a:xfrm>
          <a:custGeom xmlns:a="http://schemas.openxmlformats.org/drawingml/2006/main">
            <a:pathLst>
              <a:path w="94344" h="91147">
                <a:moveTo>
                  <a:pt x="0" y="91147"/>
                </a:moveTo>
                <a:lnTo>
                  <a:pt x="94344" y="45574"/>
                </a:lnTo>
                <a:lnTo>
                  <a:pt x="0" y="0"/>
                </a:lnTo>
              </a:path>
            </a:pathLst>
          </a:custGeom>
          <a:noFill xmlns:a="http://schemas.openxmlformats.org/drawingml/2006/main"/>
          <a:ln xmlns:a="http://schemas.openxmlformats.org/drawingml/2006/main" w="28575">
            <a:solidFill>
              <a:srgbClr val="146BA4"/>
            </a:solidFill>
          </a:ln>
        </p:spPr>
      </p:sp>
      <p:sp>
        <p:nvSpPr>
          <p:cNvPr id="41" name="">
            <a:extLst xmlns:a="http://schemas.openxmlformats.org/drawingml/2006/main">
              <a:ext uri="{FF2B5EF4-FFF2-40B4-BE49-F238E27FC236}">
                <a16:creationId xmlns:a16="http://schemas.microsoft.com/office/drawing/2014/main" id="{50BFC15F-62FD-4D44-806E-EBCF9B9C2E05}"/>
              </a:ext>
            </a:extLst>
          </p:cNvPr>
          <p:cNvSpPr>
            <a:spLocks xmlns:a="http://schemas.openxmlformats.org/drawingml/2006/main" noGrp="1"/>
          </p:cNvSpPr>
          <p:nvPr/>
        </p:nvSpPr>
        <p:spPr>
          <a:xfrm xmlns:a="http://schemas.openxmlformats.org/drawingml/2006/main">
            <a:off x="6524625" y="3762375"/>
            <a:ext cx="95250" cy="95250"/>
          </a:xfrm>
          <a:prstGeom xmlns:a="http://schemas.openxmlformats.org/drawingml/2006/main" prst="ellipse">
            <a:avLst/>
          </a:prstGeom>
          <a:solidFill xmlns:a="http://schemas.openxmlformats.org/drawingml/2006/main">
            <a:srgbClr val="146BA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D3B6015F-A372-4075-A7ED-B3C1719FB176}"/>
              </a:ext>
            </a:extLst>
          </p:cNvPr>
          <p:cNvSpPr>
            <a:spLocks xmlns:a="http://schemas.openxmlformats.org/drawingml/2006/main" noGrp="1"/>
          </p:cNvSpPr>
          <p:nvPr/>
        </p:nvSpPr>
        <p:spPr>
          <a:xfrm xmlns:a="http://schemas.openxmlformats.org/drawingml/2006/main">
            <a:off x="6600825" y="3810000"/>
            <a:ext cx="1733550" cy="9525"/>
          </a:xfrm>
          <a:custGeom xmlns:a="http://schemas.openxmlformats.org/drawingml/2006/main">
            <a:pathLst>
              <a:path w="1733550" h="9525">
                <a:moveTo>
                  <a:pt x="0" y="0"/>
                </a:moveTo>
                <a:lnTo>
                  <a:pt x="1733550" y="0"/>
                </a:lnTo>
              </a:path>
            </a:pathLst>
          </a:custGeom>
          <a:noFill xmlns:a="http://schemas.openxmlformats.org/drawingml/2006/main"/>
          <a:ln xmlns:a="http://schemas.openxmlformats.org/drawingml/2006/main" w="28575">
            <a:solidFill>
              <a:srgbClr val="146BA4"/>
            </a:solidFill>
          </a:ln>
        </p:spPr>
      </p:sp>
      <p:sp>
        <p:nvSpPr>
          <p:cNvPr id="43" name="">
            <a:extLst xmlns:a="http://schemas.openxmlformats.org/drawingml/2006/main">
              <a:ext uri="{FF2B5EF4-FFF2-40B4-BE49-F238E27FC236}">
                <a16:creationId xmlns:a16="http://schemas.microsoft.com/office/drawing/2014/main" id="{2A2BC62E-F043-40B6-BF8D-76227FC897D3}"/>
              </a:ext>
            </a:extLst>
          </p:cNvPr>
          <p:cNvSpPr>
            <a:spLocks xmlns:a="http://schemas.openxmlformats.org/drawingml/2006/main" noGrp="1"/>
          </p:cNvSpPr>
          <p:nvPr/>
        </p:nvSpPr>
        <p:spPr>
          <a:xfrm xmlns:a="http://schemas.openxmlformats.org/drawingml/2006/main">
            <a:off x="8240031" y="3764426"/>
            <a:ext cx="94344" cy="91147"/>
          </a:xfrm>
          <a:custGeom xmlns:a="http://schemas.openxmlformats.org/drawingml/2006/main">
            <a:pathLst>
              <a:path w="94344" h="91147">
                <a:moveTo>
                  <a:pt x="0" y="91147"/>
                </a:moveTo>
                <a:lnTo>
                  <a:pt x="94344" y="45574"/>
                </a:lnTo>
                <a:lnTo>
                  <a:pt x="0" y="0"/>
                </a:lnTo>
              </a:path>
            </a:pathLst>
          </a:custGeom>
          <a:noFill xmlns:a="http://schemas.openxmlformats.org/drawingml/2006/main"/>
          <a:ln xmlns:a="http://schemas.openxmlformats.org/drawingml/2006/main" w="28575">
            <a:solidFill>
              <a:srgbClr val="146BA4"/>
            </a:solidFill>
          </a:ln>
        </p:spPr>
      </p:sp>
      <p:sp>
        <p:nvSpPr>
          <p:cNvPr id="44" name="">
            <a:extLst xmlns:a="http://schemas.openxmlformats.org/drawingml/2006/main">
              <a:ext uri="{FF2B5EF4-FFF2-40B4-BE49-F238E27FC236}">
                <a16:creationId xmlns:a16="http://schemas.microsoft.com/office/drawing/2014/main" id="{92EAA1F3-6DD6-45F3-BB12-4C857A910E75}"/>
              </a:ext>
            </a:extLst>
          </p:cNvPr>
          <p:cNvSpPr>
            <a:spLocks xmlns:a="http://schemas.openxmlformats.org/drawingml/2006/main" noGrp="1"/>
          </p:cNvSpPr>
          <p:nvPr/>
        </p:nvSpPr>
        <p:spPr>
          <a:xfrm xmlns:a="http://schemas.openxmlformats.org/drawingml/2006/main">
            <a:off x="9048750" y="1809750"/>
            <a:ext cx="257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142C40"/>
                </a:solidFill>
                <a:latin typeface="Arial"/>
                <a:ea typeface="Arial"/>
                <a:cs typeface="Arial"/>
              </a:defRPr>
            </a:defPPr>
          </a:lstStyle>
          <a:p xmlns:a="http://schemas.openxmlformats.org/drawingml/2006/main">
            <a:pPr algn="l">
              <a:defRPr sz="2400" b="0">
                <a:solidFill>
                  <a:srgbClr val="142C40"/>
                </a:solidFill>
                <a:latin typeface="Arial"/>
                <a:ea typeface="Arial"/>
                <a:cs typeface="Arial"/>
              </a:defRPr>
            </a:pPr>
            <a:r>
              <a:rPr sz="2400" b="0">
                <a:solidFill>
                  <a:srgbClr val="142C40"/>
                </a:solidFill>
                <a:latin typeface="Arial"/>
                <a:ea typeface="Arial"/>
                <a:cs typeface="Arial"/>
              </a:rPr>
              <a:t>Con defectos</a:t>
            </a:r>
          </a:p>
        </p:txBody>
      </p:sp>
      <p:sp>
        <p:nvSpPr>
          <p:cNvPr id="45" name="">
            <a:extLst xmlns:a="http://schemas.openxmlformats.org/drawingml/2006/main">
              <a:ext uri="{FF2B5EF4-FFF2-40B4-BE49-F238E27FC236}">
                <a16:creationId xmlns:a16="http://schemas.microsoft.com/office/drawing/2014/main" id="{949E4743-FB70-4D30-B682-4FA45F51E5B0}"/>
              </a:ext>
            </a:extLst>
          </p:cNvPr>
          <p:cNvSpPr>
            <a:spLocks xmlns:a="http://schemas.openxmlformats.org/drawingml/2006/main" noGrp="1"/>
          </p:cNvSpPr>
          <p:nvPr/>
        </p:nvSpPr>
        <p:spPr>
          <a:xfrm xmlns:a="http://schemas.openxmlformats.org/drawingml/2006/main">
            <a:off x="9144000" y="2476500"/>
            <a:ext cx="571500" cy="1809750"/>
          </a:xfrm>
          <a:prstGeom xmlns:a="http://schemas.openxmlformats.org/drawingml/2006/main" prst="rect">
            <a:avLst/>
          </a:prstGeom>
          <a:solidFill xmlns:a="http://schemas.openxmlformats.org/drawingml/2006/main">
            <a:srgbClr val="E4EFF6"/>
          </a:solidFill>
          <a:ln xmlns:a="http://schemas.openxmlformats.org/drawingml/2006/main" w="9525">
            <a:solidFill>
              <a:srgbClr val="B9C8D2"/>
            </a:solidFill>
          </a:ln>
        </p:spPr>
      </p:sp>
      <p:sp>
        <p:nvSpPr>
          <p:cNvPr id="46" name="">
            <a:extLst xmlns:a="http://schemas.openxmlformats.org/drawingml/2006/main">
              <a:ext uri="{FF2B5EF4-FFF2-40B4-BE49-F238E27FC236}">
                <a16:creationId xmlns:a16="http://schemas.microsoft.com/office/drawing/2014/main" id="{BE6E4972-C856-4A2C-821C-9EC81EFBB2C9}"/>
              </a:ext>
            </a:extLst>
          </p:cNvPr>
          <p:cNvSpPr>
            <a:spLocks xmlns:a="http://schemas.openxmlformats.org/drawingml/2006/main" noGrp="1"/>
          </p:cNvSpPr>
          <p:nvPr/>
        </p:nvSpPr>
        <p:spPr>
          <a:xfrm xmlns:a="http://schemas.openxmlformats.org/drawingml/2006/main">
            <a:off x="9715500" y="2476500"/>
            <a:ext cx="666750" cy="1809750"/>
          </a:xfrm>
          <a:prstGeom xmlns:a="http://schemas.openxmlformats.org/drawingml/2006/main" prst="rect">
            <a:avLst/>
          </a:prstGeom>
          <a:solidFill xmlns:a="http://schemas.openxmlformats.org/drawingml/2006/main">
            <a:srgbClr val="F4F6F8"/>
          </a:solidFill>
          <a:ln xmlns:a="http://schemas.openxmlformats.org/drawingml/2006/main" w="9525">
            <a:solidFill>
              <a:srgbClr val="B9C8D2"/>
            </a:solidFill>
          </a:ln>
        </p:spPr>
      </p:sp>
      <p:sp>
        <p:nvSpPr>
          <p:cNvPr id="47" name="">
            <a:extLst xmlns:a="http://schemas.openxmlformats.org/drawingml/2006/main">
              <a:ext uri="{FF2B5EF4-FFF2-40B4-BE49-F238E27FC236}">
                <a16:creationId xmlns:a16="http://schemas.microsoft.com/office/drawing/2014/main" id="{11223C43-4AEF-4584-8AB1-ADCF531F6F12}"/>
              </a:ext>
            </a:extLst>
          </p:cNvPr>
          <p:cNvSpPr>
            <a:spLocks xmlns:a="http://schemas.openxmlformats.org/drawingml/2006/main" noGrp="1"/>
          </p:cNvSpPr>
          <p:nvPr/>
        </p:nvSpPr>
        <p:spPr>
          <a:xfrm xmlns:a="http://schemas.openxmlformats.org/drawingml/2006/main">
            <a:off x="10382250" y="2476500"/>
            <a:ext cx="952500" cy="1809750"/>
          </a:xfrm>
          <a:prstGeom xmlns:a="http://schemas.openxmlformats.org/drawingml/2006/main" prst="rect">
            <a:avLst/>
          </a:prstGeom>
          <a:solidFill xmlns:a="http://schemas.openxmlformats.org/drawingml/2006/main">
            <a:srgbClr val="E4EFF6"/>
          </a:solidFill>
          <a:ln xmlns:a="http://schemas.openxmlformats.org/drawingml/2006/main" w="9525">
            <a:solidFill>
              <a:srgbClr val="B9C8D2"/>
            </a:solidFill>
          </a:ln>
        </p:spPr>
      </p:sp>
      <p:sp>
        <p:nvSpPr>
          <p:cNvPr id="48" name="">
            <a:extLst xmlns:a="http://schemas.openxmlformats.org/drawingml/2006/main">
              <a:ext uri="{FF2B5EF4-FFF2-40B4-BE49-F238E27FC236}">
                <a16:creationId xmlns:a16="http://schemas.microsoft.com/office/drawing/2014/main" id="{127BAFA8-6DA8-4AC3-A93E-DA41E3E83756}"/>
              </a:ext>
            </a:extLst>
          </p:cNvPr>
          <p:cNvSpPr>
            <a:spLocks xmlns:a="http://schemas.openxmlformats.org/drawingml/2006/main" noGrp="1"/>
          </p:cNvSpPr>
          <p:nvPr/>
        </p:nvSpPr>
        <p:spPr>
          <a:xfrm xmlns:a="http://schemas.openxmlformats.org/drawingml/2006/main">
            <a:off x="9277350" y="2619375"/>
            <a:ext cx="428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2C40"/>
                </a:solidFill>
                <a:latin typeface="Arial"/>
                <a:ea typeface="Arial"/>
                <a:cs typeface="Arial"/>
              </a:defRPr>
            </a:defPPr>
          </a:lstStyle>
          <a:p xmlns:a="http://schemas.openxmlformats.org/drawingml/2006/main">
            <a:pPr algn="l">
              <a:defRPr sz="2400" b="1">
                <a:solidFill>
                  <a:srgbClr val="142C40"/>
                </a:solidFill>
                <a:latin typeface="Arial"/>
                <a:ea typeface="Arial"/>
                <a:cs typeface="Arial"/>
              </a:defRPr>
            </a:pPr>
            <a:r>
              <a:rPr sz="2400" b="1">
                <a:solidFill>
                  <a:srgbClr val="142C40"/>
                </a:solidFill>
                <a:latin typeface="Arial"/>
                <a:ea typeface="Arial"/>
                <a:cs typeface="Arial"/>
              </a:rPr>
              <a:t>E</a:t>
            </a:r>
          </a:p>
        </p:txBody>
      </p:sp>
      <p:sp>
        <p:nvSpPr>
          <p:cNvPr id="49" name="">
            <a:extLst xmlns:a="http://schemas.openxmlformats.org/drawingml/2006/main">
              <a:ext uri="{FF2B5EF4-FFF2-40B4-BE49-F238E27FC236}">
                <a16:creationId xmlns:a16="http://schemas.microsoft.com/office/drawing/2014/main" id="{8043AA52-09F7-49AD-A7C3-C5FEF31D241D}"/>
              </a:ext>
            </a:extLst>
          </p:cNvPr>
          <p:cNvSpPr>
            <a:spLocks xmlns:a="http://schemas.openxmlformats.org/drawingml/2006/main" noGrp="1"/>
          </p:cNvSpPr>
          <p:nvPr/>
        </p:nvSpPr>
        <p:spPr>
          <a:xfrm xmlns:a="http://schemas.openxmlformats.org/drawingml/2006/main">
            <a:off x="9896475" y="2619375"/>
            <a:ext cx="428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2C40"/>
                </a:solidFill>
                <a:latin typeface="Arial"/>
                <a:ea typeface="Arial"/>
                <a:cs typeface="Arial"/>
              </a:defRPr>
            </a:defPPr>
          </a:lstStyle>
          <a:p xmlns:a="http://schemas.openxmlformats.org/drawingml/2006/main">
            <a:pPr algn="l">
              <a:defRPr sz="2400" b="1">
                <a:solidFill>
                  <a:srgbClr val="142C40"/>
                </a:solidFill>
                <a:latin typeface="Arial"/>
                <a:ea typeface="Arial"/>
                <a:cs typeface="Arial"/>
              </a:defRPr>
            </a:pPr>
            <a:r>
              <a:rPr sz="2400" b="1">
                <a:solidFill>
                  <a:srgbClr val="142C40"/>
                </a:solidFill>
                <a:latin typeface="Arial"/>
                <a:ea typeface="Arial"/>
                <a:cs typeface="Arial"/>
              </a:rPr>
              <a:t>B</a:t>
            </a:r>
          </a:p>
        </p:txBody>
      </p:sp>
      <p:sp>
        <p:nvSpPr>
          <p:cNvPr id="50" name="">
            <a:extLst xmlns:a="http://schemas.openxmlformats.org/drawingml/2006/main">
              <a:ext uri="{FF2B5EF4-FFF2-40B4-BE49-F238E27FC236}">
                <a16:creationId xmlns:a16="http://schemas.microsoft.com/office/drawing/2014/main" id="{47FE87DB-9750-4838-98B3-B102339C4699}"/>
              </a:ext>
            </a:extLst>
          </p:cNvPr>
          <p:cNvSpPr>
            <a:spLocks xmlns:a="http://schemas.openxmlformats.org/drawingml/2006/main" noGrp="1"/>
          </p:cNvSpPr>
          <p:nvPr/>
        </p:nvSpPr>
        <p:spPr>
          <a:xfrm xmlns:a="http://schemas.openxmlformats.org/drawingml/2006/main">
            <a:off x="10706100" y="2619375"/>
            <a:ext cx="428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2C40"/>
                </a:solidFill>
                <a:latin typeface="Arial"/>
                <a:ea typeface="Arial"/>
                <a:cs typeface="Arial"/>
              </a:defRPr>
            </a:defPPr>
          </a:lstStyle>
          <a:p xmlns:a="http://schemas.openxmlformats.org/drawingml/2006/main">
            <a:pPr algn="l">
              <a:defRPr sz="2400" b="1">
                <a:solidFill>
                  <a:srgbClr val="142C40"/>
                </a:solidFill>
                <a:latin typeface="Arial"/>
                <a:ea typeface="Arial"/>
                <a:cs typeface="Arial"/>
              </a:defRPr>
            </a:pPr>
            <a:r>
              <a:rPr sz="2400" b="1">
                <a:solidFill>
                  <a:srgbClr val="142C40"/>
                </a:solidFill>
                <a:latin typeface="Arial"/>
                <a:ea typeface="Arial"/>
                <a:cs typeface="Arial"/>
              </a:rPr>
              <a:t>C</a:t>
            </a:r>
          </a:p>
        </p:txBody>
      </p:sp>
      <p:sp>
        <p:nvSpPr>
          <p:cNvPr id="51" name="">
            <a:extLst xmlns:a="http://schemas.openxmlformats.org/drawingml/2006/main">
              <a:ext uri="{FF2B5EF4-FFF2-40B4-BE49-F238E27FC236}">
                <a16:creationId xmlns:a16="http://schemas.microsoft.com/office/drawing/2014/main" id="{6C779934-D60B-420C-9BAE-02022CB8A11C}"/>
              </a:ext>
            </a:extLst>
          </p:cNvPr>
          <p:cNvSpPr>
            <a:spLocks xmlns:a="http://schemas.openxmlformats.org/drawingml/2006/main" noGrp="1"/>
          </p:cNvSpPr>
          <p:nvPr/>
        </p:nvSpPr>
        <p:spPr>
          <a:xfrm xmlns:a="http://schemas.openxmlformats.org/drawingml/2006/main">
            <a:off x="9334500" y="3190875"/>
            <a:ext cx="95250" cy="95250"/>
          </a:xfrm>
          <a:prstGeom xmlns:a="http://schemas.openxmlformats.org/drawingml/2006/main" prst="ellipse">
            <a:avLst/>
          </a:prstGeom>
          <a:solidFill xmlns:a="http://schemas.openxmlformats.org/drawingml/2006/main">
            <a:srgbClr val="146BA4"/>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3ACAFEF8-8DFF-4566-961B-B87D373BBF5F}"/>
              </a:ext>
            </a:extLst>
          </p:cNvPr>
          <p:cNvSpPr>
            <a:spLocks xmlns:a="http://schemas.openxmlformats.org/drawingml/2006/main" noGrp="1"/>
          </p:cNvSpPr>
          <p:nvPr/>
        </p:nvSpPr>
        <p:spPr>
          <a:xfrm xmlns:a="http://schemas.openxmlformats.org/drawingml/2006/main">
            <a:off x="9410700" y="3238500"/>
            <a:ext cx="1733550" cy="9525"/>
          </a:xfrm>
          <a:custGeom xmlns:a="http://schemas.openxmlformats.org/drawingml/2006/main">
            <a:pathLst>
              <a:path w="1733550" h="9525">
                <a:moveTo>
                  <a:pt x="0" y="0"/>
                </a:moveTo>
                <a:lnTo>
                  <a:pt x="1733550" y="0"/>
                </a:lnTo>
              </a:path>
            </a:pathLst>
          </a:custGeom>
          <a:noFill xmlns:a="http://schemas.openxmlformats.org/drawingml/2006/main"/>
          <a:ln xmlns:a="http://schemas.openxmlformats.org/drawingml/2006/main" w="28575">
            <a:solidFill>
              <a:srgbClr val="146BA4"/>
            </a:solidFill>
          </a:ln>
        </p:spPr>
      </p:sp>
      <p:sp>
        <p:nvSpPr>
          <p:cNvPr id="53" name="">
            <a:extLst xmlns:a="http://schemas.openxmlformats.org/drawingml/2006/main">
              <a:ext uri="{FF2B5EF4-FFF2-40B4-BE49-F238E27FC236}">
                <a16:creationId xmlns:a16="http://schemas.microsoft.com/office/drawing/2014/main" id="{85D3F936-2E7E-4AE1-B49C-B70CBF926C1E}"/>
              </a:ext>
            </a:extLst>
          </p:cNvPr>
          <p:cNvSpPr>
            <a:spLocks xmlns:a="http://schemas.openxmlformats.org/drawingml/2006/main" noGrp="1"/>
          </p:cNvSpPr>
          <p:nvPr/>
        </p:nvSpPr>
        <p:spPr>
          <a:xfrm xmlns:a="http://schemas.openxmlformats.org/drawingml/2006/main">
            <a:off x="11049906" y="3192926"/>
            <a:ext cx="94344" cy="91147"/>
          </a:xfrm>
          <a:custGeom xmlns:a="http://schemas.openxmlformats.org/drawingml/2006/main">
            <a:pathLst>
              <a:path w="94344" h="91147">
                <a:moveTo>
                  <a:pt x="0" y="91147"/>
                </a:moveTo>
                <a:lnTo>
                  <a:pt x="94344" y="45574"/>
                </a:lnTo>
                <a:lnTo>
                  <a:pt x="0" y="0"/>
                </a:lnTo>
              </a:path>
            </a:pathLst>
          </a:custGeom>
          <a:noFill xmlns:a="http://schemas.openxmlformats.org/drawingml/2006/main"/>
          <a:ln xmlns:a="http://schemas.openxmlformats.org/drawingml/2006/main" w="28575">
            <a:solidFill>
              <a:srgbClr val="146BA4"/>
            </a:solidFill>
          </a:ln>
        </p:spPr>
      </p:sp>
      <p:sp>
        <p:nvSpPr>
          <p:cNvPr id="54" name="">
            <a:extLst xmlns:a="http://schemas.openxmlformats.org/drawingml/2006/main">
              <a:ext uri="{FF2B5EF4-FFF2-40B4-BE49-F238E27FC236}">
                <a16:creationId xmlns:a16="http://schemas.microsoft.com/office/drawing/2014/main" id="{949784C7-1472-42EA-B283-98A0CDF9AD46}"/>
              </a:ext>
            </a:extLst>
          </p:cNvPr>
          <p:cNvSpPr>
            <a:spLocks xmlns:a="http://schemas.openxmlformats.org/drawingml/2006/main" noGrp="1"/>
          </p:cNvSpPr>
          <p:nvPr/>
        </p:nvSpPr>
        <p:spPr>
          <a:xfrm xmlns:a="http://schemas.openxmlformats.org/drawingml/2006/main">
            <a:off x="9334500" y="3476625"/>
            <a:ext cx="95250" cy="95250"/>
          </a:xfrm>
          <a:prstGeom xmlns:a="http://schemas.openxmlformats.org/drawingml/2006/main" prst="ellipse">
            <a:avLst/>
          </a:prstGeom>
          <a:solidFill xmlns:a="http://schemas.openxmlformats.org/drawingml/2006/main">
            <a:srgbClr val="146BA4"/>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BBDAD621-8BAE-405A-B1CB-384F7ABE2E57}"/>
              </a:ext>
            </a:extLst>
          </p:cNvPr>
          <p:cNvSpPr>
            <a:spLocks xmlns:a="http://schemas.openxmlformats.org/drawingml/2006/main" noGrp="1"/>
          </p:cNvSpPr>
          <p:nvPr/>
        </p:nvSpPr>
        <p:spPr>
          <a:xfrm xmlns:a="http://schemas.openxmlformats.org/drawingml/2006/main">
            <a:off x="9410700" y="3524250"/>
            <a:ext cx="571500" cy="9525"/>
          </a:xfrm>
          <a:custGeom xmlns:a="http://schemas.openxmlformats.org/drawingml/2006/main">
            <a:pathLst>
              <a:path w="571500" h="9525">
                <a:moveTo>
                  <a:pt x="0" y="0"/>
                </a:moveTo>
                <a:lnTo>
                  <a:pt x="571500" y="0"/>
                </a:lnTo>
              </a:path>
            </a:pathLst>
          </a:custGeom>
          <a:noFill xmlns:a="http://schemas.openxmlformats.org/drawingml/2006/main"/>
          <a:ln xmlns:a="http://schemas.openxmlformats.org/drawingml/2006/main" w="28575">
            <a:solidFill>
              <a:srgbClr val="146BA4"/>
            </a:solidFill>
          </a:ln>
        </p:spPr>
      </p:sp>
      <p:sp>
        <p:nvSpPr>
          <p:cNvPr id="56" name="">
            <a:extLst xmlns:a="http://schemas.openxmlformats.org/drawingml/2006/main">
              <a:ext uri="{FF2B5EF4-FFF2-40B4-BE49-F238E27FC236}">
                <a16:creationId xmlns:a16="http://schemas.microsoft.com/office/drawing/2014/main" id="{EBC5C0BD-6492-4AD1-B8CC-05C11A0BEF3D}"/>
              </a:ext>
            </a:extLst>
          </p:cNvPr>
          <p:cNvSpPr>
            <a:spLocks xmlns:a="http://schemas.openxmlformats.org/drawingml/2006/main" noGrp="1"/>
          </p:cNvSpPr>
          <p:nvPr/>
        </p:nvSpPr>
        <p:spPr>
          <a:xfrm xmlns:a="http://schemas.openxmlformats.org/drawingml/2006/main">
            <a:off x="9887856" y="3478676"/>
            <a:ext cx="94344" cy="91147"/>
          </a:xfrm>
          <a:custGeom xmlns:a="http://schemas.openxmlformats.org/drawingml/2006/main">
            <a:pathLst>
              <a:path w="94344" h="91147">
                <a:moveTo>
                  <a:pt x="0" y="91147"/>
                </a:moveTo>
                <a:lnTo>
                  <a:pt x="94344" y="45574"/>
                </a:lnTo>
                <a:lnTo>
                  <a:pt x="0" y="0"/>
                </a:lnTo>
              </a:path>
            </a:pathLst>
          </a:custGeom>
          <a:noFill xmlns:a="http://schemas.openxmlformats.org/drawingml/2006/main"/>
          <a:ln xmlns:a="http://schemas.openxmlformats.org/drawingml/2006/main" w="28575">
            <a:solidFill>
              <a:srgbClr val="146BA4"/>
            </a:solidFill>
          </a:ln>
        </p:spPr>
      </p:sp>
      <p:sp>
        <p:nvSpPr>
          <p:cNvPr id="57" name="">
            <a:extLst xmlns:a="http://schemas.openxmlformats.org/drawingml/2006/main">
              <a:ext uri="{FF2B5EF4-FFF2-40B4-BE49-F238E27FC236}">
                <a16:creationId xmlns:a16="http://schemas.microsoft.com/office/drawing/2014/main" id="{FDFA985F-AA53-4C03-A837-2EF448CB7CE3}"/>
              </a:ext>
            </a:extLst>
          </p:cNvPr>
          <p:cNvSpPr>
            <a:spLocks xmlns:a="http://schemas.openxmlformats.org/drawingml/2006/main" noGrp="1"/>
          </p:cNvSpPr>
          <p:nvPr/>
        </p:nvSpPr>
        <p:spPr>
          <a:xfrm xmlns:a="http://schemas.openxmlformats.org/drawingml/2006/main">
            <a:off x="9982200" y="3448050"/>
            <a:ext cx="152400" cy="152400"/>
          </a:xfrm>
          <a:custGeom xmlns:a="http://schemas.openxmlformats.org/drawingml/2006/main">
            <a:pathLst>
              <a:path w="152400" h="152400">
                <a:moveTo>
                  <a:pt x="0" y="0"/>
                </a:moveTo>
                <a:lnTo>
                  <a:pt x="152400" y="152400"/>
                </a:lnTo>
              </a:path>
            </a:pathLst>
          </a:custGeom>
          <a:noFill xmlns:a="http://schemas.openxmlformats.org/drawingml/2006/main"/>
          <a:ln xmlns:a="http://schemas.openxmlformats.org/drawingml/2006/main" w="28575">
            <a:solidFill>
              <a:srgbClr val="146BA4"/>
            </a:solidFill>
          </a:ln>
        </p:spPr>
      </p:sp>
      <p:sp>
        <p:nvSpPr>
          <p:cNvPr id="58" name="">
            <a:extLst xmlns:a="http://schemas.openxmlformats.org/drawingml/2006/main">
              <a:ext uri="{FF2B5EF4-FFF2-40B4-BE49-F238E27FC236}">
                <a16:creationId xmlns:a16="http://schemas.microsoft.com/office/drawing/2014/main" id="{14229712-215F-4CBD-89D1-B72AB1B61347}"/>
              </a:ext>
            </a:extLst>
          </p:cNvPr>
          <p:cNvSpPr>
            <a:spLocks xmlns:a="http://schemas.openxmlformats.org/drawingml/2006/main" noGrp="1"/>
          </p:cNvSpPr>
          <p:nvPr/>
        </p:nvSpPr>
        <p:spPr>
          <a:xfrm xmlns:a="http://schemas.openxmlformats.org/drawingml/2006/main">
            <a:off x="9982200" y="3448050"/>
            <a:ext cx="152400" cy="152400"/>
          </a:xfrm>
          <a:custGeom xmlns:a="http://schemas.openxmlformats.org/drawingml/2006/main">
            <a:pathLst>
              <a:path w="152400" h="152400">
                <a:moveTo>
                  <a:pt x="0" y="152400"/>
                </a:moveTo>
                <a:lnTo>
                  <a:pt x="152400" y="0"/>
                </a:lnTo>
              </a:path>
            </a:pathLst>
          </a:custGeom>
          <a:noFill xmlns:a="http://schemas.openxmlformats.org/drawingml/2006/main"/>
          <a:ln xmlns:a="http://schemas.openxmlformats.org/drawingml/2006/main" w="28575">
            <a:solidFill>
              <a:srgbClr val="146BA4"/>
            </a:solidFill>
          </a:ln>
        </p:spPr>
      </p:sp>
      <p:sp>
        <p:nvSpPr>
          <p:cNvPr id="59" name="">
            <a:extLst xmlns:a="http://schemas.openxmlformats.org/drawingml/2006/main">
              <a:ext uri="{FF2B5EF4-FFF2-40B4-BE49-F238E27FC236}">
                <a16:creationId xmlns:a16="http://schemas.microsoft.com/office/drawing/2014/main" id="{2F953B22-F1D5-4124-97EC-B606B7D6BE9B}"/>
              </a:ext>
            </a:extLst>
          </p:cNvPr>
          <p:cNvSpPr>
            <a:spLocks xmlns:a="http://schemas.openxmlformats.org/drawingml/2006/main" noGrp="1"/>
          </p:cNvSpPr>
          <p:nvPr/>
        </p:nvSpPr>
        <p:spPr>
          <a:xfrm xmlns:a="http://schemas.openxmlformats.org/drawingml/2006/main">
            <a:off x="9334500" y="3762375"/>
            <a:ext cx="95250" cy="95250"/>
          </a:xfrm>
          <a:prstGeom xmlns:a="http://schemas.openxmlformats.org/drawingml/2006/main" prst="ellipse">
            <a:avLst/>
          </a:prstGeom>
          <a:solidFill xmlns:a="http://schemas.openxmlformats.org/drawingml/2006/main">
            <a:srgbClr val="146BA4"/>
          </a:solidFill>
          <a:ln xmlns:a="http://schemas.openxmlformats.org/drawingml/2006/main" w="0">
            <a:noFill/>
          </a:ln>
        </p:spPr>
      </p:sp>
      <p:sp>
        <p:nvSpPr>
          <p:cNvPr id="60" name="">
            <a:extLst xmlns:a="http://schemas.openxmlformats.org/drawingml/2006/main">
              <a:ext uri="{FF2B5EF4-FFF2-40B4-BE49-F238E27FC236}">
                <a16:creationId xmlns:a16="http://schemas.microsoft.com/office/drawing/2014/main" id="{AF08447B-31C9-43D7-8D26-4D3630F96CCD}"/>
              </a:ext>
            </a:extLst>
          </p:cNvPr>
          <p:cNvSpPr>
            <a:spLocks xmlns:a="http://schemas.openxmlformats.org/drawingml/2006/main" noGrp="1"/>
          </p:cNvSpPr>
          <p:nvPr/>
        </p:nvSpPr>
        <p:spPr>
          <a:xfrm xmlns:a="http://schemas.openxmlformats.org/drawingml/2006/main">
            <a:off x="9410700" y="3810000"/>
            <a:ext cx="571500" cy="9525"/>
          </a:xfrm>
          <a:custGeom xmlns:a="http://schemas.openxmlformats.org/drawingml/2006/main">
            <a:pathLst>
              <a:path w="571500" h="9525">
                <a:moveTo>
                  <a:pt x="0" y="0"/>
                </a:moveTo>
                <a:lnTo>
                  <a:pt x="571500" y="0"/>
                </a:lnTo>
              </a:path>
            </a:pathLst>
          </a:custGeom>
          <a:noFill xmlns:a="http://schemas.openxmlformats.org/drawingml/2006/main"/>
          <a:ln xmlns:a="http://schemas.openxmlformats.org/drawingml/2006/main" w="28575">
            <a:solidFill>
              <a:srgbClr val="146BA4"/>
            </a:solidFill>
          </a:ln>
        </p:spPr>
      </p:sp>
      <p:sp>
        <p:nvSpPr>
          <p:cNvPr id="61" name="">
            <a:extLst xmlns:a="http://schemas.openxmlformats.org/drawingml/2006/main">
              <a:ext uri="{FF2B5EF4-FFF2-40B4-BE49-F238E27FC236}">
                <a16:creationId xmlns:a16="http://schemas.microsoft.com/office/drawing/2014/main" id="{F8C269DE-29A5-4956-ADD1-A194F6C3657E}"/>
              </a:ext>
            </a:extLst>
          </p:cNvPr>
          <p:cNvSpPr>
            <a:spLocks xmlns:a="http://schemas.openxmlformats.org/drawingml/2006/main" noGrp="1"/>
          </p:cNvSpPr>
          <p:nvPr/>
        </p:nvSpPr>
        <p:spPr>
          <a:xfrm xmlns:a="http://schemas.openxmlformats.org/drawingml/2006/main">
            <a:off x="9887856" y="3764426"/>
            <a:ext cx="94344" cy="91147"/>
          </a:xfrm>
          <a:custGeom xmlns:a="http://schemas.openxmlformats.org/drawingml/2006/main">
            <a:pathLst>
              <a:path w="94344" h="91147">
                <a:moveTo>
                  <a:pt x="0" y="91147"/>
                </a:moveTo>
                <a:lnTo>
                  <a:pt x="94344" y="45574"/>
                </a:lnTo>
                <a:lnTo>
                  <a:pt x="0" y="0"/>
                </a:lnTo>
              </a:path>
            </a:pathLst>
          </a:custGeom>
          <a:noFill xmlns:a="http://schemas.openxmlformats.org/drawingml/2006/main"/>
          <a:ln xmlns:a="http://schemas.openxmlformats.org/drawingml/2006/main" w="28575">
            <a:solidFill>
              <a:srgbClr val="146BA4"/>
            </a:solidFill>
          </a:ln>
        </p:spPr>
      </p:sp>
      <p:sp>
        <p:nvSpPr>
          <p:cNvPr id="62" name="">
            <a:extLst xmlns:a="http://schemas.openxmlformats.org/drawingml/2006/main">
              <a:ext uri="{FF2B5EF4-FFF2-40B4-BE49-F238E27FC236}">
                <a16:creationId xmlns:a16="http://schemas.microsoft.com/office/drawing/2014/main" id="{2DB96DEF-F545-42AA-8F73-159028D69DCB}"/>
              </a:ext>
            </a:extLst>
          </p:cNvPr>
          <p:cNvSpPr>
            <a:spLocks xmlns:a="http://schemas.openxmlformats.org/drawingml/2006/main" noGrp="1"/>
          </p:cNvSpPr>
          <p:nvPr/>
        </p:nvSpPr>
        <p:spPr>
          <a:xfrm xmlns:a="http://schemas.openxmlformats.org/drawingml/2006/main">
            <a:off x="9982200" y="3733800"/>
            <a:ext cx="152400" cy="152400"/>
          </a:xfrm>
          <a:custGeom xmlns:a="http://schemas.openxmlformats.org/drawingml/2006/main">
            <a:pathLst>
              <a:path w="152400" h="152400">
                <a:moveTo>
                  <a:pt x="0" y="0"/>
                </a:moveTo>
                <a:lnTo>
                  <a:pt x="152400" y="152400"/>
                </a:lnTo>
              </a:path>
            </a:pathLst>
          </a:custGeom>
          <a:noFill xmlns:a="http://schemas.openxmlformats.org/drawingml/2006/main"/>
          <a:ln xmlns:a="http://schemas.openxmlformats.org/drawingml/2006/main" w="28575">
            <a:solidFill>
              <a:srgbClr val="146BA4"/>
            </a:solidFill>
          </a:ln>
        </p:spPr>
      </p:sp>
      <p:sp>
        <p:nvSpPr>
          <p:cNvPr id="63" name="">
            <a:extLst xmlns:a="http://schemas.openxmlformats.org/drawingml/2006/main">
              <a:ext uri="{FF2B5EF4-FFF2-40B4-BE49-F238E27FC236}">
                <a16:creationId xmlns:a16="http://schemas.microsoft.com/office/drawing/2014/main" id="{61C0A898-963F-4C91-88B1-8BEF1C6A1444}"/>
              </a:ext>
            </a:extLst>
          </p:cNvPr>
          <p:cNvSpPr>
            <a:spLocks xmlns:a="http://schemas.openxmlformats.org/drawingml/2006/main" noGrp="1"/>
          </p:cNvSpPr>
          <p:nvPr/>
        </p:nvSpPr>
        <p:spPr>
          <a:xfrm xmlns:a="http://schemas.openxmlformats.org/drawingml/2006/main">
            <a:off x="9982200" y="3733800"/>
            <a:ext cx="152400" cy="152400"/>
          </a:xfrm>
          <a:custGeom xmlns:a="http://schemas.openxmlformats.org/drawingml/2006/main">
            <a:pathLst>
              <a:path w="152400" h="152400">
                <a:moveTo>
                  <a:pt x="0" y="152400"/>
                </a:moveTo>
                <a:lnTo>
                  <a:pt x="152400" y="0"/>
                </a:lnTo>
              </a:path>
            </a:pathLst>
          </a:custGeom>
          <a:noFill xmlns:a="http://schemas.openxmlformats.org/drawingml/2006/main"/>
          <a:ln xmlns:a="http://schemas.openxmlformats.org/drawingml/2006/main" w="28575">
            <a:solidFill>
              <a:srgbClr val="146BA4"/>
            </a:solidFill>
          </a:ln>
        </p:spPr>
      </p:sp>
      <p:sp>
        <p:nvSpPr>
          <p:cNvPr id="64" name="">
            <a:extLst xmlns:a="http://schemas.openxmlformats.org/drawingml/2006/main">
              <a:ext uri="{FF2B5EF4-FFF2-40B4-BE49-F238E27FC236}">
                <a16:creationId xmlns:a16="http://schemas.microsoft.com/office/drawing/2014/main" id="{216F379E-108C-4AF2-AF09-30A55FE283DC}"/>
              </a:ext>
            </a:extLst>
          </p:cNvPr>
          <p:cNvSpPr>
            <a:spLocks xmlns:a="http://schemas.openxmlformats.org/drawingml/2006/main" noGrp="1"/>
          </p:cNvSpPr>
          <p:nvPr/>
        </p:nvSpPr>
        <p:spPr>
          <a:xfrm xmlns:a="http://schemas.openxmlformats.org/drawingml/2006/main">
            <a:off x="6096000" y="4714875"/>
            <a:ext cx="571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6BA4"/>
                </a:solidFill>
                <a:latin typeface="Arial"/>
                <a:ea typeface="Arial"/>
                <a:cs typeface="Arial"/>
              </a:defRPr>
            </a:defPPr>
          </a:lstStyle>
          <a:p xmlns:a="http://schemas.openxmlformats.org/drawingml/2006/main">
            <a:pPr algn="l">
              <a:defRPr sz="2400" b="1">
                <a:solidFill>
                  <a:srgbClr val="146BA4"/>
                </a:solidFill>
                <a:latin typeface="Arial"/>
                <a:ea typeface="Arial"/>
                <a:cs typeface="Arial"/>
              </a:defRPr>
            </a:pPr>
            <a:r>
              <a:rPr sz="2400" b="1">
                <a:solidFill>
                  <a:srgbClr val="146BA4"/>
                </a:solidFill>
                <a:latin typeface="Arial"/>
                <a:ea typeface="Arial"/>
                <a:cs typeface="Arial"/>
              </a:rPr>
              <a:t>Más IB para sostener IC</a:t>
            </a:r>
          </a:p>
        </p:txBody>
      </p:sp>
      <p:sp>
        <p:nvSpPr>
          <p:cNvPr id="65" name="">
            <a:extLst xmlns:a="http://schemas.openxmlformats.org/drawingml/2006/main">
              <a:ext uri="{FF2B5EF4-FFF2-40B4-BE49-F238E27FC236}">
                <a16:creationId xmlns:a16="http://schemas.microsoft.com/office/drawing/2014/main" id="{9182A79A-B530-4928-8A83-178E9A6C7E95}"/>
              </a:ext>
            </a:extLst>
          </p:cNvPr>
          <p:cNvSpPr>
            <a:spLocks xmlns:a="http://schemas.openxmlformats.org/drawingml/2006/main" noGrp="1"/>
          </p:cNvSpPr>
          <p:nvPr/>
        </p:nvSpPr>
        <p:spPr>
          <a:xfrm xmlns:a="http://schemas.openxmlformats.org/drawingml/2006/main">
            <a:off x="457200" y="552450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142C40"/>
                </a:solidFill>
                <a:latin typeface="Arial"/>
                <a:ea typeface="Arial"/>
                <a:cs typeface="Arial"/>
              </a:defRPr>
            </a:defPPr>
          </a:lstStyle>
          <a:p xmlns:a="http://schemas.openxmlformats.org/drawingml/2006/main">
            <a:pPr algn="l">
              <a:defRPr sz="2400" b="0">
                <a:solidFill>
                  <a:srgbClr val="142C40"/>
                </a:solidFill>
                <a:latin typeface="Arial"/>
                <a:ea typeface="Arial"/>
                <a:cs typeface="Arial"/>
              </a:defRPr>
            </a:pPr>
            <a:r>
              <a:rPr sz="2400" b="0">
                <a:solidFill>
                  <a:srgbClr val="142C40"/>
                </a:solidFill>
                <a:latin typeface="Arial"/>
                <a:ea typeface="Arial"/>
                <a:cs typeface="Arial"/>
              </a:rPr>
              <a:t>Voyager: selección y margen de corriente</a:t>
            </a:r>
          </a:p>
        </p:txBody>
      </p:sp>
    </p:spTree>
    <p:extLst>
      <p:ext uri="{BB962C8B-B14F-4D97-AF65-F5344CB8AC3E}">
        <p14:creationId xmlns:p14="http://schemas.microsoft.com/office/powerpoint/2010/main" val="49691572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62772447-4722-4CAF-95B6-35C2CE547D2F}"/>
              </a:ext>
            </a:extLst>
          </p:cNvPr>
          <p:cNvSpPr>
            <a:spLocks xmlns:a="http://schemas.openxmlformats.org/drawingml/2006/main" noGrp="1"/>
          </p:cNvSpPr>
          <p:nvPr/>
        </p:nvSpPr>
        <p:spPr>
          <a:xfrm xmlns:a="http://schemas.openxmlformats.org/drawingml/2006/main">
            <a:off x="457200" y="266700"/>
            <a:ext cx="11239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3300" b="1">
                <a:solidFill>
                  <a:srgbClr val="142C40"/>
                </a:solidFill>
                <a:latin typeface="Arial"/>
                <a:ea typeface="Arial"/>
                <a:cs typeface="Arial"/>
              </a:defRPr>
            </a:defPPr>
          </a:lstStyle>
          <a:p xmlns:a="http://schemas.openxmlformats.org/drawingml/2006/main">
            <a:pPr algn="l">
              <a:defRPr sz="3300" b="1">
                <a:solidFill>
                  <a:srgbClr val="142C40"/>
                </a:solidFill>
                <a:latin typeface="Arial"/>
                <a:ea typeface="Arial"/>
                <a:cs typeface="Arial"/>
              </a:defRPr>
            </a:pPr>
            <a:r>
              <a:rPr sz="3300" b="1">
                <a:solidFill>
                  <a:srgbClr val="142C40"/>
                </a:solidFill>
                <a:latin typeface="Arial"/>
                <a:ea typeface="Arial"/>
                <a:cs typeface="Arial"/>
              </a:rPr>
              <a:t>La carga atrapada modifica el control</a:t>
            </a:r>
          </a:p>
        </p:txBody>
      </p:sp>
      <p:sp>
        <p:nvSpPr>
          <p:cNvPr id="2" name="">
            <a:extLst xmlns:a="http://schemas.openxmlformats.org/drawingml/2006/main">
              <a:ext uri="{FF2B5EF4-FFF2-40B4-BE49-F238E27FC236}">
                <a16:creationId xmlns:a16="http://schemas.microsoft.com/office/drawing/2014/main" id="{86AEF9C9-E3DD-48BF-BDB0-BB8A87542846}"/>
              </a:ext>
            </a:extLst>
          </p:cNvPr>
          <p:cNvSpPr>
            <a:spLocks xmlns:a="http://schemas.openxmlformats.org/drawingml/2006/main" noGrp="1"/>
          </p:cNvSpPr>
          <p:nvPr/>
        </p:nvSpPr>
        <p:spPr>
          <a:xfrm xmlns:a="http://schemas.openxmlformats.org/drawingml/2006/main">
            <a:off x="457200" y="6096000"/>
            <a:ext cx="11258550" cy="9525"/>
          </a:xfrm>
          <a:custGeom xmlns:a="http://schemas.openxmlformats.org/drawingml/2006/main">
            <a:pathLst>
              <a:path w="11258550" h="9525">
                <a:moveTo>
                  <a:pt x="0" y="0"/>
                </a:moveTo>
                <a:lnTo>
                  <a:pt x="11258550" y="0"/>
                </a:lnTo>
              </a:path>
            </a:pathLst>
          </a:custGeom>
          <a:noFill xmlns:a="http://schemas.openxmlformats.org/drawingml/2006/main"/>
          <a:ln xmlns:a="http://schemas.openxmlformats.org/drawingml/2006/main" w="9525">
            <a:solidFill>
              <a:srgbClr val="B9C8D2"/>
            </a:solidFill>
          </a:ln>
        </p:spPr>
      </p:sp>
      <p:sp>
        <p:nvSpPr>
          <p:cNvPr id="3" name="">
            <a:extLst xmlns:a="http://schemas.openxmlformats.org/drawingml/2006/main">
              <a:ext uri="{FF2B5EF4-FFF2-40B4-BE49-F238E27FC236}">
                <a16:creationId xmlns:a16="http://schemas.microsoft.com/office/drawing/2014/main" id="{FD626338-7224-4FA1-89E7-F2EBAA7A750F}"/>
              </a:ext>
            </a:extLst>
          </p:cNvPr>
          <p:cNvSpPr>
            <a:spLocks xmlns:a="http://schemas.openxmlformats.org/drawingml/2006/main" noGrp="1"/>
          </p:cNvSpPr>
          <p:nvPr/>
        </p:nvSpPr>
        <p:spPr>
          <a:xfrm xmlns:a="http://schemas.openxmlformats.org/drawingml/2006/main">
            <a:off x="457200" y="627697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6C7F8C"/>
                </a:solidFill>
                <a:latin typeface="Arial"/>
                <a:ea typeface="Arial"/>
                <a:cs typeface="Arial"/>
              </a:defRPr>
            </a:defPPr>
          </a:lstStyle>
          <a:p xmlns:a="http://schemas.openxmlformats.org/drawingml/2006/main">
            <a:pPr algn="l">
              <a:defRPr sz="2400" b="0">
                <a:solidFill>
                  <a:srgbClr val="6C7F8C"/>
                </a:solidFill>
                <a:latin typeface="Arial"/>
                <a:ea typeface="Arial"/>
                <a:cs typeface="Arial"/>
              </a:defRPr>
            </a:pPr>
            <a:r>
              <a:rPr sz="2400" b="0">
                <a:solidFill>
                  <a:srgbClr val="6C7F8C"/>
                </a:solidFill>
                <a:latin typeface="Arial"/>
                <a:ea typeface="Arial"/>
                <a:cs typeface="Arial"/>
              </a:rPr>
              <a:t>Modelo MOS · ensayo Voyager: S01</a:t>
            </a:r>
          </a:p>
        </p:txBody>
      </p:sp>
      <p:sp>
        <p:nvSpPr>
          <p:cNvPr id="4" name="">
            <a:extLst xmlns:a="http://schemas.openxmlformats.org/drawingml/2006/main">
              <a:ext uri="{FF2B5EF4-FFF2-40B4-BE49-F238E27FC236}">
                <a16:creationId xmlns:a16="http://schemas.microsoft.com/office/drawing/2014/main" id="{B67F98D8-EC79-492B-A1B3-1A68AB135254}"/>
              </a:ext>
            </a:extLst>
          </p:cNvPr>
          <p:cNvSpPr>
            <a:spLocks xmlns:a="http://schemas.openxmlformats.org/drawingml/2006/main" noGrp="1"/>
          </p:cNvSpPr>
          <p:nvPr/>
        </p:nvSpPr>
        <p:spPr>
          <a:xfrm xmlns:a="http://schemas.openxmlformats.org/drawingml/2006/main">
            <a:off x="11163300" y="6276975"/>
            <a:ext cx="66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6BA4"/>
                </a:solidFill>
                <a:latin typeface="Arial"/>
                <a:ea typeface="Arial"/>
                <a:cs typeface="Arial"/>
              </a:defRPr>
            </a:defPPr>
          </a:lstStyle>
          <a:p xmlns:a="http://schemas.openxmlformats.org/drawingml/2006/main">
            <a:pPr algn="l">
              <a:defRPr sz="2400" b="1">
                <a:solidFill>
                  <a:srgbClr val="146BA4"/>
                </a:solidFill>
                <a:latin typeface="Arial"/>
                <a:ea typeface="Arial"/>
                <a:cs typeface="Arial"/>
              </a:defRPr>
            </a:pPr>
            <a:r>
              <a:rPr sz="2400" b="1">
                <a:solidFill>
                  <a:srgbClr val="146BA4"/>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BB89EC3F-5167-40BE-A1F0-2247F92A83AE}"/>
              </a:ext>
            </a:extLst>
          </p:cNvPr>
          <p:cNvSpPr>
            <a:spLocks xmlns:a="http://schemas.openxmlformats.org/drawingml/2006/main" noGrp="1"/>
          </p:cNvSpPr>
          <p:nvPr/>
        </p:nvSpPr>
        <p:spPr>
          <a:xfrm xmlns:a="http://schemas.openxmlformats.org/drawingml/2006/main">
            <a:off x="457200" y="1190625"/>
            <a:ext cx="533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6BA4"/>
                </a:solidFill>
                <a:latin typeface="Arial"/>
                <a:ea typeface="Arial"/>
                <a:cs typeface="Arial"/>
              </a:defRPr>
            </a:defPPr>
          </a:lstStyle>
          <a:p xmlns:a="http://schemas.openxmlformats.org/drawingml/2006/main">
            <a:pPr algn="l">
              <a:defRPr sz="2400" b="1">
                <a:solidFill>
                  <a:srgbClr val="146BA4"/>
                </a:solidFill>
                <a:latin typeface="Arial"/>
                <a:ea typeface="Arial"/>
                <a:cs typeface="Arial"/>
              </a:defRPr>
            </a:pPr>
            <a:r>
              <a:rPr sz="2400" b="1">
                <a:solidFill>
                  <a:srgbClr val="146BA4"/>
                </a:solidFill>
                <a:latin typeface="Arial"/>
                <a:ea typeface="Arial"/>
                <a:cs typeface="Arial"/>
              </a:rPr>
              <a:t>Sección conceptual</a:t>
            </a:r>
          </a:p>
        </p:txBody>
      </p:sp>
      <p:sp>
        <p:nvSpPr>
          <p:cNvPr id="6" name="">
            <a:extLst xmlns:a="http://schemas.openxmlformats.org/drawingml/2006/main">
              <a:ext uri="{FF2B5EF4-FFF2-40B4-BE49-F238E27FC236}">
                <a16:creationId xmlns:a16="http://schemas.microsoft.com/office/drawing/2014/main" id="{D02B6C33-3A95-4D8E-A2F0-7FF2198EA51D}"/>
              </a:ext>
            </a:extLst>
          </p:cNvPr>
          <p:cNvSpPr>
            <a:spLocks xmlns:a="http://schemas.openxmlformats.org/drawingml/2006/main" noGrp="1"/>
          </p:cNvSpPr>
          <p:nvPr/>
        </p:nvSpPr>
        <p:spPr>
          <a:xfrm xmlns:a="http://schemas.openxmlformats.org/drawingml/2006/main">
            <a:off x="952500" y="2190750"/>
            <a:ext cx="3810000" cy="476250"/>
          </a:xfrm>
          <a:prstGeom xmlns:a="http://schemas.openxmlformats.org/drawingml/2006/main" prst="rect">
            <a:avLst/>
          </a:prstGeom>
          <a:solidFill xmlns:a="http://schemas.openxmlformats.org/drawingml/2006/main">
            <a:srgbClr val="142C4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07371A6-443F-42AC-9300-D8AD1C7C3C46}"/>
              </a:ext>
            </a:extLst>
          </p:cNvPr>
          <p:cNvSpPr>
            <a:spLocks xmlns:a="http://schemas.openxmlformats.org/drawingml/2006/main" noGrp="1"/>
          </p:cNvSpPr>
          <p:nvPr/>
        </p:nvSpPr>
        <p:spPr>
          <a:xfrm xmlns:a="http://schemas.openxmlformats.org/drawingml/2006/main">
            <a:off x="952500" y="2667000"/>
            <a:ext cx="3810000" cy="809625"/>
          </a:xfrm>
          <a:prstGeom xmlns:a="http://schemas.openxmlformats.org/drawingml/2006/main" prst="rect">
            <a:avLst/>
          </a:prstGeom>
          <a:solidFill xmlns:a="http://schemas.openxmlformats.org/drawingml/2006/main">
            <a:srgbClr val="E4EFF6"/>
          </a:solidFill>
          <a:ln xmlns:a="http://schemas.openxmlformats.org/drawingml/2006/main" w="19050">
            <a:solidFill>
              <a:srgbClr val="146BA4"/>
            </a:solidFill>
          </a:ln>
        </p:spPr>
      </p:sp>
      <p:sp>
        <p:nvSpPr>
          <p:cNvPr id="8" name="">
            <a:extLst xmlns:a="http://schemas.openxmlformats.org/drawingml/2006/main">
              <a:ext uri="{FF2B5EF4-FFF2-40B4-BE49-F238E27FC236}">
                <a16:creationId xmlns:a16="http://schemas.microsoft.com/office/drawing/2014/main" id="{25ED68CC-9ECF-429B-99B0-800347AB6032}"/>
              </a:ext>
            </a:extLst>
          </p:cNvPr>
          <p:cNvSpPr>
            <a:spLocks xmlns:a="http://schemas.openxmlformats.org/drawingml/2006/main" noGrp="1"/>
          </p:cNvSpPr>
          <p:nvPr/>
        </p:nvSpPr>
        <p:spPr>
          <a:xfrm xmlns:a="http://schemas.openxmlformats.org/drawingml/2006/main">
            <a:off x="952500" y="3476625"/>
            <a:ext cx="3810000" cy="1238250"/>
          </a:xfrm>
          <a:prstGeom xmlns:a="http://schemas.openxmlformats.org/drawingml/2006/main" prst="rect">
            <a:avLst/>
          </a:prstGeom>
          <a:solidFill xmlns:a="http://schemas.openxmlformats.org/drawingml/2006/main">
            <a:srgbClr val="F5F7F9"/>
          </a:solidFill>
          <a:ln xmlns:a="http://schemas.openxmlformats.org/drawingml/2006/main" w="9525">
            <a:solidFill>
              <a:srgbClr val="B9C8D2"/>
            </a:solidFill>
          </a:ln>
        </p:spPr>
      </p:sp>
      <p:sp>
        <p:nvSpPr>
          <p:cNvPr id="9" name="">
            <a:extLst xmlns:a="http://schemas.openxmlformats.org/drawingml/2006/main">
              <a:ext uri="{FF2B5EF4-FFF2-40B4-BE49-F238E27FC236}">
                <a16:creationId xmlns:a16="http://schemas.microsoft.com/office/drawing/2014/main" id="{49A467C1-89F7-4AB4-84BC-5C7D79640895}"/>
              </a:ext>
            </a:extLst>
          </p:cNvPr>
          <p:cNvSpPr>
            <a:spLocks xmlns:a="http://schemas.openxmlformats.org/drawingml/2006/main" noGrp="1"/>
          </p:cNvSpPr>
          <p:nvPr/>
        </p:nvSpPr>
        <p:spPr>
          <a:xfrm xmlns:a="http://schemas.openxmlformats.org/drawingml/2006/main">
            <a:off x="1428750" y="1752600"/>
            <a:ext cx="352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142C40"/>
                </a:solidFill>
                <a:latin typeface="Arial"/>
                <a:ea typeface="Arial"/>
                <a:cs typeface="Arial"/>
              </a:defRPr>
            </a:defPPr>
          </a:lstStyle>
          <a:p xmlns:a="http://schemas.openxmlformats.org/drawingml/2006/main">
            <a:pPr algn="l">
              <a:defRPr sz="2400" b="0">
                <a:solidFill>
                  <a:srgbClr val="142C40"/>
                </a:solidFill>
                <a:latin typeface="Arial"/>
                <a:ea typeface="Arial"/>
                <a:cs typeface="Arial"/>
              </a:defRPr>
            </a:pPr>
            <a:r>
              <a:rPr sz="2400" b="0">
                <a:solidFill>
                  <a:srgbClr val="142C40"/>
                </a:solidFill>
                <a:latin typeface="Arial"/>
                <a:ea typeface="Arial"/>
                <a:cs typeface="Arial"/>
              </a:rPr>
              <a:t>Compuerta</a:t>
            </a:r>
          </a:p>
        </p:txBody>
      </p:sp>
      <p:sp>
        <p:nvSpPr>
          <p:cNvPr id="10" name="">
            <a:extLst xmlns:a="http://schemas.openxmlformats.org/drawingml/2006/main">
              <a:ext uri="{FF2B5EF4-FFF2-40B4-BE49-F238E27FC236}">
                <a16:creationId xmlns:a16="http://schemas.microsoft.com/office/drawing/2014/main" id="{10BB499D-7A44-4134-9773-F30F500E89A8}"/>
              </a:ext>
            </a:extLst>
          </p:cNvPr>
          <p:cNvSpPr>
            <a:spLocks xmlns:a="http://schemas.openxmlformats.org/drawingml/2006/main" noGrp="1"/>
          </p:cNvSpPr>
          <p:nvPr/>
        </p:nvSpPr>
        <p:spPr>
          <a:xfrm xmlns:a="http://schemas.openxmlformats.org/drawingml/2006/main">
            <a:off x="1095375" y="2876550"/>
            <a:ext cx="152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142C40"/>
                </a:solidFill>
                <a:latin typeface="Arial"/>
                <a:ea typeface="Arial"/>
                <a:cs typeface="Arial"/>
              </a:defRPr>
            </a:defPPr>
          </a:lstStyle>
          <a:p xmlns:a="http://schemas.openxmlformats.org/drawingml/2006/main">
            <a:pPr algn="l">
              <a:defRPr sz="2400" b="0">
                <a:solidFill>
                  <a:srgbClr val="142C40"/>
                </a:solidFill>
                <a:latin typeface="Arial"/>
                <a:ea typeface="Arial"/>
                <a:cs typeface="Arial"/>
              </a:defRPr>
            </a:pPr>
            <a:r>
              <a:rPr sz="2400" b="0">
                <a:solidFill>
                  <a:srgbClr val="142C40"/>
                </a:solidFill>
                <a:latin typeface="Arial"/>
                <a:ea typeface="Arial"/>
                <a:cs typeface="Arial"/>
              </a:rPr>
              <a:t>Óxido</a:t>
            </a:r>
          </a:p>
        </p:txBody>
      </p:sp>
      <p:sp>
        <p:nvSpPr>
          <p:cNvPr id="11" name="">
            <a:extLst xmlns:a="http://schemas.openxmlformats.org/drawingml/2006/main">
              <a:ext uri="{FF2B5EF4-FFF2-40B4-BE49-F238E27FC236}">
                <a16:creationId xmlns:a16="http://schemas.microsoft.com/office/drawing/2014/main" id="{A747E829-8684-4F1A-8DF0-8ADA7FACAF4F}"/>
              </a:ext>
            </a:extLst>
          </p:cNvPr>
          <p:cNvSpPr>
            <a:spLocks xmlns:a="http://schemas.openxmlformats.org/drawingml/2006/main" noGrp="1"/>
          </p:cNvSpPr>
          <p:nvPr/>
        </p:nvSpPr>
        <p:spPr>
          <a:xfrm xmlns:a="http://schemas.openxmlformats.org/drawingml/2006/main">
            <a:off x="2714625" y="2924175"/>
            <a:ext cx="285750" cy="285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46BA4"/>
            </a:solidFill>
          </a:ln>
        </p:spPr>
      </p:sp>
      <p:sp>
        <p:nvSpPr>
          <p:cNvPr id="12" name="">
            <a:extLst xmlns:a="http://schemas.openxmlformats.org/drawingml/2006/main">
              <a:ext uri="{FF2B5EF4-FFF2-40B4-BE49-F238E27FC236}">
                <a16:creationId xmlns:a16="http://schemas.microsoft.com/office/drawing/2014/main" id="{97FB9532-54FD-4D75-8E42-4719B900CF0C}"/>
              </a:ext>
            </a:extLst>
          </p:cNvPr>
          <p:cNvSpPr>
            <a:spLocks xmlns:a="http://schemas.openxmlformats.org/drawingml/2006/main" noGrp="1"/>
          </p:cNvSpPr>
          <p:nvPr/>
        </p:nvSpPr>
        <p:spPr>
          <a:xfrm xmlns:a="http://schemas.openxmlformats.org/drawingml/2006/main">
            <a:off x="2724150" y="2886075"/>
            <a:ext cx="266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400" b="0">
                <a:solidFill>
                  <a:srgbClr val="146BA4"/>
                </a:solidFill>
                <a:latin typeface="Arial"/>
                <a:ea typeface="Arial"/>
                <a:cs typeface="Arial"/>
              </a:defRPr>
            </a:defPPr>
          </a:lstStyle>
          <a:p xmlns:a="http://schemas.openxmlformats.org/drawingml/2006/main">
            <a:pPr algn="ctr">
              <a:defRPr sz="2400" b="0">
                <a:solidFill>
                  <a:srgbClr val="146BA4"/>
                </a:solidFill>
                <a:latin typeface="Arial"/>
                <a:ea typeface="Arial"/>
                <a:cs typeface="Arial"/>
              </a:defRPr>
            </a:pPr>
            <a:r>
              <a:rPr sz="2400" b="0">
                <a:solidFill>
                  <a:srgbClr val="146BA4"/>
                </a:solidFill>
                <a:latin typeface="Arial"/>
                <a:ea typeface="Arial"/>
                <a:cs typeface="Arial"/>
              </a:rPr>
              <a:t>+</a:t>
            </a:r>
          </a:p>
        </p:txBody>
      </p:sp>
      <p:sp>
        <p:nvSpPr>
          <p:cNvPr id="13" name="">
            <a:extLst xmlns:a="http://schemas.openxmlformats.org/drawingml/2006/main">
              <a:ext uri="{FF2B5EF4-FFF2-40B4-BE49-F238E27FC236}">
                <a16:creationId xmlns:a16="http://schemas.microsoft.com/office/drawing/2014/main" id="{1CAEC6F4-F2E1-4E89-AEA7-1F1DD787A621}"/>
              </a:ext>
            </a:extLst>
          </p:cNvPr>
          <p:cNvSpPr>
            <a:spLocks xmlns:a="http://schemas.openxmlformats.org/drawingml/2006/main" noGrp="1"/>
          </p:cNvSpPr>
          <p:nvPr/>
        </p:nvSpPr>
        <p:spPr>
          <a:xfrm xmlns:a="http://schemas.openxmlformats.org/drawingml/2006/main">
            <a:off x="3238500" y="2924175"/>
            <a:ext cx="285750" cy="285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46BA4"/>
            </a:solidFill>
          </a:ln>
        </p:spPr>
      </p:sp>
      <p:sp>
        <p:nvSpPr>
          <p:cNvPr id="14" name="">
            <a:extLst xmlns:a="http://schemas.openxmlformats.org/drawingml/2006/main">
              <a:ext uri="{FF2B5EF4-FFF2-40B4-BE49-F238E27FC236}">
                <a16:creationId xmlns:a16="http://schemas.microsoft.com/office/drawing/2014/main" id="{68015298-3BC3-4716-9D23-5C1C102CA0D9}"/>
              </a:ext>
            </a:extLst>
          </p:cNvPr>
          <p:cNvSpPr>
            <a:spLocks xmlns:a="http://schemas.openxmlformats.org/drawingml/2006/main" noGrp="1"/>
          </p:cNvSpPr>
          <p:nvPr/>
        </p:nvSpPr>
        <p:spPr>
          <a:xfrm xmlns:a="http://schemas.openxmlformats.org/drawingml/2006/main">
            <a:off x="3248025" y="2886075"/>
            <a:ext cx="266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400" b="0">
                <a:solidFill>
                  <a:srgbClr val="146BA4"/>
                </a:solidFill>
                <a:latin typeface="Arial"/>
                <a:ea typeface="Arial"/>
                <a:cs typeface="Arial"/>
              </a:defRPr>
            </a:defPPr>
          </a:lstStyle>
          <a:p xmlns:a="http://schemas.openxmlformats.org/drawingml/2006/main">
            <a:pPr algn="ctr">
              <a:defRPr sz="2400" b="0">
                <a:solidFill>
                  <a:srgbClr val="146BA4"/>
                </a:solidFill>
                <a:latin typeface="Arial"/>
                <a:ea typeface="Arial"/>
                <a:cs typeface="Arial"/>
              </a:defRPr>
            </a:pPr>
            <a:r>
              <a:rPr sz="2400" b="0">
                <a:solidFill>
                  <a:srgbClr val="146BA4"/>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DF1291CB-3A4D-4F38-A983-2B67546D5CEE}"/>
              </a:ext>
            </a:extLst>
          </p:cNvPr>
          <p:cNvSpPr>
            <a:spLocks xmlns:a="http://schemas.openxmlformats.org/drawingml/2006/main" noGrp="1"/>
          </p:cNvSpPr>
          <p:nvPr/>
        </p:nvSpPr>
        <p:spPr>
          <a:xfrm xmlns:a="http://schemas.openxmlformats.org/drawingml/2006/main">
            <a:off x="3762375" y="2924175"/>
            <a:ext cx="285750" cy="285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46BA4"/>
            </a:solidFill>
          </a:ln>
        </p:spPr>
      </p:sp>
      <p:sp>
        <p:nvSpPr>
          <p:cNvPr id="16" name="">
            <a:extLst xmlns:a="http://schemas.openxmlformats.org/drawingml/2006/main">
              <a:ext uri="{FF2B5EF4-FFF2-40B4-BE49-F238E27FC236}">
                <a16:creationId xmlns:a16="http://schemas.microsoft.com/office/drawing/2014/main" id="{9F3C4156-CEDB-4024-86A8-6A8D13389F30}"/>
              </a:ext>
            </a:extLst>
          </p:cNvPr>
          <p:cNvSpPr>
            <a:spLocks xmlns:a="http://schemas.openxmlformats.org/drawingml/2006/main" noGrp="1"/>
          </p:cNvSpPr>
          <p:nvPr/>
        </p:nvSpPr>
        <p:spPr>
          <a:xfrm xmlns:a="http://schemas.openxmlformats.org/drawingml/2006/main">
            <a:off x="3771900" y="2886075"/>
            <a:ext cx="266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400" b="0">
                <a:solidFill>
                  <a:srgbClr val="146BA4"/>
                </a:solidFill>
                <a:latin typeface="Arial"/>
                <a:ea typeface="Arial"/>
                <a:cs typeface="Arial"/>
              </a:defRPr>
            </a:defPPr>
          </a:lstStyle>
          <a:p xmlns:a="http://schemas.openxmlformats.org/drawingml/2006/main">
            <a:pPr algn="ctr">
              <a:defRPr sz="2400" b="0">
                <a:solidFill>
                  <a:srgbClr val="146BA4"/>
                </a:solidFill>
                <a:latin typeface="Arial"/>
                <a:ea typeface="Arial"/>
                <a:cs typeface="Arial"/>
              </a:defRPr>
            </a:pPr>
            <a:r>
              <a:rPr sz="2400" b="0">
                <a:solidFill>
                  <a:srgbClr val="146BA4"/>
                </a:solidFill>
                <a:latin typeface="Arial"/>
                <a:ea typeface="Arial"/>
                <a:cs typeface="Arial"/>
              </a:rPr>
              <a:t>+</a:t>
            </a:r>
          </a:p>
        </p:txBody>
      </p:sp>
      <p:sp>
        <p:nvSpPr>
          <p:cNvPr id="17" name="">
            <a:extLst xmlns:a="http://schemas.openxmlformats.org/drawingml/2006/main">
              <a:ext uri="{FF2B5EF4-FFF2-40B4-BE49-F238E27FC236}">
                <a16:creationId xmlns:a16="http://schemas.microsoft.com/office/drawing/2014/main" id="{C0EC1C50-86A2-4685-B6BA-265EB2102D55}"/>
              </a:ext>
            </a:extLst>
          </p:cNvPr>
          <p:cNvSpPr>
            <a:spLocks xmlns:a="http://schemas.openxmlformats.org/drawingml/2006/main" noGrp="1"/>
          </p:cNvSpPr>
          <p:nvPr/>
        </p:nvSpPr>
        <p:spPr>
          <a:xfrm xmlns:a="http://schemas.openxmlformats.org/drawingml/2006/main">
            <a:off x="4286250" y="2924175"/>
            <a:ext cx="285750" cy="285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46BA4"/>
            </a:solidFill>
          </a:ln>
        </p:spPr>
      </p:sp>
      <p:sp>
        <p:nvSpPr>
          <p:cNvPr id="18" name="">
            <a:extLst xmlns:a="http://schemas.openxmlformats.org/drawingml/2006/main">
              <a:ext uri="{FF2B5EF4-FFF2-40B4-BE49-F238E27FC236}">
                <a16:creationId xmlns:a16="http://schemas.microsoft.com/office/drawing/2014/main" id="{C0839673-CECA-4085-AA80-3A82815BC702}"/>
              </a:ext>
            </a:extLst>
          </p:cNvPr>
          <p:cNvSpPr>
            <a:spLocks xmlns:a="http://schemas.openxmlformats.org/drawingml/2006/main" noGrp="1"/>
          </p:cNvSpPr>
          <p:nvPr/>
        </p:nvSpPr>
        <p:spPr>
          <a:xfrm xmlns:a="http://schemas.openxmlformats.org/drawingml/2006/main">
            <a:off x="4295775" y="2886075"/>
            <a:ext cx="266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400" b="0">
                <a:solidFill>
                  <a:srgbClr val="146BA4"/>
                </a:solidFill>
                <a:latin typeface="Arial"/>
                <a:ea typeface="Arial"/>
                <a:cs typeface="Arial"/>
              </a:defRPr>
            </a:defPPr>
          </a:lstStyle>
          <a:p xmlns:a="http://schemas.openxmlformats.org/drawingml/2006/main">
            <a:pPr algn="ctr">
              <a:defRPr sz="2400" b="0">
                <a:solidFill>
                  <a:srgbClr val="146BA4"/>
                </a:solidFill>
                <a:latin typeface="Arial"/>
                <a:ea typeface="Arial"/>
                <a:cs typeface="Arial"/>
              </a:defRPr>
            </a:pPr>
            <a:r>
              <a:rPr sz="2400" b="0">
                <a:solidFill>
                  <a:srgbClr val="146BA4"/>
                </a:solidFill>
                <a:latin typeface="Arial"/>
                <a:ea typeface="Arial"/>
                <a:cs typeface="Arial"/>
              </a:rPr>
              <a:t>+</a:t>
            </a:r>
          </a:p>
        </p:txBody>
      </p:sp>
      <p:sp>
        <p:nvSpPr>
          <p:cNvPr id="19" name="">
            <a:extLst xmlns:a="http://schemas.openxmlformats.org/drawingml/2006/main">
              <a:ext uri="{FF2B5EF4-FFF2-40B4-BE49-F238E27FC236}">
                <a16:creationId xmlns:a16="http://schemas.microsoft.com/office/drawing/2014/main" id="{30943789-2749-43A0-AA4B-4EDC65F0F35F}"/>
              </a:ext>
            </a:extLst>
          </p:cNvPr>
          <p:cNvSpPr>
            <a:spLocks xmlns:a="http://schemas.openxmlformats.org/drawingml/2006/main" noGrp="1"/>
          </p:cNvSpPr>
          <p:nvPr/>
        </p:nvSpPr>
        <p:spPr>
          <a:xfrm xmlns:a="http://schemas.openxmlformats.org/drawingml/2006/main">
            <a:off x="1238250" y="4000500"/>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142C40"/>
                </a:solidFill>
                <a:latin typeface="Arial"/>
                <a:ea typeface="Arial"/>
                <a:cs typeface="Arial"/>
              </a:defRPr>
            </a:defPPr>
          </a:lstStyle>
          <a:p xmlns:a="http://schemas.openxmlformats.org/drawingml/2006/main">
            <a:pPr algn="l">
              <a:defRPr sz="2400" b="0">
                <a:solidFill>
                  <a:srgbClr val="142C40"/>
                </a:solidFill>
                <a:latin typeface="Arial"/>
                <a:ea typeface="Arial"/>
                <a:cs typeface="Arial"/>
              </a:defRPr>
            </a:pPr>
            <a:r>
              <a:rPr sz="2400" b="0">
                <a:solidFill>
                  <a:srgbClr val="142C40"/>
                </a:solidFill>
                <a:latin typeface="Arial"/>
                <a:ea typeface="Arial"/>
                <a:cs typeface="Arial"/>
              </a:rPr>
              <a:t>Semiconductor</a:t>
            </a:r>
          </a:p>
        </p:txBody>
      </p:sp>
      <p:sp>
        <p:nvSpPr>
          <p:cNvPr id="20" name="">
            <a:extLst xmlns:a="http://schemas.openxmlformats.org/drawingml/2006/main">
              <a:ext uri="{FF2B5EF4-FFF2-40B4-BE49-F238E27FC236}">
                <a16:creationId xmlns:a16="http://schemas.microsoft.com/office/drawing/2014/main" id="{242425BF-FF4D-41DA-B1E4-7F0C14181E85}"/>
              </a:ext>
            </a:extLst>
          </p:cNvPr>
          <p:cNvSpPr>
            <a:spLocks xmlns:a="http://schemas.openxmlformats.org/drawingml/2006/main" noGrp="1"/>
          </p:cNvSpPr>
          <p:nvPr/>
        </p:nvSpPr>
        <p:spPr>
          <a:xfrm xmlns:a="http://schemas.openxmlformats.org/drawingml/2006/main">
            <a:off x="2762250" y="3333750"/>
            <a:ext cx="9525" cy="523875"/>
          </a:xfrm>
          <a:custGeom xmlns:a="http://schemas.openxmlformats.org/drawingml/2006/main">
            <a:pathLst>
              <a:path w="9525" h="523875">
                <a:moveTo>
                  <a:pt x="0" y="0"/>
                </a:moveTo>
                <a:lnTo>
                  <a:pt x="0" y="523875"/>
                </a:lnTo>
              </a:path>
            </a:pathLst>
          </a:custGeom>
          <a:noFill xmlns:a="http://schemas.openxmlformats.org/drawingml/2006/main"/>
          <a:ln xmlns:a="http://schemas.openxmlformats.org/drawingml/2006/main" w="28575">
            <a:solidFill>
              <a:srgbClr val="146BA4"/>
            </a:solidFill>
          </a:ln>
        </p:spPr>
      </p:sp>
      <p:sp>
        <p:nvSpPr>
          <p:cNvPr id="21" name="">
            <a:extLst xmlns:a="http://schemas.openxmlformats.org/drawingml/2006/main">
              <a:ext uri="{FF2B5EF4-FFF2-40B4-BE49-F238E27FC236}">
                <a16:creationId xmlns:a16="http://schemas.microsoft.com/office/drawing/2014/main" id="{2D9FF205-7BF8-4717-A07F-A0E6DA83E8A1}"/>
              </a:ext>
            </a:extLst>
          </p:cNvPr>
          <p:cNvSpPr>
            <a:spLocks xmlns:a="http://schemas.openxmlformats.org/drawingml/2006/main" noGrp="1"/>
          </p:cNvSpPr>
          <p:nvPr/>
        </p:nvSpPr>
        <p:spPr>
          <a:xfrm xmlns:a="http://schemas.openxmlformats.org/drawingml/2006/main">
            <a:off x="2716676" y="3763281"/>
            <a:ext cx="91147" cy="94344"/>
          </a:xfrm>
          <a:custGeom xmlns:a="http://schemas.openxmlformats.org/drawingml/2006/main">
            <a:pathLst>
              <a:path w="91147" h="94344">
                <a:moveTo>
                  <a:pt x="0" y="0"/>
                </a:moveTo>
                <a:lnTo>
                  <a:pt x="45574" y="94344"/>
                </a:lnTo>
                <a:lnTo>
                  <a:pt x="91147" y="0"/>
                </a:lnTo>
              </a:path>
            </a:pathLst>
          </a:custGeom>
          <a:noFill xmlns:a="http://schemas.openxmlformats.org/drawingml/2006/main"/>
          <a:ln xmlns:a="http://schemas.openxmlformats.org/drawingml/2006/main" w="28575">
            <a:solidFill>
              <a:srgbClr val="146BA4"/>
            </a:solidFill>
          </a:ln>
        </p:spPr>
      </p:sp>
      <p:sp>
        <p:nvSpPr>
          <p:cNvPr id="22" name="">
            <a:extLst xmlns:a="http://schemas.openxmlformats.org/drawingml/2006/main">
              <a:ext uri="{FF2B5EF4-FFF2-40B4-BE49-F238E27FC236}">
                <a16:creationId xmlns:a16="http://schemas.microsoft.com/office/drawing/2014/main" id="{2C88FEEC-D098-47CB-86A9-CC669ECEABDC}"/>
              </a:ext>
            </a:extLst>
          </p:cNvPr>
          <p:cNvSpPr>
            <a:spLocks xmlns:a="http://schemas.openxmlformats.org/drawingml/2006/main" noGrp="1"/>
          </p:cNvSpPr>
          <p:nvPr/>
        </p:nvSpPr>
        <p:spPr>
          <a:xfrm xmlns:a="http://schemas.openxmlformats.org/drawingml/2006/main">
            <a:off x="666750" y="519112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700" b="1">
                <a:solidFill>
                  <a:srgbClr val="146BA4"/>
                </a:solidFill>
                <a:latin typeface="Arial"/>
                <a:ea typeface="Arial"/>
                <a:cs typeface="Arial"/>
              </a:defRPr>
            </a:defPPr>
          </a:lstStyle>
          <a:p xmlns:a="http://schemas.openxmlformats.org/drawingml/2006/main">
            <a:pPr algn="l">
              <a:defRPr sz="2700" b="1">
                <a:solidFill>
                  <a:srgbClr val="146BA4"/>
                </a:solidFill>
                <a:latin typeface="Arial"/>
                <a:ea typeface="Arial"/>
                <a:cs typeface="Arial"/>
              </a:defRPr>
            </a:pPr>
            <a:r>
              <a:rPr sz="2700" b="1">
                <a:solidFill>
                  <a:srgbClr val="146BA4"/>
                </a:solidFill>
                <a:latin typeface="Arial"/>
                <a:ea typeface="Arial"/>
                <a:cs typeface="Arial"/>
              </a:rPr>
              <a:t>Cambia el campo</a:t>
            </a:r>
          </a:p>
        </p:txBody>
      </p:sp>
      <p:pic>
        <p:nvPicPr>
          <p:cNvPr id="23" name="">
            <a:extLst xmlns:a="http://schemas.openxmlformats.org/drawingml/2006/main">
              <a:ext uri="{FF2B5EF4-FFF2-40B4-BE49-F238E27FC236}">
                <a16:creationId xmlns:a16="http://schemas.microsoft.com/office/drawing/2014/main" id="{1ECE9372-D923-444A-96AA-2B4E807319AB}"/>
              </a:ext>
            </a:extLst>
          </p:cNvPr>
          <p:cNvPicPr>
            <a:picLocks xmlns:a="http://schemas.openxmlformats.org/drawingml/2006/main" noChangeAspect="1"/>
          </p:cNvPicPr>
          <p:nvPr/>
        </p:nvPicPr>
        <p:blipFill>
          <a:blip xmlns:r="http://schemas.openxmlformats.org/officeDocument/2006/relationships" xmlns:a="http://schemas.openxmlformats.org/drawingml/2006/main" r:embed="R2b18e04a99214850"/>
          <a:stretch xmlns:a="http://schemas.openxmlformats.org/drawingml/2006/main"/>
        </p:blipFill>
        <p:spPr>
          <a:xfrm xmlns:a="http://schemas.openxmlformats.org/drawingml/2006/main">
            <a:off x="7282176" y="1238250"/>
            <a:ext cx="2675898" cy="4572000"/>
          </a:xfrm>
          <a:prstGeom xmlns:a="http://schemas.openxmlformats.org/drawingml/2006/main" prst="rect">
            <a:avLst/>
          </a:prstGeom>
        </p:spPr>
      </p:pic>
      <p:sp>
        <p:nvSpPr>
          <p:cNvPr id="24" name="">
            <a:extLst xmlns:a="http://schemas.openxmlformats.org/drawingml/2006/main">
              <a:ext uri="{FF2B5EF4-FFF2-40B4-BE49-F238E27FC236}">
                <a16:creationId xmlns:a16="http://schemas.microsoft.com/office/drawing/2014/main" id="{3ACA9450-306D-4EA1-9DBE-3471479943D3}"/>
              </a:ext>
            </a:extLst>
          </p:cNvPr>
          <p:cNvSpPr>
            <a:spLocks xmlns:a="http://schemas.openxmlformats.org/drawingml/2006/main" noGrp="1"/>
          </p:cNvSpPr>
          <p:nvPr/>
        </p:nvSpPr>
        <p:spPr>
          <a:xfrm xmlns:a="http://schemas.openxmlformats.org/drawingml/2006/main">
            <a:off x="5619750" y="2857500"/>
            <a:ext cx="85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142C40"/>
                </a:solidFill>
                <a:latin typeface="Arial"/>
                <a:ea typeface="Arial"/>
                <a:cs typeface="Arial"/>
              </a:defRPr>
            </a:defPPr>
          </a:lstStyle>
          <a:p xmlns:a="http://schemas.openxmlformats.org/drawingml/2006/main">
            <a:pPr algn="l">
              <a:defRPr sz="2400" b="0">
                <a:solidFill>
                  <a:srgbClr val="142C40"/>
                </a:solidFill>
                <a:latin typeface="Arial"/>
                <a:ea typeface="Arial"/>
                <a:cs typeface="Arial"/>
              </a:defRPr>
            </a:pPr>
            <a:r>
              <a:rPr sz="2400" b="0">
                <a:solidFill>
                  <a:srgbClr val="142C40"/>
                </a:solidFill>
                <a:latin typeface="Arial"/>
                <a:ea typeface="Arial"/>
                <a:cs typeface="Arial"/>
              </a:rPr>
              <a:t>ID</a:t>
            </a:r>
          </a:p>
        </p:txBody>
      </p:sp>
      <p:sp>
        <p:nvSpPr>
          <p:cNvPr id="25" name="">
            <a:extLst xmlns:a="http://schemas.openxmlformats.org/drawingml/2006/main">
              <a:ext uri="{FF2B5EF4-FFF2-40B4-BE49-F238E27FC236}">
                <a16:creationId xmlns:a16="http://schemas.microsoft.com/office/drawing/2014/main" id="{E86C915A-5AC9-43B4-A538-373D06DFD180}"/>
              </a:ext>
            </a:extLst>
          </p:cNvPr>
          <p:cNvSpPr>
            <a:spLocks xmlns:a="http://schemas.openxmlformats.org/drawingml/2006/main" noGrp="1"/>
          </p:cNvSpPr>
          <p:nvPr/>
        </p:nvSpPr>
        <p:spPr>
          <a:xfrm xmlns:a="http://schemas.openxmlformats.org/drawingml/2006/main">
            <a:off x="10953750" y="5286375"/>
            <a:ext cx="76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142C40"/>
                </a:solidFill>
                <a:latin typeface="Arial"/>
                <a:ea typeface="Arial"/>
                <a:cs typeface="Arial"/>
              </a:defRPr>
            </a:defPPr>
          </a:lstStyle>
          <a:p xmlns:a="http://schemas.openxmlformats.org/drawingml/2006/main">
            <a:pPr algn="l">
              <a:defRPr sz="2400" b="0">
                <a:solidFill>
                  <a:srgbClr val="142C40"/>
                </a:solidFill>
                <a:latin typeface="Arial"/>
                <a:ea typeface="Arial"/>
                <a:cs typeface="Arial"/>
              </a:defRPr>
            </a:pPr>
            <a:r>
              <a:rPr sz="2400" b="0">
                <a:solidFill>
                  <a:srgbClr val="142C40"/>
                </a:solidFill>
                <a:latin typeface="Arial"/>
                <a:ea typeface="Arial"/>
                <a:cs typeface="Arial"/>
              </a:rPr>
              <a:t>VG</a:t>
            </a:r>
          </a:p>
        </p:txBody>
      </p:sp>
      <p:sp>
        <p:nvSpPr>
          <p:cNvPr id="26" name="">
            <a:extLst xmlns:a="http://schemas.openxmlformats.org/drawingml/2006/main">
              <a:ext uri="{FF2B5EF4-FFF2-40B4-BE49-F238E27FC236}">
                <a16:creationId xmlns:a16="http://schemas.microsoft.com/office/drawing/2014/main" id="{04A208A7-D666-440C-B827-0359ADE68083}"/>
              </a:ext>
            </a:extLst>
          </p:cNvPr>
          <p:cNvSpPr>
            <a:spLocks xmlns:a="http://schemas.openxmlformats.org/drawingml/2006/main" noGrp="1"/>
          </p:cNvSpPr>
          <p:nvPr/>
        </p:nvSpPr>
        <p:spPr>
          <a:xfrm xmlns:a="http://schemas.openxmlformats.org/drawingml/2006/main">
            <a:off x="9525000" y="1238250"/>
            <a:ext cx="171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6BA4"/>
                </a:solidFill>
                <a:latin typeface="Arial"/>
                <a:ea typeface="Arial"/>
                <a:cs typeface="Arial"/>
              </a:defRPr>
            </a:defPPr>
          </a:lstStyle>
          <a:p xmlns:a="http://schemas.openxmlformats.org/drawingml/2006/main">
            <a:pPr algn="l">
              <a:defRPr sz="2400" b="1">
                <a:solidFill>
                  <a:srgbClr val="146BA4"/>
                </a:solidFill>
                <a:latin typeface="Arial"/>
                <a:ea typeface="Arial"/>
                <a:cs typeface="Arial"/>
              </a:defRPr>
            </a:pPr>
            <a:r>
              <a:rPr sz="2400" b="1">
                <a:solidFill>
                  <a:srgbClr val="146BA4"/>
                </a:solidFill>
                <a:latin typeface="Arial"/>
                <a:ea typeface="Arial"/>
                <a:cs typeface="Arial"/>
              </a:rPr>
              <a:t>NMOS</a:t>
            </a:r>
          </a:p>
        </p:txBody>
      </p:sp>
      <p:sp>
        <p:nvSpPr>
          <p:cNvPr id="27" name="">
            <a:extLst xmlns:a="http://schemas.openxmlformats.org/drawingml/2006/main">
              <a:ext uri="{FF2B5EF4-FFF2-40B4-BE49-F238E27FC236}">
                <a16:creationId xmlns:a16="http://schemas.microsoft.com/office/drawing/2014/main" id="{0B88947D-0339-45A8-A3C0-BA0512B7295C}"/>
              </a:ext>
            </a:extLst>
          </p:cNvPr>
          <p:cNvSpPr>
            <a:spLocks xmlns:a="http://schemas.openxmlformats.org/drawingml/2006/main" noGrp="1"/>
          </p:cNvSpPr>
          <p:nvPr/>
        </p:nvSpPr>
        <p:spPr>
          <a:xfrm xmlns:a="http://schemas.openxmlformats.org/drawingml/2006/main">
            <a:off x="9810750" y="1714500"/>
            <a:ext cx="9525" cy="1762125"/>
          </a:xfrm>
          <a:custGeom xmlns:a="http://schemas.openxmlformats.org/drawingml/2006/main">
            <a:pathLst>
              <a:path w="9525" h="1762125">
                <a:moveTo>
                  <a:pt x="0" y="0"/>
                </a:moveTo>
                <a:lnTo>
                  <a:pt x="0" y="1762125"/>
                </a:lnTo>
              </a:path>
            </a:pathLst>
          </a:custGeom>
          <a:noFill xmlns:a="http://schemas.openxmlformats.org/drawingml/2006/main"/>
          <a:ln xmlns:a="http://schemas.openxmlformats.org/drawingml/2006/main" w="19050">
            <a:solidFill>
              <a:srgbClr val="146BA4"/>
            </a:solidFill>
          </a:ln>
        </p:spPr>
      </p:sp>
      <p:sp>
        <p:nvSpPr>
          <p:cNvPr id="28" name="">
            <a:extLst xmlns:a="http://schemas.openxmlformats.org/drawingml/2006/main">
              <a:ext uri="{FF2B5EF4-FFF2-40B4-BE49-F238E27FC236}">
                <a16:creationId xmlns:a16="http://schemas.microsoft.com/office/drawing/2014/main" id="{B6DD06CD-D2B1-4842-ACFE-5DBA7BC7243B}"/>
              </a:ext>
            </a:extLst>
          </p:cNvPr>
          <p:cNvSpPr>
            <a:spLocks xmlns:a="http://schemas.openxmlformats.org/drawingml/2006/main" noGrp="1"/>
          </p:cNvSpPr>
          <p:nvPr/>
        </p:nvSpPr>
        <p:spPr>
          <a:xfrm xmlns:a="http://schemas.openxmlformats.org/drawingml/2006/main">
            <a:off x="9765176" y="3382281"/>
            <a:ext cx="91147" cy="94344"/>
          </a:xfrm>
          <a:custGeom xmlns:a="http://schemas.openxmlformats.org/drawingml/2006/main">
            <a:pathLst>
              <a:path w="91147" h="94344">
                <a:moveTo>
                  <a:pt x="0" y="0"/>
                </a:moveTo>
                <a:lnTo>
                  <a:pt x="45574" y="94344"/>
                </a:lnTo>
                <a:lnTo>
                  <a:pt x="91147" y="0"/>
                </a:lnTo>
              </a:path>
            </a:pathLst>
          </a:custGeom>
          <a:noFill xmlns:a="http://schemas.openxmlformats.org/drawingml/2006/main"/>
          <a:ln xmlns:a="http://schemas.openxmlformats.org/drawingml/2006/main" w="19050">
            <a:solidFill>
              <a:srgbClr val="146BA4"/>
            </a:solidFill>
          </a:ln>
        </p:spPr>
      </p:sp>
    </p:spTree>
    <p:extLst>
      <p:ext uri="{BB962C8B-B14F-4D97-AF65-F5344CB8AC3E}">
        <p14:creationId xmlns:p14="http://schemas.microsoft.com/office/powerpoint/2010/main" val="179444913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2" name="">
            <a:extLst xmlns:a="http://schemas.openxmlformats.org/drawingml/2006/main">
              <a:ext uri="{FF2B5EF4-FFF2-40B4-BE49-F238E27FC236}">
                <a16:creationId xmlns:a16="http://schemas.microsoft.com/office/drawing/2014/main" id="{9A5A9EF2-F37A-4F82-B614-1E59AAB2708C}"/>
              </a:ext>
            </a:extLst>
          </p:cNvPr>
          <p:cNvSpPr>
            <a:spLocks xmlns:a="http://schemas.openxmlformats.org/drawingml/2006/main" noGrp="1"/>
          </p:cNvSpPr>
          <p:nvPr/>
        </p:nvSpPr>
        <p:spPr>
          <a:xfrm xmlns:a="http://schemas.openxmlformats.org/drawingml/2006/main">
            <a:off x="457200" y="266700"/>
            <a:ext cx="11239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3300" b="1">
                <a:solidFill>
                  <a:srgbClr val="142C40"/>
                </a:solidFill>
                <a:latin typeface="Arial"/>
                <a:ea typeface="Arial"/>
                <a:cs typeface="Arial"/>
              </a:defRPr>
            </a:defPPr>
          </a:lstStyle>
          <a:p xmlns:a="http://schemas.openxmlformats.org/drawingml/2006/main">
            <a:pPr algn="l">
              <a:defRPr sz="3300" b="1">
                <a:solidFill>
                  <a:srgbClr val="142C40"/>
                </a:solidFill>
                <a:latin typeface="Arial"/>
                <a:ea typeface="Arial"/>
                <a:cs typeface="Arial"/>
              </a:defRPr>
            </a:pPr>
            <a:r>
              <a:rPr sz="3300" b="1">
                <a:solidFill>
                  <a:srgbClr val="142C40"/>
                </a:solidFill>
                <a:latin typeface="Arial"/>
                <a:ea typeface="Arial"/>
                <a:cs typeface="Arial"/>
              </a:rPr>
              <a:t>Una descarga puede entrar en la señal</a:t>
            </a:r>
          </a:p>
        </p:txBody>
      </p:sp>
      <p:sp>
        <p:nvSpPr>
          <p:cNvPr id="2" name="">
            <a:extLst xmlns:a="http://schemas.openxmlformats.org/drawingml/2006/main">
              <a:ext uri="{FF2B5EF4-FFF2-40B4-BE49-F238E27FC236}">
                <a16:creationId xmlns:a16="http://schemas.microsoft.com/office/drawing/2014/main" id="{10B63E56-4DA8-42B7-AD42-A56A8CE9060B}"/>
              </a:ext>
            </a:extLst>
          </p:cNvPr>
          <p:cNvSpPr>
            <a:spLocks xmlns:a="http://schemas.openxmlformats.org/drawingml/2006/main" noGrp="1"/>
          </p:cNvSpPr>
          <p:nvPr/>
        </p:nvSpPr>
        <p:spPr>
          <a:xfrm xmlns:a="http://schemas.openxmlformats.org/drawingml/2006/main">
            <a:off x="457200" y="6096000"/>
            <a:ext cx="11258550" cy="9525"/>
          </a:xfrm>
          <a:custGeom xmlns:a="http://schemas.openxmlformats.org/drawingml/2006/main">
            <a:pathLst>
              <a:path w="11258550" h="9525">
                <a:moveTo>
                  <a:pt x="0" y="0"/>
                </a:moveTo>
                <a:lnTo>
                  <a:pt x="11258550" y="0"/>
                </a:lnTo>
              </a:path>
            </a:pathLst>
          </a:custGeom>
          <a:noFill xmlns:a="http://schemas.openxmlformats.org/drawingml/2006/main"/>
          <a:ln xmlns:a="http://schemas.openxmlformats.org/drawingml/2006/main" w="9525">
            <a:solidFill>
              <a:srgbClr val="B9C8D2"/>
            </a:solidFill>
          </a:ln>
        </p:spPr>
      </p:sp>
      <p:sp>
        <p:nvSpPr>
          <p:cNvPr id="3" name="">
            <a:extLst xmlns:a="http://schemas.openxmlformats.org/drawingml/2006/main">
              <a:ext uri="{FF2B5EF4-FFF2-40B4-BE49-F238E27FC236}">
                <a16:creationId xmlns:a16="http://schemas.microsoft.com/office/drawing/2014/main" id="{3329F6AC-A7ED-45C7-BAC4-20116752BCF1}"/>
              </a:ext>
            </a:extLst>
          </p:cNvPr>
          <p:cNvSpPr>
            <a:spLocks xmlns:a="http://schemas.openxmlformats.org/drawingml/2006/main" noGrp="1"/>
          </p:cNvSpPr>
          <p:nvPr/>
        </p:nvSpPr>
        <p:spPr>
          <a:xfrm xmlns:a="http://schemas.openxmlformats.org/drawingml/2006/main">
            <a:off x="457200" y="627697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6C7F8C"/>
                </a:solidFill>
                <a:latin typeface="Arial"/>
                <a:ea typeface="Arial"/>
                <a:cs typeface="Arial"/>
              </a:defRPr>
            </a:defPPr>
          </a:lstStyle>
          <a:p xmlns:a="http://schemas.openxmlformats.org/drawingml/2006/main">
            <a:pPr algn="l">
              <a:defRPr sz="2400" b="0">
                <a:solidFill>
                  <a:srgbClr val="6C7F8C"/>
                </a:solidFill>
                <a:latin typeface="Arial"/>
                <a:ea typeface="Arial"/>
                <a:cs typeface="Arial"/>
              </a:defRPr>
            </a:pPr>
            <a:r>
              <a:rPr sz="2400" b="0">
                <a:solidFill>
                  <a:srgbClr val="6C7F8C"/>
                </a:solidFill>
                <a:latin typeface="Arial"/>
                <a:ea typeface="Arial"/>
                <a:cs typeface="Arial"/>
              </a:rPr>
              <a:t>Modelo conceptual · NASA S25, S26</a:t>
            </a:r>
          </a:p>
        </p:txBody>
      </p:sp>
      <p:sp>
        <p:nvSpPr>
          <p:cNvPr id="4" name="">
            <a:extLst xmlns:a="http://schemas.openxmlformats.org/drawingml/2006/main">
              <a:ext uri="{FF2B5EF4-FFF2-40B4-BE49-F238E27FC236}">
                <a16:creationId xmlns:a16="http://schemas.microsoft.com/office/drawing/2014/main" id="{84CDD5A3-6D1E-4836-8EFD-3076165669C6}"/>
              </a:ext>
            </a:extLst>
          </p:cNvPr>
          <p:cNvSpPr>
            <a:spLocks xmlns:a="http://schemas.openxmlformats.org/drawingml/2006/main" noGrp="1"/>
          </p:cNvSpPr>
          <p:nvPr/>
        </p:nvSpPr>
        <p:spPr>
          <a:xfrm xmlns:a="http://schemas.openxmlformats.org/drawingml/2006/main">
            <a:off x="11163300" y="6276975"/>
            <a:ext cx="66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6BA4"/>
                </a:solidFill>
                <a:latin typeface="Arial"/>
                <a:ea typeface="Arial"/>
                <a:cs typeface="Arial"/>
              </a:defRPr>
            </a:defPPr>
          </a:lstStyle>
          <a:p xmlns:a="http://schemas.openxmlformats.org/drawingml/2006/main">
            <a:pPr algn="l">
              <a:defRPr sz="2400" b="1">
                <a:solidFill>
                  <a:srgbClr val="146BA4"/>
                </a:solidFill>
                <a:latin typeface="Arial"/>
                <a:ea typeface="Arial"/>
                <a:cs typeface="Arial"/>
              </a:defRPr>
            </a:pPr>
            <a:r>
              <a:rPr sz="2400" b="1">
                <a:solidFill>
                  <a:srgbClr val="146BA4"/>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B5ACD224-1459-43B6-8F2A-0170BAABAD6B}"/>
              </a:ext>
            </a:extLst>
          </p:cNvPr>
          <p:cNvSpPr>
            <a:spLocks xmlns:a="http://schemas.openxmlformats.org/drawingml/2006/main" noGrp="1"/>
          </p:cNvSpPr>
          <p:nvPr/>
        </p:nvSpPr>
        <p:spPr>
          <a:xfrm xmlns:a="http://schemas.openxmlformats.org/drawingml/2006/main">
            <a:off x="457200" y="1190625"/>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6BA4"/>
                </a:solidFill>
                <a:latin typeface="Arial"/>
                <a:ea typeface="Arial"/>
                <a:cs typeface="Arial"/>
              </a:defRPr>
            </a:defPPr>
          </a:lstStyle>
          <a:p xmlns:a="http://schemas.openxmlformats.org/drawingml/2006/main">
            <a:pPr algn="l">
              <a:defRPr sz="2400" b="1">
                <a:solidFill>
                  <a:srgbClr val="146BA4"/>
                </a:solidFill>
                <a:latin typeface="Arial"/>
                <a:ea typeface="Arial"/>
                <a:cs typeface="Arial"/>
              </a:defRPr>
            </a:pPr>
            <a:r>
              <a:rPr sz="2400" b="1">
                <a:solidFill>
                  <a:srgbClr val="146BA4"/>
                </a:solidFill>
                <a:latin typeface="Arial"/>
                <a:ea typeface="Arial"/>
                <a:cs typeface="Arial"/>
              </a:rPr>
              <a:t>Carga en el aislamiento</a:t>
            </a:r>
          </a:p>
        </p:txBody>
      </p:sp>
      <p:sp>
        <p:nvSpPr>
          <p:cNvPr id="6" name="">
            <a:extLst xmlns:a="http://schemas.openxmlformats.org/drawingml/2006/main">
              <a:ext uri="{FF2B5EF4-FFF2-40B4-BE49-F238E27FC236}">
                <a16:creationId xmlns:a16="http://schemas.microsoft.com/office/drawing/2014/main" id="{C9B1E21B-8AA6-47FD-9992-77C3B00E19E4}"/>
              </a:ext>
            </a:extLst>
          </p:cNvPr>
          <p:cNvSpPr>
            <a:spLocks xmlns:a="http://schemas.openxmlformats.org/drawingml/2006/main" noGrp="1"/>
          </p:cNvSpPr>
          <p:nvPr/>
        </p:nvSpPr>
        <p:spPr>
          <a:xfrm xmlns:a="http://schemas.openxmlformats.org/drawingml/2006/main">
            <a:off x="809625" y="2095500"/>
            <a:ext cx="4953000" cy="1095375"/>
          </a:xfrm>
          <a:prstGeom xmlns:a="http://schemas.openxmlformats.org/drawingml/2006/main" prst="rect">
            <a:avLst/>
          </a:prstGeom>
          <a:solidFill xmlns:a="http://schemas.openxmlformats.org/drawingml/2006/main">
            <a:srgbClr val="E4EFF6"/>
          </a:solidFill>
          <a:ln xmlns:a="http://schemas.openxmlformats.org/drawingml/2006/main" w="9525">
            <a:solidFill>
              <a:srgbClr val="B9C8D2"/>
            </a:solidFill>
          </a:ln>
        </p:spPr>
      </p:sp>
      <p:sp>
        <p:nvSpPr>
          <p:cNvPr id="7" name="">
            <a:extLst xmlns:a="http://schemas.openxmlformats.org/drawingml/2006/main">
              <a:ext uri="{FF2B5EF4-FFF2-40B4-BE49-F238E27FC236}">
                <a16:creationId xmlns:a16="http://schemas.microsoft.com/office/drawing/2014/main" id="{1BF727BE-25E5-478C-A22F-6F7481CE0E4F}"/>
              </a:ext>
            </a:extLst>
          </p:cNvPr>
          <p:cNvSpPr>
            <a:spLocks xmlns:a="http://schemas.openxmlformats.org/drawingml/2006/main" noGrp="1"/>
          </p:cNvSpPr>
          <p:nvPr/>
        </p:nvSpPr>
        <p:spPr>
          <a:xfrm xmlns:a="http://schemas.openxmlformats.org/drawingml/2006/main">
            <a:off x="1190625" y="2428875"/>
            <a:ext cx="285750" cy="285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46BA4"/>
            </a:solidFill>
          </a:ln>
        </p:spPr>
      </p:sp>
      <p:sp>
        <p:nvSpPr>
          <p:cNvPr id="8" name="">
            <a:extLst xmlns:a="http://schemas.openxmlformats.org/drawingml/2006/main">
              <a:ext uri="{FF2B5EF4-FFF2-40B4-BE49-F238E27FC236}">
                <a16:creationId xmlns:a16="http://schemas.microsoft.com/office/drawing/2014/main" id="{431B32F3-3BE3-48A4-86BE-473DF1FE18A1}"/>
              </a:ext>
            </a:extLst>
          </p:cNvPr>
          <p:cNvSpPr>
            <a:spLocks xmlns:a="http://schemas.openxmlformats.org/drawingml/2006/main" noGrp="1"/>
          </p:cNvSpPr>
          <p:nvPr/>
        </p:nvSpPr>
        <p:spPr>
          <a:xfrm xmlns:a="http://schemas.openxmlformats.org/drawingml/2006/main">
            <a:off x="1200150" y="2390775"/>
            <a:ext cx="266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400" b="0">
                <a:solidFill>
                  <a:srgbClr val="146BA4"/>
                </a:solidFill>
                <a:latin typeface="Arial"/>
                <a:ea typeface="Arial"/>
                <a:cs typeface="Arial"/>
              </a:defRPr>
            </a:defPPr>
          </a:lstStyle>
          <a:p xmlns:a="http://schemas.openxmlformats.org/drawingml/2006/main">
            <a:pPr algn="ctr">
              <a:defRPr sz="2400" b="0">
                <a:solidFill>
                  <a:srgbClr val="146BA4"/>
                </a:solidFill>
                <a:latin typeface="Arial"/>
                <a:ea typeface="Arial"/>
                <a:cs typeface="Arial"/>
              </a:defRPr>
            </a:pPr>
            <a:r>
              <a:rPr sz="2400" b="0">
                <a:solidFill>
                  <a:srgbClr val="146BA4"/>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C927411E-1B7E-47E7-8337-A51C8069F999}"/>
              </a:ext>
            </a:extLst>
          </p:cNvPr>
          <p:cNvSpPr>
            <a:spLocks xmlns:a="http://schemas.openxmlformats.org/drawingml/2006/main" noGrp="1"/>
          </p:cNvSpPr>
          <p:nvPr/>
        </p:nvSpPr>
        <p:spPr>
          <a:xfrm xmlns:a="http://schemas.openxmlformats.org/drawingml/2006/main">
            <a:off x="2047875" y="2428875"/>
            <a:ext cx="285750" cy="285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46BA4"/>
            </a:solidFill>
          </a:ln>
        </p:spPr>
      </p:sp>
      <p:sp>
        <p:nvSpPr>
          <p:cNvPr id="10" name="">
            <a:extLst xmlns:a="http://schemas.openxmlformats.org/drawingml/2006/main">
              <a:ext uri="{FF2B5EF4-FFF2-40B4-BE49-F238E27FC236}">
                <a16:creationId xmlns:a16="http://schemas.microsoft.com/office/drawing/2014/main" id="{E837EBBC-B117-4975-BD72-BD3D977248E4}"/>
              </a:ext>
            </a:extLst>
          </p:cNvPr>
          <p:cNvSpPr>
            <a:spLocks xmlns:a="http://schemas.openxmlformats.org/drawingml/2006/main" noGrp="1"/>
          </p:cNvSpPr>
          <p:nvPr/>
        </p:nvSpPr>
        <p:spPr>
          <a:xfrm xmlns:a="http://schemas.openxmlformats.org/drawingml/2006/main">
            <a:off x="2057400" y="2390775"/>
            <a:ext cx="266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400" b="0">
                <a:solidFill>
                  <a:srgbClr val="146BA4"/>
                </a:solidFill>
                <a:latin typeface="Arial"/>
                <a:ea typeface="Arial"/>
                <a:cs typeface="Arial"/>
              </a:defRPr>
            </a:defPPr>
          </a:lstStyle>
          <a:p xmlns:a="http://schemas.openxmlformats.org/drawingml/2006/main">
            <a:pPr algn="ctr">
              <a:defRPr sz="2400" b="0">
                <a:solidFill>
                  <a:srgbClr val="146BA4"/>
                </a:solidFill>
                <a:latin typeface="Arial"/>
                <a:ea typeface="Arial"/>
                <a:cs typeface="Arial"/>
              </a:defRPr>
            </a:pPr>
            <a:r>
              <a:rPr sz="2400" b="0">
                <a:solidFill>
                  <a:srgbClr val="146BA4"/>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BDAAD1ED-F82E-4920-A6E1-9E2600C05AA4}"/>
              </a:ext>
            </a:extLst>
          </p:cNvPr>
          <p:cNvSpPr>
            <a:spLocks xmlns:a="http://schemas.openxmlformats.org/drawingml/2006/main" noGrp="1"/>
          </p:cNvSpPr>
          <p:nvPr/>
        </p:nvSpPr>
        <p:spPr>
          <a:xfrm xmlns:a="http://schemas.openxmlformats.org/drawingml/2006/main">
            <a:off x="2905125" y="2428875"/>
            <a:ext cx="285750" cy="285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46BA4"/>
            </a:solidFill>
          </a:ln>
        </p:spPr>
      </p:sp>
      <p:sp>
        <p:nvSpPr>
          <p:cNvPr id="12" name="">
            <a:extLst xmlns:a="http://schemas.openxmlformats.org/drawingml/2006/main">
              <a:ext uri="{FF2B5EF4-FFF2-40B4-BE49-F238E27FC236}">
                <a16:creationId xmlns:a16="http://schemas.microsoft.com/office/drawing/2014/main" id="{5A3AAA16-3A6F-44BE-80F6-33DA83CA9BD1}"/>
              </a:ext>
            </a:extLst>
          </p:cNvPr>
          <p:cNvSpPr>
            <a:spLocks xmlns:a="http://schemas.openxmlformats.org/drawingml/2006/main" noGrp="1"/>
          </p:cNvSpPr>
          <p:nvPr/>
        </p:nvSpPr>
        <p:spPr>
          <a:xfrm xmlns:a="http://schemas.openxmlformats.org/drawingml/2006/main">
            <a:off x="2914650" y="2390775"/>
            <a:ext cx="266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400" b="0">
                <a:solidFill>
                  <a:srgbClr val="146BA4"/>
                </a:solidFill>
                <a:latin typeface="Arial"/>
                <a:ea typeface="Arial"/>
                <a:cs typeface="Arial"/>
              </a:defRPr>
            </a:defPPr>
          </a:lstStyle>
          <a:p xmlns:a="http://schemas.openxmlformats.org/drawingml/2006/main">
            <a:pPr algn="ctr">
              <a:defRPr sz="2400" b="0">
                <a:solidFill>
                  <a:srgbClr val="146BA4"/>
                </a:solidFill>
                <a:latin typeface="Arial"/>
                <a:ea typeface="Arial"/>
                <a:cs typeface="Arial"/>
              </a:defRPr>
            </a:pPr>
            <a:r>
              <a:rPr sz="2400" b="0">
                <a:solidFill>
                  <a:srgbClr val="146BA4"/>
                </a:solidFill>
                <a:latin typeface="Arial"/>
                <a:ea typeface="Arial"/>
                <a:cs typeface="Arial"/>
              </a:rPr>
              <a:t>+</a:t>
            </a:r>
          </a:p>
        </p:txBody>
      </p:sp>
      <p:sp>
        <p:nvSpPr>
          <p:cNvPr id="13" name="">
            <a:extLst xmlns:a="http://schemas.openxmlformats.org/drawingml/2006/main">
              <a:ext uri="{FF2B5EF4-FFF2-40B4-BE49-F238E27FC236}">
                <a16:creationId xmlns:a16="http://schemas.microsoft.com/office/drawing/2014/main" id="{20E4D6AA-5C66-4F2B-A9B6-54623A7F586A}"/>
              </a:ext>
            </a:extLst>
          </p:cNvPr>
          <p:cNvSpPr>
            <a:spLocks xmlns:a="http://schemas.openxmlformats.org/drawingml/2006/main" noGrp="1"/>
          </p:cNvSpPr>
          <p:nvPr/>
        </p:nvSpPr>
        <p:spPr>
          <a:xfrm xmlns:a="http://schemas.openxmlformats.org/drawingml/2006/main">
            <a:off x="3762375" y="2428875"/>
            <a:ext cx="285750" cy="285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46BA4"/>
            </a:solidFill>
          </a:ln>
        </p:spPr>
      </p:sp>
      <p:sp>
        <p:nvSpPr>
          <p:cNvPr id="14" name="">
            <a:extLst xmlns:a="http://schemas.openxmlformats.org/drawingml/2006/main">
              <a:ext uri="{FF2B5EF4-FFF2-40B4-BE49-F238E27FC236}">
                <a16:creationId xmlns:a16="http://schemas.microsoft.com/office/drawing/2014/main" id="{D0E6FBAB-4AF4-45AB-BB46-62BB1B33C621}"/>
              </a:ext>
            </a:extLst>
          </p:cNvPr>
          <p:cNvSpPr>
            <a:spLocks xmlns:a="http://schemas.openxmlformats.org/drawingml/2006/main" noGrp="1"/>
          </p:cNvSpPr>
          <p:nvPr/>
        </p:nvSpPr>
        <p:spPr>
          <a:xfrm xmlns:a="http://schemas.openxmlformats.org/drawingml/2006/main">
            <a:off x="3771900" y="2390775"/>
            <a:ext cx="266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400" b="0">
                <a:solidFill>
                  <a:srgbClr val="146BA4"/>
                </a:solidFill>
                <a:latin typeface="Arial"/>
                <a:ea typeface="Arial"/>
                <a:cs typeface="Arial"/>
              </a:defRPr>
            </a:defPPr>
          </a:lstStyle>
          <a:p xmlns:a="http://schemas.openxmlformats.org/drawingml/2006/main">
            <a:pPr algn="ctr">
              <a:defRPr sz="2400" b="0">
                <a:solidFill>
                  <a:srgbClr val="146BA4"/>
                </a:solidFill>
                <a:latin typeface="Arial"/>
                <a:ea typeface="Arial"/>
                <a:cs typeface="Arial"/>
              </a:defRPr>
            </a:pPr>
            <a:r>
              <a:rPr sz="2400" b="0">
                <a:solidFill>
                  <a:srgbClr val="146BA4"/>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8985870A-3B80-4976-953D-47F9D772FE4F}"/>
              </a:ext>
            </a:extLst>
          </p:cNvPr>
          <p:cNvSpPr>
            <a:spLocks xmlns:a="http://schemas.openxmlformats.org/drawingml/2006/main" noGrp="1"/>
          </p:cNvSpPr>
          <p:nvPr/>
        </p:nvSpPr>
        <p:spPr>
          <a:xfrm xmlns:a="http://schemas.openxmlformats.org/drawingml/2006/main">
            <a:off x="4619625" y="2428875"/>
            <a:ext cx="285750" cy="285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46BA4"/>
            </a:solidFill>
          </a:ln>
        </p:spPr>
      </p:sp>
      <p:sp>
        <p:nvSpPr>
          <p:cNvPr id="16" name="">
            <a:extLst xmlns:a="http://schemas.openxmlformats.org/drawingml/2006/main">
              <a:ext uri="{FF2B5EF4-FFF2-40B4-BE49-F238E27FC236}">
                <a16:creationId xmlns:a16="http://schemas.microsoft.com/office/drawing/2014/main" id="{7945D362-5685-497E-87EF-1EE6FA89DA51}"/>
              </a:ext>
            </a:extLst>
          </p:cNvPr>
          <p:cNvSpPr>
            <a:spLocks xmlns:a="http://schemas.openxmlformats.org/drawingml/2006/main" noGrp="1"/>
          </p:cNvSpPr>
          <p:nvPr/>
        </p:nvSpPr>
        <p:spPr>
          <a:xfrm xmlns:a="http://schemas.openxmlformats.org/drawingml/2006/main">
            <a:off x="4629150" y="2390775"/>
            <a:ext cx="266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400" b="0">
                <a:solidFill>
                  <a:srgbClr val="146BA4"/>
                </a:solidFill>
                <a:latin typeface="Arial"/>
                <a:ea typeface="Arial"/>
                <a:cs typeface="Arial"/>
              </a:defRPr>
            </a:defPPr>
          </a:lstStyle>
          <a:p xmlns:a="http://schemas.openxmlformats.org/drawingml/2006/main">
            <a:pPr algn="ctr">
              <a:defRPr sz="2400" b="0">
                <a:solidFill>
                  <a:srgbClr val="146BA4"/>
                </a:solidFill>
                <a:latin typeface="Arial"/>
                <a:ea typeface="Arial"/>
                <a:cs typeface="Arial"/>
              </a:defRPr>
            </a:pPr>
            <a:r>
              <a:rPr sz="2400" b="0">
                <a:solidFill>
                  <a:srgbClr val="146BA4"/>
                </a:solidFill>
                <a:latin typeface="Arial"/>
                <a:ea typeface="Arial"/>
                <a:cs typeface="Arial"/>
              </a:rPr>
              <a:t>+</a:t>
            </a:r>
          </a:p>
        </p:txBody>
      </p:sp>
      <p:sp>
        <p:nvSpPr>
          <p:cNvPr id="17" name="">
            <a:extLst xmlns:a="http://schemas.openxmlformats.org/drawingml/2006/main">
              <a:ext uri="{FF2B5EF4-FFF2-40B4-BE49-F238E27FC236}">
                <a16:creationId xmlns:a16="http://schemas.microsoft.com/office/drawing/2014/main" id="{3D69FC15-4DCD-4CD2-A8A0-26C74868CB09}"/>
              </a:ext>
            </a:extLst>
          </p:cNvPr>
          <p:cNvSpPr>
            <a:spLocks xmlns:a="http://schemas.openxmlformats.org/drawingml/2006/main" noGrp="1"/>
          </p:cNvSpPr>
          <p:nvPr/>
        </p:nvSpPr>
        <p:spPr>
          <a:xfrm xmlns:a="http://schemas.openxmlformats.org/drawingml/2006/main">
            <a:off x="666750" y="4048125"/>
            <a:ext cx="6334125" cy="9525"/>
          </a:xfrm>
          <a:custGeom xmlns:a="http://schemas.openxmlformats.org/drawingml/2006/main">
            <a:pathLst>
              <a:path w="6334125" h="9525">
                <a:moveTo>
                  <a:pt x="0" y="0"/>
                </a:moveTo>
                <a:lnTo>
                  <a:pt x="6334125" y="0"/>
                </a:lnTo>
              </a:path>
            </a:pathLst>
          </a:custGeom>
          <a:noFill xmlns:a="http://schemas.openxmlformats.org/drawingml/2006/main"/>
          <a:ln xmlns:a="http://schemas.openxmlformats.org/drawingml/2006/main" w="38100">
            <a:solidFill>
              <a:srgbClr val="142C40"/>
            </a:solidFill>
          </a:ln>
        </p:spPr>
      </p:sp>
      <p:sp>
        <p:nvSpPr>
          <p:cNvPr id="18" name="">
            <a:extLst xmlns:a="http://schemas.openxmlformats.org/drawingml/2006/main">
              <a:ext uri="{FF2B5EF4-FFF2-40B4-BE49-F238E27FC236}">
                <a16:creationId xmlns:a16="http://schemas.microsoft.com/office/drawing/2014/main" id="{5F4A0808-A782-4389-8F28-91858D00FBBA}"/>
              </a:ext>
            </a:extLst>
          </p:cNvPr>
          <p:cNvSpPr>
            <a:spLocks xmlns:a="http://schemas.openxmlformats.org/drawingml/2006/main" noGrp="1"/>
          </p:cNvSpPr>
          <p:nvPr/>
        </p:nvSpPr>
        <p:spPr>
          <a:xfrm xmlns:a="http://schemas.openxmlformats.org/drawingml/2006/main">
            <a:off x="3190875" y="3190875"/>
            <a:ext cx="285750" cy="857250"/>
          </a:xfrm>
          <a:custGeom xmlns:a="http://schemas.openxmlformats.org/drawingml/2006/main">
            <a:pathLst>
              <a:path w="285750" h="857250">
                <a:moveTo>
                  <a:pt x="238125" y="0"/>
                </a:moveTo>
                <a:lnTo>
                  <a:pt x="0" y="238125"/>
                </a:lnTo>
                <a:lnTo>
                  <a:pt x="285750" y="381000"/>
                </a:lnTo>
                <a:lnTo>
                  <a:pt x="47625" y="666750"/>
                </a:lnTo>
                <a:lnTo>
                  <a:pt x="142875" y="857250"/>
                </a:lnTo>
              </a:path>
            </a:pathLst>
          </a:custGeom>
          <a:noFill xmlns:a="http://schemas.openxmlformats.org/drawingml/2006/main"/>
          <a:ln xmlns:a="http://schemas.openxmlformats.org/drawingml/2006/main" w="38100">
            <a:solidFill>
              <a:srgbClr val="146BA4"/>
            </a:solidFill>
          </a:ln>
        </p:spPr>
      </p:sp>
      <p:sp>
        <p:nvSpPr>
          <p:cNvPr id="19" name="">
            <a:extLst xmlns:a="http://schemas.openxmlformats.org/drawingml/2006/main">
              <a:ext uri="{FF2B5EF4-FFF2-40B4-BE49-F238E27FC236}">
                <a16:creationId xmlns:a16="http://schemas.microsoft.com/office/drawing/2014/main" id="{60F3FC91-FF85-4655-96AC-32A3C60D5688}"/>
              </a:ext>
            </a:extLst>
          </p:cNvPr>
          <p:cNvSpPr>
            <a:spLocks xmlns:a="http://schemas.openxmlformats.org/drawingml/2006/main" noGrp="1"/>
          </p:cNvSpPr>
          <p:nvPr/>
        </p:nvSpPr>
        <p:spPr>
          <a:xfrm xmlns:a="http://schemas.openxmlformats.org/drawingml/2006/main">
            <a:off x="3267075" y="3981450"/>
            <a:ext cx="133350" cy="133350"/>
          </a:xfrm>
          <a:prstGeom xmlns:a="http://schemas.openxmlformats.org/drawingml/2006/main" prst="ellipse">
            <a:avLst/>
          </a:prstGeom>
          <a:solidFill xmlns:a="http://schemas.openxmlformats.org/drawingml/2006/main">
            <a:srgbClr val="146BA4"/>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A412946E-613C-4CED-856E-7759C9D59925}"/>
              </a:ext>
            </a:extLst>
          </p:cNvPr>
          <p:cNvSpPr>
            <a:spLocks xmlns:a="http://schemas.openxmlformats.org/drawingml/2006/main" noGrp="1"/>
          </p:cNvSpPr>
          <p:nvPr/>
        </p:nvSpPr>
        <p:spPr>
          <a:xfrm xmlns:a="http://schemas.openxmlformats.org/drawingml/2006/main">
            <a:off x="3619500" y="4048125"/>
            <a:ext cx="3143250" cy="9525"/>
          </a:xfrm>
          <a:custGeom xmlns:a="http://schemas.openxmlformats.org/drawingml/2006/main">
            <a:pathLst>
              <a:path w="3143250" h="9525">
                <a:moveTo>
                  <a:pt x="0" y="0"/>
                </a:moveTo>
                <a:lnTo>
                  <a:pt x="3143250" y="0"/>
                </a:lnTo>
              </a:path>
            </a:pathLst>
          </a:custGeom>
          <a:noFill xmlns:a="http://schemas.openxmlformats.org/drawingml/2006/main"/>
          <a:ln xmlns:a="http://schemas.openxmlformats.org/drawingml/2006/main" w="28575">
            <a:solidFill>
              <a:srgbClr val="146BA4"/>
            </a:solidFill>
          </a:ln>
        </p:spPr>
      </p:sp>
      <p:sp>
        <p:nvSpPr>
          <p:cNvPr id="21" name="">
            <a:extLst xmlns:a="http://schemas.openxmlformats.org/drawingml/2006/main">
              <a:ext uri="{FF2B5EF4-FFF2-40B4-BE49-F238E27FC236}">
                <a16:creationId xmlns:a16="http://schemas.microsoft.com/office/drawing/2014/main" id="{55E880BA-422F-4E0F-BD4C-4414CF198AC4}"/>
              </a:ext>
            </a:extLst>
          </p:cNvPr>
          <p:cNvSpPr>
            <a:spLocks xmlns:a="http://schemas.openxmlformats.org/drawingml/2006/main" noGrp="1"/>
          </p:cNvSpPr>
          <p:nvPr/>
        </p:nvSpPr>
        <p:spPr>
          <a:xfrm xmlns:a="http://schemas.openxmlformats.org/drawingml/2006/main">
            <a:off x="6668406" y="4002551"/>
            <a:ext cx="94344" cy="91147"/>
          </a:xfrm>
          <a:custGeom xmlns:a="http://schemas.openxmlformats.org/drawingml/2006/main">
            <a:pathLst>
              <a:path w="94344" h="91147">
                <a:moveTo>
                  <a:pt x="0" y="91147"/>
                </a:moveTo>
                <a:lnTo>
                  <a:pt x="94344" y="45574"/>
                </a:lnTo>
                <a:lnTo>
                  <a:pt x="0" y="0"/>
                </a:lnTo>
              </a:path>
            </a:pathLst>
          </a:custGeom>
          <a:noFill xmlns:a="http://schemas.openxmlformats.org/drawingml/2006/main"/>
          <a:ln xmlns:a="http://schemas.openxmlformats.org/drawingml/2006/main" w="28575">
            <a:solidFill>
              <a:srgbClr val="146BA4"/>
            </a:solidFill>
          </a:ln>
        </p:spPr>
      </p:sp>
      <p:sp>
        <p:nvSpPr>
          <p:cNvPr id="22" name="">
            <a:extLst xmlns:a="http://schemas.openxmlformats.org/drawingml/2006/main">
              <a:ext uri="{FF2B5EF4-FFF2-40B4-BE49-F238E27FC236}">
                <a16:creationId xmlns:a16="http://schemas.microsoft.com/office/drawing/2014/main" id="{82C1B36B-4B3B-4F81-8B91-C1EA607E37E8}"/>
              </a:ext>
            </a:extLst>
          </p:cNvPr>
          <p:cNvSpPr>
            <a:spLocks xmlns:a="http://schemas.openxmlformats.org/drawingml/2006/main" noGrp="1"/>
          </p:cNvSpPr>
          <p:nvPr/>
        </p:nvSpPr>
        <p:spPr>
          <a:xfrm xmlns:a="http://schemas.openxmlformats.org/drawingml/2006/main">
            <a:off x="1714500" y="4381500"/>
            <a:ext cx="447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700" b="1">
                <a:solidFill>
                  <a:srgbClr val="146BA4"/>
                </a:solidFill>
                <a:latin typeface="Arial"/>
                <a:ea typeface="Arial"/>
                <a:cs typeface="Arial"/>
              </a:defRPr>
            </a:defPPr>
          </a:lstStyle>
          <a:p xmlns:a="http://schemas.openxmlformats.org/drawingml/2006/main">
            <a:pPr algn="l">
              <a:defRPr sz="2700" b="1">
                <a:solidFill>
                  <a:srgbClr val="146BA4"/>
                </a:solidFill>
                <a:latin typeface="Arial"/>
                <a:ea typeface="Arial"/>
                <a:cs typeface="Arial"/>
              </a:defRPr>
            </a:pPr>
            <a:r>
              <a:rPr sz="2700" b="1">
                <a:solidFill>
                  <a:srgbClr val="146BA4"/>
                </a:solidFill>
                <a:latin typeface="Arial"/>
                <a:ea typeface="Arial"/>
                <a:cs typeface="Arial"/>
              </a:rPr>
              <a:t>Pulso acoplado</a:t>
            </a:r>
          </a:p>
        </p:txBody>
      </p:sp>
      <p:sp>
        <p:nvSpPr>
          <p:cNvPr id="23" name="">
            <a:extLst xmlns:a="http://schemas.openxmlformats.org/drawingml/2006/main">
              <a:ext uri="{FF2B5EF4-FFF2-40B4-BE49-F238E27FC236}">
                <a16:creationId xmlns:a16="http://schemas.microsoft.com/office/drawing/2014/main" id="{C2C05F0A-74E1-494C-8158-E43DB91684E8}"/>
              </a:ext>
            </a:extLst>
          </p:cNvPr>
          <p:cNvSpPr>
            <a:spLocks xmlns:a="http://schemas.openxmlformats.org/drawingml/2006/main" noGrp="1"/>
          </p:cNvSpPr>
          <p:nvPr/>
        </p:nvSpPr>
        <p:spPr>
          <a:xfrm xmlns:a="http://schemas.openxmlformats.org/drawingml/2006/main">
            <a:off x="7191375" y="1190625"/>
            <a:ext cx="4524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6BA4"/>
                </a:solidFill>
                <a:latin typeface="Arial"/>
                <a:ea typeface="Arial"/>
                <a:cs typeface="Arial"/>
              </a:defRPr>
            </a:defPPr>
          </a:lstStyle>
          <a:p xmlns:a="http://schemas.openxmlformats.org/drawingml/2006/main">
            <a:pPr algn="l">
              <a:defRPr sz="2400" b="1">
                <a:solidFill>
                  <a:srgbClr val="146BA4"/>
                </a:solidFill>
                <a:latin typeface="Arial"/>
                <a:ea typeface="Arial"/>
                <a:cs typeface="Arial"/>
              </a:defRPr>
            </a:pPr>
            <a:r>
              <a:rPr sz="2400" b="1">
                <a:solidFill>
                  <a:srgbClr val="146BA4"/>
                </a:solidFill>
                <a:latin typeface="Arial"/>
                <a:ea typeface="Arial"/>
                <a:cs typeface="Arial"/>
              </a:rPr>
              <a:t>Rama de alimentación</a:t>
            </a:r>
          </a:p>
        </p:txBody>
      </p:sp>
      <p:sp>
        <p:nvSpPr>
          <p:cNvPr id="24" name="">
            <a:extLst xmlns:a="http://schemas.openxmlformats.org/drawingml/2006/main">
              <a:ext uri="{FF2B5EF4-FFF2-40B4-BE49-F238E27FC236}">
                <a16:creationId xmlns:a16="http://schemas.microsoft.com/office/drawing/2014/main" id="{C5F7DBCF-2817-40FC-A346-9534D8EACD11}"/>
              </a:ext>
            </a:extLst>
          </p:cNvPr>
          <p:cNvSpPr>
            <a:spLocks xmlns:a="http://schemas.openxmlformats.org/drawingml/2006/main" noGrp="1"/>
          </p:cNvSpPr>
          <p:nvPr/>
        </p:nvSpPr>
        <p:spPr>
          <a:xfrm xmlns:a="http://schemas.openxmlformats.org/drawingml/2006/main">
            <a:off x="8096250" y="2000250"/>
            <a:ext cx="3048000" cy="9525"/>
          </a:xfrm>
          <a:custGeom xmlns:a="http://schemas.openxmlformats.org/drawingml/2006/main">
            <a:pathLst>
              <a:path w="3048000" h="9525">
                <a:moveTo>
                  <a:pt x="0" y="0"/>
                </a:moveTo>
                <a:lnTo>
                  <a:pt x="3048000" y="0"/>
                </a:lnTo>
              </a:path>
            </a:pathLst>
          </a:custGeom>
          <a:noFill xmlns:a="http://schemas.openxmlformats.org/drawingml/2006/main"/>
          <a:ln xmlns:a="http://schemas.openxmlformats.org/drawingml/2006/main" w="28575">
            <a:solidFill>
              <a:srgbClr val="142C40"/>
            </a:solidFill>
          </a:ln>
        </p:spPr>
      </p:sp>
      <p:sp>
        <p:nvSpPr>
          <p:cNvPr id="25" name="">
            <a:extLst xmlns:a="http://schemas.openxmlformats.org/drawingml/2006/main">
              <a:ext uri="{FF2B5EF4-FFF2-40B4-BE49-F238E27FC236}">
                <a16:creationId xmlns:a16="http://schemas.microsoft.com/office/drawing/2014/main" id="{65EC5CED-2BB2-4AD0-89A2-A81EE0229EE2}"/>
              </a:ext>
            </a:extLst>
          </p:cNvPr>
          <p:cNvSpPr>
            <a:spLocks xmlns:a="http://schemas.openxmlformats.org/drawingml/2006/main" noGrp="1"/>
          </p:cNvSpPr>
          <p:nvPr/>
        </p:nvSpPr>
        <p:spPr>
          <a:xfrm xmlns:a="http://schemas.openxmlformats.org/drawingml/2006/main">
            <a:off x="8334375" y="2000250"/>
            <a:ext cx="9525" cy="95250"/>
          </a:xfrm>
          <a:custGeom xmlns:a="http://schemas.openxmlformats.org/drawingml/2006/main">
            <a:pathLst>
              <a:path w="9525" h="95250">
                <a:moveTo>
                  <a:pt x="0" y="0"/>
                </a:moveTo>
                <a:lnTo>
                  <a:pt x="0" y="95250"/>
                </a:lnTo>
              </a:path>
            </a:pathLst>
          </a:custGeom>
          <a:noFill xmlns:a="http://schemas.openxmlformats.org/drawingml/2006/main"/>
          <a:ln xmlns:a="http://schemas.openxmlformats.org/drawingml/2006/main" w="28575">
            <a:solidFill>
              <a:srgbClr val="142C40"/>
            </a:solidFill>
          </a:ln>
        </p:spPr>
      </p:sp>
      <p:sp>
        <p:nvSpPr>
          <p:cNvPr id="26" name="">
            <a:extLst xmlns:a="http://schemas.openxmlformats.org/drawingml/2006/main">
              <a:ext uri="{FF2B5EF4-FFF2-40B4-BE49-F238E27FC236}">
                <a16:creationId xmlns:a16="http://schemas.microsoft.com/office/drawing/2014/main" id="{672F96A0-D3A7-47B7-8D56-9028F9119E51}"/>
              </a:ext>
            </a:extLst>
          </p:cNvPr>
          <p:cNvSpPr>
            <a:spLocks xmlns:a="http://schemas.openxmlformats.org/drawingml/2006/main" noGrp="1"/>
          </p:cNvSpPr>
          <p:nvPr/>
        </p:nvSpPr>
        <p:spPr>
          <a:xfrm xmlns:a="http://schemas.openxmlformats.org/drawingml/2006/main">
            <a:off x="8172450" y="2095500"/>
            <a:ext cx="323850" cy="190500"/>
          </a:xfrm>
          <a:custGeom xmlns:a="http://schemas.openxmlformats.org/drawingml/2006/main">
            <a:pathLst>
              <a:path w="323850" h="190500">
                <a:moveTo>
                  <a:pt x="161925" y="0"/>
                </a:moveTo>
                <a:cubicBezTo>
                  <a:pt x="381000" y="0"/>
                  <a:pt x="381000" y="190500"/>
                  <a:pt x="161925" y="190500"/>
                </a:cubicBezTo>
              </a:path>
            </a:pathLst>
          </a:custGeom>
          <a:noFill xmlns:a="http://schemas.openxmlformats.org/drawingml/2006/main"/>
          <a:ln xmlns:a="http://schemas.openxmlformats.org/drawingml/2006/main" w="28575">
            <a:solidFill>
              <a:srgbClr val="142C40"/>
            </a:solidFill>
          </a:ln>
        </p:spPr>
      </p:sp>
      <p:sp>
        <p:nvSpPr>
          <p:cNvPr id="27" name="">
            <a:extLst xmlns:a="http://schemas.openxmlformats.org/drawingml/2006/main">
              <a:ext uri="{FF2B5EF4-FFF2-40B4-BE49-F238E27FC236}">
                <a16:creationId xmlns:a16="http://schemas.microsoft.com/office/drawing/2014/main" id="{1C63B0B7-3267-4B0D-86CD-7B0745C97804}"/>
              </a:ext>
            </a:extLst>
          </p:cNvPr>
          <p:cNvSpPr>
            <a:spLocks xmlns:a="http://schemas.openxmlformats.org/drawingml/2006/main" noGrp="1"/>
          </p:cNvSpPr>
          <p:nvPr/>
        </p:nvSpPr>
        <p:spPr>
          <a:xfrm xmlns:a="http://schemas.openxmlformats.org/drawingml/2006/main">
            <a:off x="8172450" y="2286000"/>
            <a:ext cx="323850" cy="190500"/>
          </a:xfrm>
          <a:custGeom xmlns:a="http://schemas.openxmlformats.org/drawingml/2006/main">
            <a:pathLst>
              <a:path w="323850" h="190500">
                <a:moveTo>
                  <a:pt x="161925" y="0"/>
                </a:moveTo>
                <a:cubicBezTo>
                  <a:pt x="381000" y="0"/>
                  <a:pt x="381000" y="190500"/>
                  <a:pt x="161925" y="190500"/>
                </a:cubicBezTo>
              </a:path>
            </a:pathLst>
          </a:custGeom>
          <a:noFill xmlns:a="http://schemas.openxmlformats.org/drawingml/2006/main"/>
          <a:ln xmlns:a="http://schemas.openxmlformats.org/drawingml/2006/main" w="28575">
            <a:solidFill>
              <a:srgbClr val="142C40"/>
            </a:solidFill>
          </a:ln>
        </p:spPr>
      </p:sp>
      <p:sp>
        <p:nvSpPr>
          <p:cNvPr id="28" name="">
            <a:extLst xmlns:a="http://schemas.openxmlformats.org/drawingml/2006/main">
              <a:ext uri="{FF2B5EF4-FFF2-40B4-BE49-F238E27FC236}">
                <a16:creationId xmlns:a16="http://schemas.microsoft.com/office/drawing/2014/main" id="{617C6173-DB90-488E-8481-DDB55D7AB873}"/>
              </a:ext>
            </a:extLst>
          </p:cNvPr>
          <p:cNvSpPr>
            <a:spLocks xmlns:a="http://schemas.openxmlformats.org/drawingml/2006/main" noGrp="1"/>
          </p:cNvSpPr>
          <p:nvPr/>
        </p:nvSpPr>
        <p:spPr>
          <a:xfrm xmlns:a="http://schemas.openxmlformats.org/drawingml/2006/main">
            <a:off x="8172450" y="2476500"/>
            <a:ext cx="323850" cy="190500"/>
          </a:xfrm>
          <a:custGeom xmlns:a="http://schemas.openxmlformats.org/drawingml/2006/main">
            <a:pathLst>
              <a:path w="323850" h="190500">
                <a:moveTo>
                  <a:pt x="161925" y="0"/>
                </a:moveTo>
                <a:cubicBezTo>
                  <a:pt x="381000" y="0"/>
                  <a:pt x="381000" y="190500"/>
                  <a:pt x="161925" y="190500"/>
                </a:cubicBezTo>
              </a:path>
            </a:pathLst>
          </a:custGeom>
          <a:noFill xmlns:a="http://schemas.openxmlformats.org/drawingml/2006/main"/>
          <a:ln xmlns:a="http://schemas.openxmlformats.org/drawingml/2006/main" w="28575">
            <a:solidFill>
              <a:srgbClr val="142C40"/>
            </a:solidFill>
          </a:ln>
        </p:spPr>
      </p:sp>
      <p:sp>
        <p:nvSpPr>
          <p:cNvPr id="29" name="">
            <a:extLst xmlns:a="http://schemas.openxmlformats.org/drawingml/2006/main">
              <a:ext uri="{FF2B5EF4-FFF2-40B4-BE49-F238E27FC236}">
                <a16:creationId xmlns:a16="http://schemas.microsoft.com/office/drawing/2014/main" id="{2EE113F5-E080-41F9-B308-491B92A6394C}"/>
              </a:ext>
            </a:extLst>
          </p:cNvPr>
          <p:cNvSpPr>
            <a:spLocks xmlns:a="http://schemas.openxmlformats.org/drawingml/2006/main" noGrp="1"/>
          </p:cNvSpPr>
          <p:nvPr/>
        </p:nvSpPr>
        <p:spPr>
          <a:xfrm xmlns:a="http://schemas.openxmlformats.org/drawingml/2006/main">
            <a:off x="8172450" y="2667000"/>
            <a:ext cx="323850" cy="190500"/>
          </a:xfrm>
          <a:custGeom xmlns:a="http://schemas.openxmlformats.org/drawingml/2006/main">
            <a:pathLst>
              <a:path w="323850" h="190500">
                <a:moveTo>
                  <a:pt x="161925" y="0"/>
                </a:moveTo>
                <a:cubicBezTo>
                  <a:pt x="381000" y="0"/>
                  <a:pt x="381000" y="190500"/>
                  <a:pt x="161925" y="190500"/>
                </a:cubicBezTo>
              </a:path>
            </a:pathLst>
          </a:custGeom>
          <a:noFill xmlns:a="http://schemas.openxmlformats.org/drawingml/2006/main"/>
          <a:ln xmlns:a="http://schemas.openxmlformats.org/drawingml/2006/main" w="28575">
            <a:solidFill>
              <a:srgbClr val="142C40"/>
            </a:solidFill>
          </a:ln>
        </p:spPr>
      </p:sp>
      <p:sp>
        <p:nvSpPr>
          <p:cNvPr id="30" name="">
            <a:extLst xmlns:a="http://schemas.openxmlformats.org/drawingml/2006/main">
              <a:ext uri="{FF2B5EF4-FFF2-40B4-BE49-F238E27FC236}">
                <a16:creationId xmlns:a16="http://schemas.microsoft.com/office/drawing/2014/main" id="{7F0C062B-5464-43FA-B8A0-359A223066B7}"/>
              </a:ext>
            </a:extLst>
          </p:cNvPr>
          <p:cNvSpPr>
            <a:spLocks xmlns:a="http://schemas.openxmlformats.org/drawingml/2006/main" noGrp="1"/>
          </p:cNvSpPr>
          <p:nvPr/>
        </p:nvSpPr>
        <p:spPr>
          <a:xfrm xmlns:a="http://schemas.openxmlformats.org/drawingml/2006/main">
            <a:off x="8334375" y="2857500"/>
            <a:ext cx="9525" cy="333375"/>
          </a:xfrm>
          <a:custGeom xmlns:a="http://schemas.openxmlformats.org/drawingml/2006/main">
            <a:pathLst>
              <a:path w="9525" h="333375">
                <a:moveTo>
                  <a:pt x="0" y="0"/>
                </a:moveTo>
                <a:lnTo>
                  <a:pt x="0" y="333375"/>
                </a:lnTo>
              </a:path>
            </a:pathLst>
          </a:custGeom>
          <a:noFill xmlns:a="http://schemas.openxmlformats.org/drawingml/2006/main"/>
          <a:ln xmlns:a="http://schemas.openxmlformats.org/drawingml/2006/main" w="28575">
            <a:solidFill>
              <a:srgbClr val="142C40"/>
            </a:solidFill>
          </a:ln>
        </p:spPr>
      </p:sp>
      <p:sp>
        <p:nvSpPr>
          <p:cNvPr id="31" name="">
            <a:extLst xmlns:a="http://schemas.openxmlformats.org/drawingml/2006/main">
              <a:ext uri="{FF2B5EF4-FFF2-40B4-BE49-F238E27FC236}">
                <a16:creationId xmlns:a16="http://schemas.microsoft.com/office/drawing/2014/main" id="{4DE5BC7A-E5BA-43EB-9F8E-A4C9061E89A7}"/>
              </a:ext>
            </a:extLst>
          </p:cNvPr>
          <p:cNvSpPr>
            <a:spLocks xmlns:a="http://schemas.openxmlformats.org/drawingml/2006/main" noGrp="1"/>
          </p:cNvSpPr>
          <p:nvPr/>
        </p:nvSpPr>
        <p:spPr>
          <a:xfrm xmlns:a="http://schemas.openxmlformats.org/drawingml/2006/main">
            <a:off x="8334375" y="3190875"/>
            <a:ext cx="9525" cy="1285875"/>
          </a:xfrm>
          <a:custGeom xmlns:a="http://schemas.openxmlformats.org/drawingml/2006/main">
            <a:pathLst>
              <a:path w="9525" h="1285875">
                <a:moveTo>
                  <a:pt x="0" y="0"/>
                </a:moveTo>
                <a:lnTo>
                  <a:pt x="0" y="1285875"/>
                </a:lnTo>
              </a:path>
            </a:pathLst>
          </a:custGeom>
          <a:noFill xmlns:a="http://schemas.openxmlformats.org/drawingml/2006/main"/>
          <a:ln xmlns:a="http://schemas.openxmlformats.org/drawingml/2006/main" w="28575">
            <a:solidFill>
              <a:srgbClr val="142C40"/>
            </a:solidFill>
          </a:ln>
        </p:spPr>
      </p:sp>
      <p:sp>
        <p:nvSpPr>
          <p:cNvPr id="32" name="">
            <a:extLst xmlns:a="http://schemas.openxmlformats.org/drawingml/2006/main">
              <a:ext uri="{FF2B5EF4-FFF2-40B4-BE49-F238E27FC236}">
                <a16:creationId xmlns:a16="http://schemas.microsoft.com/office/drawing/2014/main" id="{A3485488-ECF2-4E3D-8E5D-71A66BE81FEF}"/>
              </a:ext>
            </a:extLst>
          </p:cNvPr>
          <p:cNvSpPr>
            <a:spLocks xmlns:a="http://schemas.openxmlformats.org/drawingml/2006/main" noGrp="1"/>
          </p:cNvSpPr>
          <p:nvPr/>
        </p:nvSpPr>
        <p:spPr>
          <a:xfrm xmlns:a="http://schemas.openxmlformats.org/drawingml/2006/main">
            <a:off x="8334375" y="4476750"/>
            <a:ext cx="9525" cy="114300"/>
          </a:xfrm>
          <a:custGeom xmlns:a="http://schemas.openxmlformats.org/drawingml/2006/main">
            <a:pathLst>
              <a:path w="9525" h="114300">
                <a:moveTo>
                  <a:pt x="0" y="0"/>
                </a:moveTo>
                <a:lnTo>
                  <a:pt x="0" y="114300"/>
                </a:lnTo>
              </a:path>
            </a:pathLst>
          </a:custGeom>
          <a:noFill xmlns:a="http://schemas.openxmlformats.org/drawingml/2006/main"/>
          <a:ln xmlns:a="http://schemas.openxmlformats.org/drawingml/2006/main" w="28575">
            <a:solidFill>
              <a:srgbClr val="142C40"/>
            </a:solidFill>
          </a:ln>
        </p:spPr>
      </p:sp>
      <p:sp>
        <p:nvSpPr>
          <p:cNvPr id="33" name="">
            <a:extLst xmlns:a="http://schemas.openxmlformats.org/drawingml/2006/main">
              <a:ext uri="{FF2B5EF4-FFF2-40B4-BE49-F238E27FC236}">
                <a16:creationId xmlns:a16="http://schemas.microsoft.com/office/drawing/2014/main" id="{C546CC01-2E0F-425A-8E57-20B079B35727}"/>
              </a:ext>
            </a:extLst>
          </p:cNvPr>
          <p:cNvSpPr>
            <a:spLocks xmlns:a="http://schemas.openxmlformats.org/drawingml/2006/main" noGrp="1"/>
          </p:cNvSpPr>
          <p:nvPr/>
        </p:nvSpPr>
        <p:spPr>
          <a:xfrm xmlns:a="http://schemas.openxmlformats.org/drawingml/2006/main">
            <a:off x="8105775" y="4591050"/>
            <a:ext cx="457200" cy="9525"/>
          </a:xfrm>
          <a:custGeom xmlns:a="http://schemas.openxmlformats.org/drawingml/2006/main">
            <a:pathLst>
              <a:path w="457200" h="9525">
                <a:moveTo>
                  <a:pt x="0" y="0"/>
                </a:moveTo>
                <a:lnTo>
                  <a:pt x="457200" y="0"/>
                </a:lnTo>
              </a:path>
            </a:pathLst>
          </a:custGeom>
          <a:noFill xmlns:a="http://schemas.openxmlformats.org/drawingml/2006/main"/>
          <a:ln xmlns:a="http://schemas.openxmlformats.org/drawingml/2006/main" w="19050">
            <a:solidFill>
              <a:srgbClr val="142C40"/>
            </a:solidFill>
          </a:ln>
        </p:spPr>
      </p:sp>
      <p:sp>
        <p:nvSpPr>
          <p:cNvPr id="34" name="">
            <a:extLst xmlns:a="http://schemas.openxmlformats.org/drawingml/2006/main">
              <a:ext uri="{FF2B5EF4-FFF2-40B4-BE49-F238E27FC236}">
                <a16:creationId xmlns:a16="http://schemas.microsoft.com/office/drawing/2014/main" id="{6ADEAE6F-E976-4467-8230-C6A02539D5E1}"/>
              </a:ext>
            </a:extLst>
          </p:cNvPr>
          <p:cNvSpPr>
            <a:spLocks xmlns:a="http://schemas.openxmlformats.org/drawingml/2006/main" noGrp="1"/>
          </p:cNvSpPr>
          <p:nvPr/>
        </p:nvSpPr>
        <p:spPr>
          <a:xfrm xmlns:a="http://schemas.openxmlformats.org/drawingml/2006/main">
            <a:off x="8191500" y="4667250"/>
            <a:ext cx="285750" cy="9525"/>
          </a:xfrm>
          <a:custGeom xmlns:a="http://schemas.openxmlformats.org/drawingml/2006/main">
            <a:pathLst>
              <a:path w="285750" h="9525">
                <a:moveTo>
                  <a:pt x="0" y="0"/>
                </a:moveTo>
                <a:lnTo>
                  <a:pt x="285750" y="0"/>
                </a:lnTo>
              </a:path>
            </a:pathLst>
          </a:custGeom>
          <a:noFill xmlns:a="http://schemas.openxmlformats.org/drawingml/2006/main"/>
          <a:ln xmlns:a="http://schemas.openxmlformats.org/drawingml/2006/main" w="19050">
            <a:solidFill>
              <a:srgbClr val="142C40"/>
            </a:solidFill>
          </a:ln>
        </p:spPr>
      </p:sp>
      <p:sp>
        <p:nvSpPr>
          <p:cNvPr id="35" name="">
            <a:extLst xmlns:a="http://schemas.openxmlformats.org/drawingml/2006/main">
              <a:ext uri="{FF2B5EF4-FFF2-40B4-BE49-F238E27FC236}">
                <a16:creationId xmlns:a16="http://schemas.microsoft.com/office/drawing/2014/main" id="{9DE26B5D-FC2F-4D53-8790-81C97F31A8F2}"/>
              </a:ext>
            </a:extLst>
          </p:cNvPr>
          <p:cNvSpPr>
            <a:spLocks xmlns:a="http://schemas.openxmlformats.org/drawingml/2006/main" noGrp="1"/>
          </p:cNvSpPr>
          <p:nvPr/>
        </p:nvSpPr>
        <p:spPr>
          <a:xfrm xmlns:a="http://schemas.openxmlformats.org/drawingml/2006/main">
            <a:off x="8277225" y="4743450"/>
            <a:ext cx="114300" cy="9525"/>
          </a:xfrm>
          <a:custGeom xmlns:a="http://schemas.openxmlformats.org/drawingml/2006/main">
            <a:pathLst>
              <a:path w="114300" h="9525">
                <a:moveTo>
                  <a:pt x="0" y="0"/>
                </a:moveTo>
                <a:lnTo>
                  <a:pt x="114300" y="0"/>
                </a:lnTo>
              </a:path>
            </a:pathLst>
          </a:custGeom>
          <a:noFill xmlns:a="http://schemas.openxmlformats.org/drawingml/2006/main"/>
          <a:ln xmlns:a="http://schemas.openxmlformats.org/drawingml/2006/main" w="19050">
            <a:solidFill>
              <a:srgbClr val="142C40"/>
            </a:solidFill>
          </a:ln>
        </p:spPr>
      </p:sp>
      <p:sp>
        <p:nvSpPr>
          <p:cNvPr id="36" name="">
            <a:extLst xmlns:a="http://schemas.openxmlformats.org/drawingml/2006/main">
              <a:ext uri="{FF2B5EF4-FFF2-40B4-BE49-F238E27FC236}">
                <a16:creationId xmlns:a16="http://schemas.microsoft.com/office/drawing/2014/main" id="{B36992F7-AFEF-4910-AE21-0C1E493D513B}"/>
              </a:ext>
            </a:extLst>
          </p:cNvPr>
          <p:cNvSpPr>
            <a:spLocks xmlns:a="http://schemas.openxmlformats.org/drawingml/2006/main" noGrp="1"/>
          </p:cNvSpPr>
          <p:nvPr/>
        </p:nvSpPr>
        <p:spPr>
          <a:xfrm xmlns:a="http://schemas.openxmlformats.org/drawingml/2006/main">
            <a:off x="10191750" y="2000250"/>
            <a:ext cx="9525" cy="714375"/>
          </a:xfrm>
          <a:custGeom xmlns:a="http://schemas.openxmlformats.org/drawingml/2006/main">
            <a:pathLst>
              <a:path w="9525" h="714375">
                <a:moveTo>
                  <a:pt x="0" y="0"/>
                </a:moveTo>
                <a:lnTo>
                  <a:pt x="0" y="714375"/>
                </a:lnTo>
              </a:path>
            </a:pathLst>
          </a:custGeom>
          <a:noFill xmlns:a="http://schemas.openxmlformats.org/drawingml/2006/main"/>
          <a:ln xmlns:a="http://schemas.openxmlformats.org/drawingml/2006/main" w="28575">
            <a:solidFill>
              <a:srgbClr val="142C40"/>
            </a:solidFill>
          </a:ln>
        </p:spPr>
      </p:sp>
      <p:sp>
        <p:nvSpPr>
          <p:cNvPr id="37" name="">
            <a:extLst xmlns:a="http://schemas.openxmlformats.org/drawingml/2006/main">
              <a:ext uri="{FF2B5EF4-FFF2-40B4-BE49-F238E27FC236}">
                <a16:creationId xmlns:a16="http://schemas.microsoft.com/office/drawing/2014/main" id="{4C3D4893-8AE0-42F3-BBAE-5C9235CFF2CA}"/>
              </a:ext>
            </a:extLst>
          </p:cNvPr>
          <p:cNvSpPr>
            <a:spLocks xmlns:a="http://schemas.openxmlformats.org/drawingml/2006/main" noGrp="1"/>
          </p:cNvSpPr>
          <p:nvPr/>
        </p:nvSpPr>
        <p:spPr>
          <a:xfrm xmlns:a="http://schemas.openxmlformats.org/drawingml/2006/main">
            <a:off x="10144125" y="2714625"/>
            <a:ext cx="95250" cy="95250"/>
          </a:xfrm>
          <a:prstGeom xmlns:a="http://schemas.openxmlformats.org/drawingml/2006/main" prst="ellipse">
            <a:avLst/>
          </a:prstGeom>
          <a:solidFill xmlns:a="http://schemas.openxmlformats.org/drawingml/2006/main">
            <a:srgbClr val="142C40"/>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662B74EB-080D-4D8A-99C4-86812B7667A2}"/>
              </a:ext>
            </a:extLst>
          </p:cNvPr>
          <p:cNvSpPr>
            <a:spLocks xmlns:a="http://schemas.openxmlformats.org/drawingml/2006/main" noGrp="1"/>
          </p:cNvSpPr>
          <p:nvPr/>
        </p:nvSpPr>
        <p:spPr>
          <a:xfrm xmlns:a="http://schemas.openxmlformats.org/drawingml/2006/main">
            <a:off x="10144125" y="3381375"/>
            <a:ext cx="95250" cy="95250"/>
          </a:xfrm>
          <a:prstGeom xmlns:a="http://schemas.openxmlformats.org/drawingml/2006/main" prst="ellipse">
            <a:avLst/>
          </a:prstGeom>
          <a:solidFill xmlns:a="http://schemas.openxmlformats.org/drawingml/2006/main">
            <a:srgbClr val="142C40"/>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558556F8-F84B-45A9-93F4-50886084DCDD}"/>
              </a:ext>
            </a:extLst>
          </p:cNvPr>
          <p:cNvSpPr>
            <a:spLocks xmlns:a="http://schemas.openxmlformats.org/drawingml/2006/main" noGrp="1"/>
          </p:cNvSpPr>
          <p:nvPr/>
        </p:nvSpPr>
        <p:spPr>
          <a:xfrm xmlns:a="http://schemas.openxmlformats.org/drawingml/2006/main">
            <a:off x="10191750" y="2762250"/>
            <a:ext cx="476250" cy="476250"/>
          </a:xfrm>
          <a:custGeom xmlns:a="http://schemas.openxmlformats.org/drawingml/2006/main">
            <a:pathLst>
              <a:path w="476250" h="476250">
                <a:moveTo>
                  <a:pt x="0" y="0"/>
                </a:moveTo>
                <a:lnTo>
                  <a:pt x="476250" y="476250"/>
                </a:lnTo>
              </a:path>
            </a:pathLst>
          </a:custGeom>
          <a:noFill xmlns:a="http://schemas.openxmlformats.org/drawingml/2006/main"/>
          <a:ln xmlns:a="http://schemas.openxmlformats.org/drawingml/2006/main" w="38100">
            <a:solidFill>
              <a:srgbClr val="146BA4"/>
            </a:solidFill>
          </a:ln>
        </p:spPr>
      </p:sp>
      <p:sp>
        <p:nvSpPr>
          <p:cNvPr id="40" name="">
            <a:extLst xmlns:a="http://schemas.openxmlformats.org/drawingml/2006/main">
              <a:ext uri="{FF2B5EF4-FFF2-40B4-BE49-F238E27FC236}">
                <a16:creationId xmlns:a16="http://schemas.microsoft.com/office/drawing/2014/main" id="{FAAB584E-B4E6-48B3-A993-05070429158A}"/>
              </a:ext>
            </a:extLst>
          </p:cNvPr>
          <p:cNvSpPr>
            <a:spLocks xmlns:a="http://schemas.openxmlformats.org/drawingml/2006/main" noGrp="1"/>
          </p:cNvSpPr>
          <p:nvPr/>
        </p:nvSpPr>
        <p:spPr>
          <a:xfrm xmlns:a="http://schemas.openxmlformats.org/drawingml/2006/main">
            <a:off x="10191750" y="3429000"/>
            <a:ext cx="9525" cy="238125"/>
          </a:xfrm>
          <a:custGeom xmlns:a="http://schemas.openxmlformats.org/drawingml/2006/main">
            <a:pathLst>
              <a:path w="9525" h="238125">
                <a:moveTo>
                  <a:pt x="0" y="0"/>
                </a:moveTo>
                <a:lnTo>
                  <a:pt x="0" y="238125"/>
                </a:lnTo>
              </a:path>
            </a:pathLst>
          </a:custGeom>
          <a:noFill xmlns:a="http://schemas.openxmlformats.org/drawingml/2006/main"/>
          <a:ln xmlns:a="http://schemas.openxmlformats.org/drawingml/2006/main" w="28575">
            <a:solidFill>
              <a:srgbClr val="142C40"/>
            </a:solidFill>
          </a:ln>
        </p:spPr>
      </p:sp>
      <p:sp>
        <p:nvSpPr>
          <p:cNvPr id="41" name="">
            <a:extLst xmlns:a="http://schemas.openxmlformats.org/drawingml/2006/main">
              <a:ext uri="{FF2B5EF4-FFF2-40B4-BE49-F238E27FC236}">
                <a16:creationId xmlns:a16="http://schemas.microsoft.com/office/drawing/2014/main" id="{E2A472EF-5233-4FA6-ADBB-C558A54236D8}"/>
              </a:ext>
            </a:extLst>
          </p:cNvPr>
          <p:cNvSpPr>
            <a:spLocks xmlns:a="http://schemas.openxmlformats.org/drawingml/2006/main" noGrp="1"/>
          </p:cNvSpPr>
          <p:nvPr/>
        </p:nvSpPr>
        <p:spPr>
          <a:xfrm xmlns:a="http://schemas.openxmlformats.org/drawingml/2006/main">
            <a:off x="10191750" y="3667125"/>
            <a:ext cx="9525" cy="190500"/>
          </a:xfrm>
          <a:custGeom xmlns:a="http://schemas.openxmlformats.org/drawingml/2006/main">
            <a:pathLst>
              <a:path w="9525" h="190500">
                <a:moveTo>
                  <a:pt x="0" y="0"/>
                </a:moveTo>
                <a:lnTo>
                  <a:pt x="0" y="190500"/>
                </a:lnTo>
              </a:path>
            </a:pathLst>
          </a:custGeom>
          <a:noFill xmlns:a="http://schemas.openxmlformats.org/drawingml/2006/main"/>
          <a:ln xmlns:a="http://schemas.openxmlformats.org/drawingml/2006/main" w="28575">
            <a:solidFill>
              <a:srgbClr val="142C40"/>
            </a:solidFill>
          </a:ln>
        </p:spPr>
      </p:sp>
      <p:sp>
        <p:nvSpPr>
          <p:cNvPr id="42" name="">
            <a:extLst xmlns:a="http://schemas.openxmlformats.org/drawingml/2006/main">
              <a:ext uri="{FF2B5EF4-FFF2-40B4-BE49-F238E27FC236}">
                <a16:creationId xmlns:a16="http://schemas.microsoft.com/office/drawing/2014/main" id="{3EF13C30-EE98-4D44-9F20-44A49AF44C5E}"/>
              </a:ext>
            </a:extLst>
          </p:cNvPr>
          <p:cNvSpPr>
            <a:spLocks xmlns:a="http://schemas.openxmlformats.org/drawingml/2006/main" noGrp="1"/>
          </p:cNvSpPr>
          <p:nvPr/>
        </p:nvSpPr>
        <p:spPr>
          <a:xfrm xmlns:a="http://schemas.openxmlformats.org/drawingml/2006/main">
            <a:off x="10077450" y="3857625"/>
            <a:ext cx="228600" cy="571500"/>
          </a:xfrm>
          <a:prstGeom xmlns:a="http://schemas.openxmlformats.org/drawingml/2006/main" prst="rect">
            <a:avLst/>
          </a:prstGeom>
          <a:noFill xmlns:a="http://schemas.openxmlformats.org/drawingml/2006/main"/>
          <a:ln xmlns:a="http://schemas.openxmlformats.org/drawingml/2006/main" w="19050">
            <a:solidFill>
              <a:srgbClr val="142C40"/>
            </a:solidFill>
          </a:ln>
        </p:spPr>
      </p:sp>
      <p:sp>
        <p:nvSpPr>
          <p:cNvPr id="43" name="">
            <a:extLst xmlns:a="http://schemas.openxmlformats.org/drawingml/2006/main">
              <a:ext uri="{FF2B5EF4-FFF2-40B4-BE49-F238E27FC236}">
                <a16:creationId xmlns:a16="http://schemas.microsoft.com/office/drawing/2014/main" id="{33D146EB-3D4A-4E80-92B4-D6A6ECA51B49}"/>
              </a:ext>
            </a:extLst>
          </p:cNvPr>
          <p:cNvSpPr>
            <a:spLocks xmlns:a="http://schemas.openxmlformats.org/drawingml/2006/main" noGrp="1"/>
          </p:cNvSpPr>
          <p:nvPr/>
        </p:nvSpPr>
        <p:spPr>
          <a:xfrm xmlns:a="http://schemas.openxmlformats.org/drawingml/2006/main">
            <a:off x="10191750" y="4429125"/>
            <a:ext cx="9525" cy="190500"/>
          </a:xfrm>
          <a:custGeom xmlns:a="http://schemas.openxmlformats.org/drawingml/2006/main">
            <a:pathLst>
              <a:path w="9525" h="190500">
                <a:moveTo>
                  <a:pt x="0" y="0"/>
                </a:moveTo>
                <a:lnTo>
                  <a:pt x="0" y="190500"/>
                </a:lnTo>
              </a:path>
            </a:pathLst>
          </a:custGeom>
          <a:noFill xmlns:a="http://schemas.openxmlformats.org/drawingml/2006/main"/>
          <a:ln xmlns:a="http://schemas.openxmlformats.org/drawingml/2006/main" w="28575">
            <a:solidFill>
              <a:srgbClr val="142C40"/>
            </a:solidFill>
          </a:ln>
        </p:spPr>
      </p:sp>
      <p:sp>
        <p:nvSpPr>
          <p:cNvPr id="44" name="">
            <a:extLst xmlns:a="http://schemas.openxmlformats.org/drawingml/2006/main">
              <a:ext uri="{FF2B5EF4-FFF2-40B4-BE49-F238E27FC236}">
                <a16:creationId xmlns:a16="http://schemas.microsoft.com/office/drawing/2014/main" id="{A546810E-2F06-46EA-9444-0143F73181DD}"/>
              </a:ext>
            </a:extLst>
          </p:cNvPr>
          <p:cNvSpPr>
            <a:spLocks xmlns:a="http://schemas.openxmlformats.org/drawingml/2006/main" noGrp="1"/>
          </p:cNvSpPr>
          <p:nvPr/>
        </p:nvSpPr>
        <p:spPr>
          <a:xfrm xmlns:a="http://schemas.openxmlformats.org/drawingml/2006/main">
            <a:off x="10191750" y="4619625"/>
            <a:ext cx="9525" cy="114300"/>
          </a:xfrm>
          <a:custGeom xmlns:a="http://schemas.openxmlformats.org/drawingml/2006/main">
            <a:pathLst>
              <a:path w="9525" h="114300">
                <a:moveTo>
                  <a:pt x="0" y="0"/>
                </a:moveTo>
                <a:lnTo>
                  <a:pt x="0" y="114300"/>
                </a:lnTo>
              </a:path>
            </a:pathLst>
          </a:custGeom>
          <a:noFill xmlns:a="http://schemas.openxmlformats.org/drawingml/2006/main"/>
          <a:ln xmlns:a="http://schemas.openxmlformats.org/drawingml/2006/main" w="28575">
            <a:solidFill>
              <a:srgbClr val="142C40"/>
            </a:solidFill>
          </a:ln>
        </p:spPr>
      </p:sp>
      <p:sp>
        <p:nvSpPr>
          <p:cNvPr id="45" name="">
            <a:extLst xmlns:a="http://schemas.openxmlformats.org/drawingml/2006/main">
              <a:ext uri="{FF2B5EF4-FFF2-40B4-BE49-F238E27FC236}">
                <a16:creationId xmlns:a16="http://schemas.microsoft.com/office/drawing/2014/main" id="{1056B924-3DA2-4611-AB4C-7DFC5EBDB551}"/>
              </a:ext>
            </a:extLst>
          </p:cNvPr>
          <p:cNvSpPr>
            <a:spLocks xmlns:a="http://schemas.openxmlformats.org/drawingml/2006/main" noGrp="1"/>
          </p:cNvSpPr>
          <p:nvPr/>
        </p:nvSpPr>
        <p:spPr>
          <a:xfrm xmlns:a="http://schemas.openxmlformats.org/drawingml/2006/main">
            <a:off x="9963150" y="4733925"/>
            <a:ext cx="457200" cy="9525"/>
          </a:xfrm>
          <a:custGeom xmlns:a="http://schemas.openxmlformats.org/drawingml/2006/main">
            <a:pathLst>
              <a:path w="457200" h="9525">
                <a:moveTo>
                  <a:pt x="0" y="0"/>
                </a:moveTo>
                <a:lnTo>
                  <a:pt x="457200" y="0"/>
                </a:lnTo>
              </a:path>
            </a:pathLst>
          </a:custGeom>
          <a:noFill xmlns:a="http://schemas.openxmlformats.org/drawingml/2006/main"/>
          <a:ln xmlns:a="http://schemas.openxmlformats.org/drawingml/2006/main" w="19050">
            <a:solidFill>
              <a:srgbClr val="142C40"/>
            </a:solidFill>
          </a:ln>
        </p:spPr>
      </p:sp>
      <p:sp>
        <p:nvSpPr>
          <p:cNvPr id="46" name="">
            <a:extLst xmlns:a="http://schemas.openxmlformats.org/drawingml/2006/main">
              <a:ext uri="{FF2B5EF4-FFF2-40B4-BE49-F238E27FC236}">
                <a16:creationId xmlns:a16="http://schemas.microsoft.com/office/drawing/2014/main" id="{B3402199-161A-473B-B353-18C98C23C1A2}"/>
              </a:ext>
            </a:extLst>
          </p:cNvPr>
          <p:cNvSpPr>
            <a:spLocks xmlns:a="http://schemas.openxmlformats.org/drawingml/2006/main" noGrp="1"/>
          </p:cNvSpPr>
          <p:nvPr/>
        </p:nvSpPr>
        <p:spPr>
          <a:xfrm xmlns:a="http://schemas.openxmlformats.org/drawingml/2006/main">
            <a:off x="10048875" y="4810125"/>
            <a:ext cx="285750" cy="9525"/>
          </a:xfrm>
          <a:custGeom xmlns:a="http://schemas.openxmlformats.org/drawingml/2006/main">
            <a:pathLst>
              <a:path w="285750" h="9525">
                <a:moveTo>
                  <a:pt x="0" y="0"/>
                </a:moveTo>
                <a:lnTo>
                  <a:pt x="285750" y="0"/>
                </a:lnTo>
              </a:path>
            </a:pathLst>
          </a:custGeom>
          <a:noFill xmlns:a="http://schemas.openxmlformats.org/drawingml/2006/main"/>
          <a:ln xmlns:a="http://schemas.openxmlformats.org/drawingml/2006/main" w="19050">
            <a:solidFill>
              <a:srgbClr val="142C40"/>
            </a:solidFill>
          </a:ln>
        </p:spPr>
      </p:sp>
      <p:sp>
        <p:nvSpPr>
          <p:cNvPr id="47" name="">
            <a:extLst xmlns:a="http://schemas.openxmlformats.org/drawingml/2006/main">
              <a:ext uri="{FF2B5EF4-FFF2-40B4-BE49-F238E27FC236}">
                <a16:creationId xmlns:a16="http://schemas.microsoft.com/office/drawing/2014/main" id="{5AD97937-47F0-477F-B01B-5FEC4945128A}"/>
              </a:ext>
            </a:extLst>
          </p:cNvPr>
          <p:cNvSpPr>
            <a:spLocks xmlns:a="http://schemas.openxmlformats.org/drawingml/2006/main" noGrp="1"/>
          </p:cNvSpPr>
          <p:nvPr/>
        </p:nvSpPr>
        <p:spPr>
          <a:xfrm xmlns:a="http://schemas.openxmlformats.org/drawingml/2006/main">
            <a:off x="10134600" y="4886325"/>
            <a:ext cx="114300" cy="9525"/>
          </a:xfrm>
          <a:custGeom xmlns:a="http://schemas.openxmlformats.org/drawingml/2006/main">
            <a:pathLst>
              <a:path w="114300" h="9525">
                <a:moveTo>
                  <a:pt x="0" y="0"/>
                </a:moveTo>
                <a:lnTo>
                  <a:pt x="114300" y="0"/>
                </a:lnTo>
              </a:path>
            </a:pathLst>
          </a:custGeom>
          <a:noFill xmlns:a="http://schemas.openxmlformats.org/drawingml/2006/main"/>
          <a:ln xmlns:a="http://schemas.openxmlformats.org/drawingml/2006/main" w="19050">
            <a:solidFill>
              <a:srgbClr val="142C40"/>
            </a:solidFill>
          </a:ln>
        </p:spPr>
      </p:sp>
      <p:sp>
        <p:nvSpPr>
          <p:cNvPr id="48" name="">
            <a:extLst xmlns:a="http://schemas.openxmlformats.org/drawingml/2006/main">
              <a:ext uri="{FF2B5EF4-FFF2-40B4-BE49-F238E27FC236}">
                <a16:creationId xmlns:a16="http://schemas.microsoft.com/office/drawing/2014/main" id="{D73D5D0D-6C1F-401B-ABF1-63790E2157F5}"/>
              </a:ext>
            </a:extLst>
          </p:cNvPr>
          <p:cNvSpPr>
            <a:spLocks xmlns:a="http://schemas.openxmlformats.org/drawingml/2006/main" noGrp="1"/>
          </p:cNvSpPr>
          <p:nvPr/>
        </p:nvSpPr>
        <p:spPr>
          <a:xfrm xmlns:a="http://schemas.openxmlformats.org/drawingml/2006/main">
            <a:off x="7000875" y="3333750"/>
            <a:ext cx="857250" cy="714375"/>
          </a:xfrm>
          <a:custGeom xmlns:a="http://schemas.openxmlformats.org/drawingml/2006/main">
            <a:pathLst>
              <a:path w="857250" h="714375">
                <a:moveTo>
                  <a:pt x="0" y="714375"/>
                </a:moveTo>
                <a:lnTo>
                  <a:pt x="857250" y="0"/>
                </a:lnTo>
              </a:path>
            </a:pathLst>
          </a:custGeom>
          <a:noFill xmlns:a="http://schemas.openxmlformats.org/drawingml/2006/main"/>
          <a:ln xmlns:a="http://schemas.openxmlformats.org/drawingml/2006/main" w="28575">
            <a:solidFill>
              <a:srgbClr val="146BA4"/>
            </a:solidFill>
          </a:ln>
        </p:spPr>
      </p:sp>
      <p:sp>
        <p:nvSpPr>
          <p:cNvPr id="49" name="">
            <a:extLst xmlns:a="http://schemas.openxmlformats.org/drawingml/2006/main">
              <a:ext uri="{FF2B5EF4-FFF2-40B4-BE49-F238E27FC236}">
                <a16:creationId xmlns:a16="http://schemas.microsoft.com/office/drawing/2014/main" id="{5B9E1741-363E-473A-A5AF-231EE0E9D425}"/>
              </a:ext>
            </a:extLst>
          </p:cNvPr>
          <p:cNvSpPr>
            <a:spLocks xmlns:a="http://schemas.openxmlformats.org/drawingml/2006/main" noGrp="1"/>
          </p:cNvSpPr>
          <p:nvPr/>
        </p:nvSpPr>
        <p:spPr>
          <a:xfrm xmlns:a="http://schemas.openxmlformats.org/drawingml/2006/main">
            <a:off x="7756472" y="3333750"/>
            <a:ext cx="101653" cy="95408"/>
          </a:xfrm>
          <a:custGeom xmlns:a="http://schemas.openxmlformats.org/drawingml/2006/main">
            <a:pathLst>
              <a:path w="101653" h="95408">
                <a:moveTo>
                  <a:pt x="58351" y="95408"/>
                </a:moveTo>
                <a:lnTo>
                  <a:pt x="101653" y="0"/>
                </a:lnTo>
                <a:lnTo>
                  <a:pt x="0" y="25387"/>
                </a:lnTo>
              </a:path>
            </a:pathLst>
          </a:custGeom>
          <a:noFill xmlns:a="http://schemas.openxmlformats.org/drawingml/2006/main"/>
          <a:ln xmlns:a="http://schemas.openxmlformats.org/drawingml/2006/main" w="28575">
            <a:solidFill>
              <a:srgbClr val="146BA4"/>
            </a:solidFill>
          </a:ln>
        </p:spPr>
      </p:sp>
      <p:sp>
        <p:nvSpPr>
          <p:cNvPr id="50" name="">
            <a:extLst xmlns:a="http://schemas.openxmlformats.org/drawingml/2006/main">
              <a:ext uri="{FF2B5EF4-FFF2-40B4-BE49-F238E27FC236}">
                <a16:creationId xmlns:a16="http://schemas.microsoft.com/office/drawing/2014/main" id="{175EDDBD-40CE-4998-8BEB-E5CA92201A63}"/>
              </a:ext>
            </a:extLst>
          </p:cNvPr>
          <p:cNvSpPr>
            <a:spLocks xmlns:a="http://schemas.openxmlformats.org/drawingml/2006/main" noGrp="1"/>
          </p:cNvSpPr>
          <p:nvPr/>
        </p:nvSpPr>
        <p:spPr>
          <a:xfrm xmlns:a="http://schemas.openxmlformats.org/drawingml/2006/main">
            <a:off x="7905750" y="5095875"/>
            <a:ext cx="190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142C40"/>
                </a:solidFill>
                <a:latin typeface="Arial"/>
                <a:ea typeface="Arial"/>
                <a:cs typeface="Arial"/>
              </a:defRPr>
            </a:defPPr>
          </a:lstStyle>
          <a:p xmlns:a="http://schemas.openxmlformats.org/drawingml/2006/main">
            <a:pPr algn="l">
              <a:defRPr sz="2400" b="0">
                <a:solidFill>
                  <a:srgbClr val="142C40"/>
                </a:solidFill>
                <a:latin typeface="Arial"/>
                <a:ea typeface="Arial"/>
                <a:cs typeface="Arial"/>
              </a:defRPr>
            </a:pPr>
            <a:r>
              <a:rPr sz="2400" b="0">
                <a:solidFill>
                  <a:srgbClr val="142C40"/>
                </a:solidFill>
                <a:latin typeface="Arial"/>
                <a:ea typeface="Arial"/>
                <a:cs typeface="Arial"/>
              </a:rPr>
              <a:t>Relé</a:t>
            </a:r>
          </a:p>
        </p:txBody>
      </p:sp>
      <p:sp>
        <p:nvSpPr>
          <p:cNvPr id="51" name="">
            <a:extLst xmlns:a="http://schemas.openxmlformats.org/drawingml/2006/main">
              <a:ext uri="{FF2B5EF4-FFF2-40B4-BE49-F238E27FC236}">
                <a16:creationId xmlns:a16="http://schemas.microsoft.com/office/drawing/2014/main" id="{4AAADB9E-7E3D-4DF7-AF08-FF0D5A03BA2C}"/>
              </a:ext>
            </a:extLst>
          </p:cNvPr>
          <p:cNvSpPr>
            <a:spLocks xmlns:a="http://schemas.openxmlformats.org/drawingml/2006/main" noGrp="1"/>
          </p:cNvSpPr>
          <p:nvPr/>
        </p:nvSpPr>
        <p:spPr>
          <a:xfrm xmlns:a="http://schemas.openxmlformats.org/drawingml/2006/main">
            <a:off x="9715500" y="5095875"/>
            <a:ext cx="190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142C40"/>
                </a:solidFill>
                <a:latin typeface="Arial"/>
                <a:ea typeface="Arial"/>
                <a:cs typeface="Arial"/>
              </a:defRPr>
            </a:defPPr>
          </a:lstStyle>
          <a:p xmlns:a="http://schemas.openxmlformats.org/drawingml/2006/main">
            <a:pPr algn="l">
              <a:defRPr sz="2400" b="0">
                <a:solidFill>
                  <a:srgbClr val="142C40"/>
                </a:solidFill>
                <a:latin typeface="Arial"/>
                <a:ea typeface="Arial"/>
                <a:cs typeface="Arial"/>
              </a:defRPr>
            </a:pPr>
            <a:r>
              <a:rPr sz="2400" b="0">
                <a:solidFill>
                  <a:srgbClr val="142C40"/>
                </a:solidFill>
                <a:latin typeface="Arial"/>
                <a:ea typeface="Arial"/>
                <a:cs typeface="Arial"/>
              </a:rPr>
              <a:t>Carga</a:t>
            </a:r>
          </a:p>
        </p:txBody>
      </p:sp>
    </p:spTree>
    <p:extLst>
      <p:ext uri="{BB962C8B-B14F-4D97-AF65-F5344CB8AC3E}">
        <p14:creationId xmlns:p14="http://schemas.microsoft.com/office/powerpoint/2010/main" val="213368014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BBE33AD5-DC38-4541-AA8F-92937512772C}"/>
              </a:ext>
            </a:extLst>
          </p:cNvPr>
          <p:cNvSpPr>
            <a:spLocks xmlns:a="http://schemas.openxmlformats.org/drawingml/2006/main" noGrp="1"/>
          </p:cNvSpPr>
          <p:nvPr/>
        </p:nvSpPr>
        <p:spPr>
          <a:xfrm xmlns:a="http://schemas.openxmlformats.org/drawingml/2006/main">
            <a:off x="457200" y="266700"/>
            <a:ext cx="11239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3300" b="1">
                <a:solidFill>
                  <a:srgbClr val="142C40"/>
                </a:solidFill>
                <a:latin typeface="Arial"/>
                <a:ea typeface="Arial"/>
                <a:cs typeface="Arial"/>
              </a:defRPr>
            </a:defPPr>
          </a:lstStyle>
          <a:p xmlns:a="http://schemas.openxmlformats.org/drawingml/2006/main">
            <a:pPr algn="l">
              <a:defRPr sz="3300" b="1">
                <a:solidFill>
                  <a:srgbClr val="142C40"/>
                </a:solidFill>
                <a:latin typeface="Arial"/>
                <a:ea typeface="Arial"/>
                <a:cs typeface="Arial"/>
              </a:defRPr>
            </a:pPr>
            <a:r>
              <a:rPr sz="3300" b="1">
                <a:solidFill>
                  <a:srgbClr val="142C40"/>
                </a:solidFill>
                <a:latin typeface="Arial"/>
                <a:ea typeface="Arial"/>
                <a:cs typeface="Arial"/>
              </a:rPr>
              <a:t>La carga y la función del sensor</a:t>
            </a:r>
          </a:p>
        </p:txBody>
      </p:sp>
      <p:sp>
        <p:nvSpPr>
          <p:cNvPr id="2" name="">
            <a:extLst xmlns:a="http://schemas.openxmlformats.org/drawingml/2006/main">
              <a:ext uri="{FF2B5EF4-FFF2-40B4-BE49-F238E27FC236}">
                <a16:creationId xmlns:a16="http://schemas.microsoft.com/office/drawing/2014/main" id="{705DEE3B-88B9-4EA2-B4E5-56B57ED6888A}"/>
              </a:ext>
            </a:extLst>
          </p:cNvPr>
          <p:cNvSpPr>
            <a:spLocks xmlns:a="http://schemas.openxmlformats.org/drawingml/2006/main" noGrp="1"/>
          </p:cNvSpPr>
          <p:nvPr/>
        </p:nvSpPr>
        <p:spPr>
          <a:xfrm xmlns:a="http://schemas.openxmlformats.org/drawingml/2006/main">
            <a:off x="457200" y="6096000"/>
            <a:ext cx="11258550" cy="9525"/>
          </a:xfrm>
          <a:custGeom xmlns:a="http://schemas.openxmlformats.org/drawingml/2006/main">
            <a:pathLst>
              <a:path w="11258550" h="9525">
                <a:moveTo>
                  <a:pt x="0" y="0"/>
                </a:moveTo>
                <a:lnTo>
                  <a:pt x="11258550" y="0"/>
                </a:lnTo>
              </a:path>
            </a:pathLst>
          </a:custGeom>
          <a:noFill xmlns:a="http://schemas.openxmlformats.org/drawingml/2006/main"/>
          <a:ln xmlns:a="http://schemas.openxmlformats.org/drawingml/2006/main" w="9525">
            <a:solidFill>
              <a:srgbClr val="B9C8D2"/>
            </a:solidFill>
          </a:ln>
        </p:spPr>
      </p:sp>
      <p:sp>
        <p:nvSpPr>
          <p:cNvPr id="3" name="">
            <a:extLst xmlns:a="http://schemas.openxmlformats.org/drawingml/2006/main">
              <a:ext uri="{FF2B5EF4-FFF2-40B4-BE49-F238E27FC236}">
                <a16:creationId xmlns:a16="http://schemas.microsoft.com/office/drawing/2014/main" id="{33965537-9723-47A0-A5AA-D05E3A5F1CE4}"/>
              </a:ext>
            </a:extLst>
          </p:cNvPr>
          <p:cNvSpPr>
            <a:spLocks xmlns:a="http://schemas.openxmlformats.org/drawingml/2006/main" noGrp="1"/>
          </p:cNvSpPr>
          <p:nvPr/>
        </p:nvSpPr>
        <p:spPr>
          <a:xfrm xmlns:a="http://schemas.openxmlformats.org/drawingml/2006/main">
            <a:off x="457200" y="627697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6C7F8C"/>
                </a:solidFill>
                <a:latin typeface="Arial"/>
                <a:ea typeface="Arial"/>
                <a:cs typeface="Arial"/>
              </a:defRPr>
            </a:defPPr>
          </a:lstStyle>
          <a:p xmlns:a="http://schemas.openxmlformats.org/drawingml/2006/main">
            <a:pPr algn="l">
              <a:defRPr sz="2400" b="0">
                <a:solidFill>
                  <a:srgbClr val="6C7F8C"/>
                </a:solidFill>
                <a:latin typeface="Arial"/>
                <a:ea typeface="Arial"/>
                <a:cs typeface="Arial"/>
              </a:defRPr>
            </a:pPr>
            <a:r>
              <a:rPr sz="2400" b="0">
                <a:solidFill>
                  <a:srgbClr val="6C7F8C"/>
                </a:solidFill>
                <a:latin typeface="Arial"/>
                <a:ea typeface="Arial"/>
                <a:cs typeface="Arial"/>
              </a:rPr>
              <a:t>Conceptos y evidencia Voyager · S01, S09</a:t>
            </a:r>
          </a:p>
        </p:txBody>
      </p:sp>
      <p:sp>
        <p:nvSpPr>
          <p:cNvPr id="4" name="">
            <a:extLst xmlns:a="http://schemas.openxmlformats.org/drawingml/2006/main">
              <a:ext uri="{FF2B5EF4-FFF2-40B4-BE49-F238E27FC236}">
                <a16:creationId xmlns:a16="http://schemas.microsoft.com/office/drawing/2014/main" id="{E75F97CA-0D82-49B0-8E8C-EBF68721DB65}"/>
              </a:ext>
            </a:extLst>
          </p:cNvPr>
          <p:cNvSpPr>
            <a:spLocks xmlns:a="http://schemas.openxmlformats.org/drawingml/2006/main" noGrp="1"/>
          </p:cNvSpPr>
          <p:nvPr/>
        </p:nvSpPr>
        <p:spPr>
          <a:xfrm xmlns:a="http://schemas.openxmlformats.org/drawingml/2006/main">
            <a:off x="11163300" y="6276975"/>
            <a:ext cx="66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6BA4"/>
                </a:solidFill>
                <a:latin typeface="Arial"/>
                <a:ea typeface="Arial"/>
                <a:cs typeface="Arial"/>
              </a:defRPr>
            </a:defPPr>
          </a:lstStyle>
          <a:p xmlns:a="http://schemas.openxmlformats.org/drawingml/2006/main">
            <a:pPr algn="l">
              <a:defRPr sz="2400" b="1">
                <a:solidFill>
                  <a:srgbClr val="146BA4"/>
                </a:solidFill>
                <a:latin typeface="Arial"/>
                <a:ea typeface="Arial"/>
                <a:cs typeface="Arial"/>
              </a:defRPr>
            </a:pPr>
            <a:r>
              <a:rPr sz="2400" b="1">
                <a:solidFill>
                  <a:srgbClr val="146BA4"/>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4282A3BB-DEA9-478F-996C-C7CE045E1A8A}"/>
              </a:ext>
            </a:extLst>
          </p:cNvPr>
          <p:cNvSpPr>
            <a:spLocks xmlns:a="http://schemas.openxmlformats.org/drawingml/2006/main" noGrp="1"/>
          </p:cNvSpPr>
          <p:nvPr/>
        </p:nvSpPr>
        <p:spPr>
          <a:xfrm xmlns:a="http://schemas.openxmlformats.org/drawingml/2006/main">
            <a:off x="457200" y="1190625"/>
            <a:ext cx="533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6BA4"/>
                </a:solidFill>
                <a:latin typeface="Arial"/>
                <a:ea typeface="Arial"/>
                <a:cs typeface="Arial"/>
              </a:defRPr>
            </a:defPPr>
          </a:lstStyle>
          <a:p xmlns:a="http://schemas.openxmlformats.org/drawingml/2006/main">
            <a:pPr algn="l">
              <a:defRPr sz="2400" b="1">
                <a:solidFill>
                  <a:srgbClr val="146BA4"/>
                </a:solidFill>
                <a:latin typeface="Arial"/>
                <a:ea typeface="Arial"/>
                <a:cs typeface="Arial"/>
              </a:defRPr>
            </a:pPr>
            <a:r>
              <a:rPr sz="2400" b="1">
                <a:solidFill>
                  <a:srgbClr val="146BA4"/>
                </a:solidFill>
                <a:latin typeface="Arial"/>
                <a:ea typeface="Arial"/>
                <a:cs typeface="Arial"/>
              </a:rPr>
              <a:t>Detector de partículas</a:t>
            </a:r>
          </a:p>
        </p:txBody>
      </p:sp>
      <p:sp>
        <p:nvSpPr>
          <p:cNvPr id="6" name="">
            <a:extLst xmlns:a="http://schemas.openxmlformats.org/drawingml/2006/main">
              <a:ext uri="{FF2B5EF4-FFF2-40B4-BE49-F238E27FC236}">
                <a16:creationId xmlns:a16="http://schemas.microsoft.com/office/drawing/2014/main" id="{0FA88727-38A9-487A-947D-404B2CA35D02}"/>
              </a:ext>
            </a:extLst>
          </p:cNvPr>
          <p:cNvSpPr>
            <a:spLocks xmlns:a="http://schemas.openxmlformats.org/drawingml/2006/main" noGrp="1"/>
          </p:cNvSpPr>
          <p:nvPr/>
        </p:nvSpPr>
        <p:spPr>
          <a:xfrm xmlns:a="http://schemas.openxmlformats.org/drawingml/2006/main">
            <a:off x="6477000" y="1190625"/>
            <a:ext cx="514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6BA4"/>
                </a:solidFill>
                <a:latin typeface="Arial"/>
                <a:ea typeface="Arial"/>
                <a:cs typeface="Arial"/>
              </a:defRPr>
            </a:defPPr>
          </a:lstStyle>
          <a:p xmlns:a="http://schemas.openxmlformats.org/drawingml/2006/main">
            <a:pPr algn="l">
              <a:defRPr sz="2400" b="1">
                <a:solidFill>
                  <a:srgbClr val="146BA4"/>
                </a:solidFill>
                <a:latin typeface="Arial"/>
                <a:ea typeface="Arial"/>
                <a:cs typeface="Arial"/>
              </a:defRPr>
            </a:pPr>
            <a:r>
              <a:rPr sz="2400" b="1">
                <a:solidFill>
                  <a:srgbClr val="146BA4"/>
                </a:solidFill>
                <a:latin typeface="Arial"/>
                <a:ea typeface="Arial"/>
                <a:cs typeface="Arial"/>
              </a:rPr>
              <a:t>Sensor óptico</a:t>
            </a:r>
          </a:p>
        </p:txBody>
      </p:sp>
      <p:sp>
        <p:nvSpPr>
          <p:cNvPr id="7" name="">
            <a:extLst xmlns:a="http://schemas.openxmlformats.org/drawingml/2006/main">
              <a:ext uri="{FF2B5EF4-FFF2-40B4-BE49-F238E27FC236}">
                <a16:creationId xmlns:a16="http://schemas.microsoft.com/office/drawing/2014/main" id="{CCC83852-3DE3-40D7-B3E4-A06764FF2E94}"/>
              </a:ext>
            </a:extLst>
          </p:cNvPr>
          <p:cNvSpPr>
            <a:spLocks xmlns:a="http://schemas.openxmlformats.org/drawingml/2006/main" noGrp="1"/>
          </p:cNvSpPr>
          <p:nvPr/>
        </p:nvSpPr>
        <p:spPr>
          <a:xfrm xmlns:a="http://schemas.openxmlformats.org/drawingml/2006/main">
            <a:off x="1143000" y="2286000"/>
            <a:ext cx="2857500" cy="1238250"/>
          </a:xfrm>
          <a:prstGeom xmlns:a="http://schemas.openxmlformats.org/drawingml/2006/main" prst="rect">
            <a:avLst/>
          </a:prstGeom>
          <a:solidFill xmlns:a="http://schemas.openxmlformats.org/drawingml/2006/main">
            <a:srgbClr val="E4EFF6"/>
          </a:solidFill>
          <a:ln xmlns:a="http://schemas.openxmlformats.org/drawingml/2006/main" w="19050">
            <a:solidFill>
              <a:srgbClr val="146BA4"/>
            </a:solidFill>
          </a:ln>
        </p:spPr>
      </p:sp>
      <p:sp>
        <p:nvSpPr>
          <p:cNvPr id="8" name="">
            <a:extLst xmlns:a="http://schemas.openxmlformats.org/drawingml/2006/main">
              <a:ext uri="{FF2B5EF4-FFF2-40B4-BE49-F238E27FC236}">
                <a16:creationId xmlns:a16="http://schemas.microsoft.com/office/drawing/2014/main" id="{0CD9B239-0A51-414B-9AF4-1871C3276439}"/>
              </a:ext>
            </a:extLst>
          </p:cNvPr>
          <p:cNvSpPr>
            <a:spLocks xmlns:a="http://schemas.openxmlformats.org/drawingml/2006/main" noGrp="1"/>
          </p:cNvSpPr>
          <p:nvPr/>
        </p:nvSpPr>
        <p:spPr>
          <a:xfrm xmlns:a="http://schemas.openxmlformats.org/drawingml/2006/main">
            <a:off x="2238375" y="2714625"/>
            <a:ext cx="285750" cy="285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46BA4"/>
            </a:solidFill>
          </a:ln>
        </p:spPr>
      </p:sp>
      <p:sp>
        <p:nvSpPr>
          <p:cNvPr id="9" name="">
            <a:extLst xmlns:a="http://schemas.openxmlformats.org/drawingml/2006/main">
              <a:ext uri="{FF2B5EF4-FFF2-40B4-BE49-F238E27FC236}">
                <a16:creationId xmlns:a16="http://schemas.microsoft.com/office/drawing/2014/main" id="{A83BA061-6EA1-4215-9BC7-6416481E7520}"/>
              </a:ext>
            </a:extLst>
          </p:cNvPr>
          <p:cNvSpPr>
            <a:spLocks xmlns:a="http://schemas.openxmlformats.org/drawingml/2006/main" noGrp="1"/>
          </p:cNvSpPr>
          <p:nvPr/>
        </p:nvSpPr>
        <p:spPr>
          <a:xfrm xmlns:a="http://schemas.openxmlformats.org/drawingml/2006/main">
            <a:off x="2247900" y="2676525"/>
            <a:ext cx="266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400" b="0">
                <a:solidFill>
                  <a:srgbClr val="146BA4"/>
                </a:solidFill>
                <a:latin typeface="Arial"/>
                <a:ea typeface="Arial"/>
                <a:cs typeface="Arial"/>
              </a:defRPr>
            </a:defPPr>
          </a:lstStyle>
          <a:p xmlns:a="http://schemas.openxmlformats.org/drawingml/2006/main">
            <a:pPr algn="ctr">
              <a:defRPr sz="2400" b="0">
                <a:solidFill>
                  <a:srgbClr val="146BA4"/>
                </a:solidFill>
                <a:latin typeface="Arial"/>
                <a:ea typeface="Arial"/>
                <a:cs typeface="Arial"/>
              </a:defRPr>
            </a:pPr>
            <a:r>
              <a:rPr sz="2400" b="0">
                <a:solidFill>
                  <a:srgbClr val="146BA4"/>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0FBF99B4-38CF-4D60-89D1-8C5750C08282}"/>
              </a:ext>
            </a:extLst>
          </p:cNvPr>
          <p:cNvSpPr>
            <a:spLocks xmlns:a="http://schemas.openxmlformats.org/drawingml/2006/main" noGrp="1"/>
          </p:cNvSpPr>
          <p:nvPr/>
        </p:nvSpPr>
        <p:spPr>
          <a:xfrm xmlns:a="http://schemas.openxmlformats.org/drawingml/2006/main">
            <a:off x="2762250" y="2714625"/>
            <a:ext cx="285750" cy="285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46BA4"/>
            </a:solidFill>
          </a:ln>
        </p:spPr>
      </p:sp>
      <p:sp>
        <p:nvSpPr>
          <p:cNvPr id="11" name="">
            <a:extLst xmlns:a="http://schemas.openxmlformats.org/drawingml/2006/main">
              <a:ext uri="{FF2B5EF4-FFF2-40B4-BE49-F238E27FC236}">
                <a16:creationId xmlns:a16="http://schemas.microsoft.com/office/drawing/2014/main" id="{82134D1F-52E7-4C67-8CF0-12F479A2A0E6}"/>
              </a:ext>
            </a:extLst>
          </p:cNvPr>
          <p:cNvSpPr>
            <a:spLocks xmlns:a="http://schemas.openxmlformats.org/drawingml/2006/main" noGrp="1"/>
          </p:cNvSpPr>
          <p:nvPr/>
        </p:nvSpPr>
        <p:spPr>
          <a:xfrm xmlns:a="http://schemas.openxmlformats.org/drawingml/2006/main">
            <a:off x="2771775" y="2676525"/>
            <a:ext cx="266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400" b="0">
                <a:solidFill>
                  <a:srgbClr val="146BA4"/>
                </a:solidFill>
                <a:latin typeface="Arial"/>
                <a:ea typeface="Arial"/>
                <a:cs typeface="Arial"/>
              </a:defRPr>
            </a:defPPr>
          </a:lstStyle>
          <a:p xmlns:a="http://schemas.openxmlformats.org/drawingml/2006/main">
            <a:pPr algn="ctr">
              <a:defRPr sz="2400" b="0">
                <a:solidFill>
                  <a:srgbClr val="146BA4"/>
                </a:solidFill>
                <a:latin typeface="Arial"/>
                <a:ea typeface="Arial"/>
                <a:cs typeface="Arial"/>
              </a:defRPr>
            </a:pPr>
            <a:r>
              <a:rPr sz="2400" b="0">
                <a:solidFill>
                  <a:srgbClr val="146BA4"/>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0D55976D-8290-4A0C-A866-DFDB66481E00}"/>
              </a:ext>
            </a:extLst>
          </p:cNvPr>
          <p:cNvSpPr>
            <a:spLocks xmlns:a="http://schemas.openxmlformats.org/drawingml/2006/main" noGrp="1"/>
          </p:cNvSpPr>
          <p:nvPr/>
        </p:nvSpPr>
        <p:spPr>
          <a:xfrm xmlns:a="http://schemas.openxmlformats.org/drawingml/2006/main">
            <a:off x="2571750" y="1666875"/>
            <a:ext cx="9525" cy="523875"/>
          </a:xfrm>
          <a:custGeom xmlns:a="http://schemas.openxmlformats.org/drawingml/2006/main">
            <a:pathLst>
              <a:path w="9525" h="523875">
                <a:moveTo>
                  <a:pt x="0" y="0"/>
                </a:moveTo>
                <a:lnTo>
                  <a:pt x="0" y="523875"/>
                </a:lnTo>
              </a:path>
            </a:pathLst>
          </a:custGeom>
          <a:noFill xmlns:a="http://schemas.openxmlformats.org/drawingml/2006/main"/>
          <a:ln xmlns:a="http://schemas.openxmlformats.org/drawingml/2006/main" w="28575">
            <a:solidFill>
              <a:srgbClr val="146BA4"/>
            </a:solidFill>
          </a:ln>
        </p:spPr>
      </p:sp>
      <p:sp>
        <p:nvSpPr>
          <p:cNvPr id="13" name="">
            <a:extLst xmlns:a="http://schemas.openxmlformats.org/drawingml/2006/main">
              <a:ext uri="{FF2B5EF4-FFF2-40B4-BE49-F238E27FC236}">
                <a16:creationId xmlns:a16="http://schemas.microsoft.com/office/drawing/2014/main" id="{07FDB45B-345A-4A2A-BA14-70D0EB93CC19}"/>
              </a:ext>
            </a:extLst>
          </p:cNvPr>
          <p:cNvSpPr>
            <a:spLocks xmlns:a="http://schemas.openxmlformats.org/drawingml/2006/main" noGrp="1"/>
          </p:cNvSpPr>
          <p:nvPr/>
        </p:nvSpPr>
        <p:spPr>
          <a:xfrm xmlns:a="http://schemas.openxmlformats.org/drawingml/2006/main">
            <a:off x="2526176" y="2096406"/>
            <a:ext cx="91147" cy="94344"/>
          </a:xfrm>
          <a:custGeom xmlns:a="http://schemas.openxmlformats.org/drawingml/2006/main">
            <a:pathLst>
              <a:path w="91147" h="94344">
                <a:moveTo>
                  <a:pt x="0" y="0"/>
                </a:moveTo>
                <a:lnTo>
                  <a:pt x="45574" y="94344"/>
                </a:lnTo>
                <a:lnTo>
                  <a:pt x="91147" y="0"/>
                </a:lnTo>
              </a:path>
            </a:pathLst>
          </a:custGeom>
          <a:noFill xmlns:a="http://schemas.openxmlformats.org/drawingml/2006/main"/>
          <a:ln xmlns:a="http://schemas.openxmlformats.org/drawingml/2006/main" w="28575">
            <a:solidFill>
              <a:srgbClr val="146BA4"/>
            </a:solidFill>
          </a:ln>
        </p:spPr>
      </p:sp>
      <p:sp>
        <p:nvSpPr>
          <p:cNvPr id="14" name="">
            <a:extLst xmlns:a="http://schemas.openxmlformats.org/drawingml/2006/main">
              <a:ext uri="{FF2B5EF4-FFF2-40B4-BE49-F238E27FC236}">
                <a16:creationId xmlns:a16="http://schemas.microsoft.com/office/drawing/2014/main" id="{FA6A00B3-3C2A-4163-B9A8-5440AEC2D80F}"/>
              </a:ext>
            </a:extLst>
          </p:cNvPr>
          <p:cNvSpPr>
            <a:spLocks xmlns:a="http://schemas.openxmlformats.org/drawingml/2006/main" noGrp="1"/>
          </p:cNvSpPr>
          <p:nvPr/>
        </p:nvSpPr>
        <p:spPr>
          <a:xfrm xmlns:a="http://schemas.openxmlformats.org/drawingml/2006/main">
            <a:off x="4000500" y="2857500"/>
            <a:ext cx="476250" cy="9525"/>
          </a:xfrm>
          <a:custGeom xmlns:a="http://schemas.openxmlformats.org/drawingml/2006/main">
            <a:pathLst>
              <a:path w="476250" h="9525">
                <a:moveTo>
                  <a:pt x="0" y="0"/>
                </a:moveTo>
                <a:lnTo>
                  <a:pt x="476250" y="0"/>
                </a:lnTo>
              </a:path>
            </a:pathLst>
          </a:custGeom>
          <a:noFill xmlns:a="http://schemas.openxmlformats.org/drawingml/2006/main"/>
          <a:ln xmlns:a="http://schemas.openxmlformats.org/drawingml/2006/main" w="28575">
            <a:solidFill>
              <a:srgbClr val="142C40"/>
            </a:solidFill>
          </a:ln>
        </p:spPr>
      </p:sp>
      <p:sp>
        <p:nvSpPr>
          <p:cNvPr id="15" name="">
            <a:extLst xmlns:a="http://schemas.openxmlformats.org/drawingml/2006/main">
              <a:ext uri="{FF2B5EF4-FFF2-40B4-BE49-F238E27FC236}">
                <a16:creationId xmlns:a16="http://schemas.microsoft.com/office/drawing/2014/main" id="{02C05E11-58A3-4709-B336-E98B2E5BCFC5}"/>
              </a:ext>
            </a:extLst>
          </p:cNvPr>
          <p:cNvSpPr>
            <a:spLocks xmlns:a="http://schemas.openxmlformats.org/drawingml/2006/main" noGrp="1"/>
          </p:cNvSpPr>
          <p:nvPr/>
        </p:nvSpPr>
        <p:spPr>
          <a:xfrm xmlns:a="http://schemas.openxmlformats.org/drawingml/2006/main">
            <a:off x="4476750" y="2476500"/>
            <a:ext cx="762000" cy="381000"/>
          </a:xfrm>
          <a:custGeom xmlns:a="http://schemas.openxmlformats.org/drawingml/2006/main">
            <a:pathLst>
              <a:path w="762000" h="381000">
                <a:moveTo>
                  <a:pt x="0" y="381000"/>
                </a:moveTo>
                <a:lnTo>
                  <a:pt x="142875" y="381000"/>
                </a:lnTo>
                <a:lnTo>
                  <a:pt x="142875" y="0"/>
                </a:lnTo>
                <a:lnTo>
                  <a:pt x="381000" y="0"/>
                </a:lnTo>
                <a:lnTo>
                  <a:pt x="381000" y="381000"/>
                </a:lnTo>
                <a:lnTo>
                  <a:pt x="762000" y="381000"/>
                </a:lnTo>
              </a:path>
            </a:pathLst>
          </a:custGeom>
          <a:noFill xmlns:a="http://schemas.openxmlformats.org/drawingml/2006/main"/>
          <a:ln xmlns:a="http://schemas.openxmlformats.org/drawingml/2006/main" w="38100">
            <a:solidFill>
              <a:srgbClr val="146BA4"/>
            </a:solidFill>
          </a:ln>
        </p:spPr>
      </p:sp>
      <p:sp>
        <p:nvSpPr>
          <p:cNvPr id="16" name="">
            <a:extLst xmlns:a="http://schemas.openxmlformats.org/drawingml/2006/main">
              <a:ext uri="{FF2B5EF4-FFF2-40B4-BE49-F238E27FC236}">
                <a16:creationId xmlns:a16="http://schemas.microsoft.com/office/drawing/2014/main" id="{A21028F4-4F2A-4165-80C7-646A48B568A2}"/>
              </a:ext>
            </a:extLst>
          </p:cNvPr>
          <p:cNvSpPr>
            <a:spLocks xmlns:a="http://schemas.openxmlformats.org/drawingml/2006/main" noGrp="1"/>
          </p:cNvSpPr>
          <p:nvPr/>
        </p:nvSpPr>
        <p:spPr>
          <a:xfrm xmlns:a="http://schemas.openxmlformats.org/drawingml/2006/main">
            <a:off x="7143750" y="2286000"/>
            <a:ext cx="2857500" cy="1238250"/>
          </a:xfrm>
          <a:prstGeom xmlns:a="http://schemas.openxmlformats.org/drawingml/2006/main" prst="rect">
            <a:avLst/>
          </a:prstGeom>
          <a:solidFill xmlns:a="http://schemas.openxmlformats.org/drawingml/2006/main">
            <a:srgbClr val="E4EFF6"/>
          </a:solidFill>
          <a:ln xmlns:a="http://schemas.openxmlformats.org/drawingml/2006/main" w="19050">
            <a:solidFill>
              <a:srgbClr val="146BA4"/>
            </a:solidFill>
          </a:ln>
        </p:spPr>
      </p:sp>
      <p:sp>
        <p:nvSpPr>
          <p:cNvPr id="17" name="">
            <a:extLst xmlns:a="http://schemas.openxmlformats.org/drawingml/2006/main">
              <a:ext uri="{FF2B5EF4-FFF2-40B4-BE49-F238E27FC236}">
                <a16:creationId xmlns:a16="http://schemas.microsoft.com/office/drawing/2014/main" id="{EC1FB2F6-DA43-4A37-88BA-59E8C29E87EC}"/>
              </a:ext>
            </a:extLst>
          </p:cNvPr>
          <p:cNvSpPr>
            <a:spLocks xmlns:a="http://schemas.openxmlformats.org/drawingml/2006/main" noGrp="1"/>
          </p:cNvSpPr>
          <p:nvPr/>
        </p:nvSpPr>
        <p:spPr>
          <a:xfrm xmlns:a="http://schemas.openxmlformats.org/drawingml/2006/main">
            <a:off x="8239125" y="2714625"/>
            <a:ext cx="285750" cy="285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46BA4"/>
            </a:solidFill>
          </a:ln>
        </p:spPr>
      </p:sp>
      <p:sp>
        <p:nvSpPr>
          <p:cNvPr id="18" name="">
            <a:extLst xmlns:a="http://schemas.openxmlformats.org/drawingml/2006/main">
              <a:ext uri="{FF2B5EF4-FFF2-40B4-BE49-F238E27FC236}">
                <a16:creationId xmlns:a16="http://schemas.microsoft.com/office/drawing/2014/main" id="{B00821FA-3B62-4666-B304-EE99ADD1F4E7}"/>
              </a:ext>
            </a:extLst>
          </p:cNvPr>
          <p:cNvSpPr>
            <a:spLocks xmlns:a="http://schemas.openxmlformats.org/drawingml/2006/main" noGrp="1"/>
          </p:cNvSpPr>
          <p:nvPr/>
        </p:nvSpPr>
        <p:spPr>
          <a:xfrm xmlns:a="http://schemas.openxmlformats.org/drawingml/2006/main">
            <a:off x="8248650" y="2676525"/>
            <a:ext cx="266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400" b="0">
                <a:solidFill>
                  <a:srgbClr val="146BA4"/>
                </a:solidFill>
                <a:latin typeface="Arial"/>
                <a:ea typeface="Arial"/>
                <a:cs typeface="Arial"/>
              </a:defRPr>
            </a:defPPr>
          </a:lstStyle>
          <a:p xmlns:a="http://schemas.openxmlformats.org/drawingml/2006/main">
            <a:pPr algn="ctr">
              <a:defRPr sz="2400" b="0">
                <a:solidFill>
                  <a:srgbClr val="146BA4"/>
                </a:solidFill>
                <a:latin typeface="Arial"/>
                <a:ea typeface="Arial"/>
                <a:cs typeface="Arial"/>
              </a:defRPr>
            </a:pPr>
            <a:r>
              <a:rPr sz="2400" b="0">
                <a:solidFill>
                  <a:srgbClr val="146BA4"/>
                </a:solidFill>
                <a:latin typeface="Arial"/>
                <a:ea typeface="Arial"/>
                <a:cs typeface="Arial"/>
              </a:rPr>
              <a:t>+</a:t>
            </a:r>
          </a:p>
        </p:txBody>
      </p:sp>
      <p:sp>
        <p:nvSpPr>
          <p:cNvPr id="19" name="">
            <a:extLst xmlns:a="http://schemas.openxmlformats.org/drawingml/2006/main">
              <a:ext uri="{FF2B5EF4-FFF2-40B4-BE49-F238E27FC236}">
                <a16:creationId xmlns:a16="http://schemas.microsoft.com/office/drawing/2014/main" id="{60D46A78-CB1C-45A9-BE6D-EE4429AF00EE}"/>
              </a:ext>
            </a:extLst>
          </p:cNvPr>
          <p:cNvSpPr>
            <a:spLocks xmlns:a="http://schemas.openxmlformats.org/drawingml/2006/main" noGrp="1"/>
          </p:cNvSpPr>
          <p:nvPr/>
        </p:nvSpPr>
        <p:spPr>
          <a:xfrm xmlns:a="http://schemas.openxmlformats.org/drawingml/2006/main">
            <a:off x="8763000" y="2714625"/>
            <a:ext cx="285750" cy="285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46BA4"/>
            </a:solidFill>
          </a:ln>
        </p:spPr>
      </p:sp>
      <p:sp>
        <p:nvSpPr>
          <p:cNvPr id="20" name="">
            <a:extLst xmlns:a="http://schemas.openxmlformats.org/drawingml/2006/main">
              <a:ext uri="{FF2B5EF4-FFF2-40B4-BE49-F238E27FC236}">
                <a16:creationId xmlns:a16="http://schemas.microsoft.com/office/drawing/2014/main" id="{4433D2A5-EE6F-4F80-8987-E5AE700DE2BC}"/>
              </a:ext>
            </a:extLst>
          </p:cNvPr>
          <p:cNvSpPr>
            <a:spLocks xmlns:a="http://schemas.openxmlformats.org/drawingml/2006/main" noGrp="1"/>
          </p:cNvSpPr>
          <p:nvPr/>
        </p:nvSpPr>
        <p:spPr>
          <a:xfrm xmlns:a="http://schemas.openxmlformats.org/drawingml/2006/main">
            <a:off x="8772525" y="2676525"/>
            <a:ext cx="266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2400" b="0">
                <a:solidFill>
                  <a:srgbClr val="146BA4"/>
                </a:solidFill>
                <a:latin typeface="Arial"/>
                <a:ea typeface="Arial"/>
                <a:cs typeface="Arial"/>
              </a:defRPr>
            </a:defPPr>
          </a:lstStyle>
          <a:p xmlns:a="http://schemas.openxmlformats.org/drawingml/2006/main">
            <a:pPr algn="ctr">
              <a:defRPr sz="2400" b="0">
                <a:solidFill>
                  <a:srgbClr val="146BA4"/>
                </a:solidFill>
                <a:latin typeface="Arial"/>
                <a:ea typeface="Arial"/>
                <a:cs typeface="Arial"/>
              </a:defRPr>
            </a:pPr>
            <a:r>
              <a:rPr sz="2400" b="0">
                <a:solidFill>
                  <a:srgbClr val="146BA4"/>
                </a:solidFill>
                <a:latin typeface="Arial"/>
                <a:ea typeface="Arial"/>
                <a:cs typeface="Arial"/>
              </a:rPr>
              <a:t>−</a:t>
            </a:r>
          </a:p>
        </p:txBody>
      </p:sp>
      <p:sp>
        <p:nvSpPr>
          <p:cNvPr id="21" name="">
            <a:extLst xmlns:a="http://schemas.openxmlformats.org/drawingml/2006/main">
              <a:ext uri="{FF2B5EF4-FFF2-40B4-BE49-F238E27FC236}">
                <a16:creationId xmlns:a16="http://schemas.microsoft.com/office/drawing/2014/main" id="{96DD09B3-AF56-4CA2-A906-4CF3437853C6}"/>
              </a:ext>
            </a:extLst>
          </p:cNvPr>
          <p:cNvSpPr>
            <a:spLocks xmlns:a="http://schemas.openxmlformats.org/drawingml/2006/main" noGrp="1"/>
          </p:cNvSpPr>
          <p:nvPr/>
        </p:nvSpPr>
        <p:spPr>
          <a:xfrm xmlns:a="http://schemas.openxmlformats.org/drawingml/2006/main">
            <a:off x="8572500" y="1666875"/>
            <a:ext cx="9525" cy="523875"/>
          </a:xfrm>
          <a:custGeom xmlns:a="http://schemas.openxmlformats.org/drawingml/2006/main">
            <a:pathLst>
              <a:path w="9525" h="523875">
                <a:moveTo>
                  <a:pt x="0" y="0"/>
                </a:moveTo>
                <a:lnTo>
                  <a:pt x="0" y="523875"/>
                </a:lnTo>
              </a:path>
            </a:pathLst>
          </a:custGeom>
          <a:noFill xmlns:a="http://schemas.openxmlformats.org/drawingml/2006/main"/>
          <a:ln xmlns:a="http://schemas.openxmlformats.org/drawingml/2006/main" w="28575">
            <a:solidFill>
              <a:srgbClr val="146BA4"/>
            </a:solidFill>
          </a:ln>
        </p:spPr>
      </p:sp>
      <p:sp>
        <p:nvSpPr>
          <p:cNvPr id="22" name="">
            <a:extLst xmlns:a="http://schemas.openxmlformats.org/drawingml/2006/main">
              <a:ext uri="{FF2B5EF4-FFF2-40B4-BE49-F238E27FC236}">
                <a16:creationId xmlns:a16="http://schemas.microsoft.com/office/drawing/2014/main" id="{C08C92CC-8AFA-4DC9-A63E-E6D7A05F2310}"/>
              </a:ext>
            </a:extLst>
          </p:cNvPr>
          <p:cNvSpPr>
            <a:spLocks xmlns:a="http://schemas.openxmlformats.org/drawingml/2006/main" noGrp="1"/>
          </p:cNvSpPr>
          <p:nvPr/>
        </p:nvSpPr>
        <p:spPr>
          <a:xfrm xmlns:a="http://schemas.openxmlformats.org/drawingml/2006/main">
            <a:off x="8526926" y="2096406"/>
            <a:ext cx="91147" cy="94344"/>
          </a:xfrm>
          <a:custGeom xmlns:a="http://schemas.openxmlformats.org/drawingml/2006/main">
            <a:pathLst>
              <a:path w="91147" h="94344">
                <a:moveTo>
                  <a:pt x="0" y="0"/>
                </a:moveTo>
                <a:lnTo>
                  <a:pt x="45574" y="94344"/>
                </a:lnTo>
                <a:lnTo>
                  <a:pt x="91147" y="0"/>
                </a:lnTo>
              </a:path>
            </a:pathLst>
          </a:custGeom>
          <a:noFill xmlns:a="http://schemas.openxmlformats.org/drawingml/2006/main"/>
          <a:ln xmlns:a="http://schemas.openxmlformats.org/drawingml/2006/main" w="28575">
            <a:solidFill>
              <a:srgbClr val="146BA4"/>
            </a:solidFill>
          </a:ln>
        </p:spPr>
      </p:sp>
      <p:sp>
        <p:nvSpPr>
          <p:cNvPr id="23" name="">
            <a:extLst xmlns:a="http://schemas.openxmlformats.org/drawingml/2006/main">
              <a:ext uri="{FF2B5EF4-FFF2-40B4-BE49-F238E27FC236}">
                <a16:creationId xmlns:a16="http://schemas.microsoft.com/office/drawing/2014/main" id="{00B04080-DFC5-4536-818C-22449137D3BF}"/>
              </a:ext>
            </a:extLst>
          </p:cNvPr>
          <p:cNvSpPr>
            <a:spLocks xmlns:a="http://schemas.openxmlformats.org/drawingml/2006/main" noGrp="1"/>
          </p:cNvSpPr>
          <p:nvPr/>
        </p:nvSpPr>
        <p:spPr>
          <a:xfrm xmlns:a="http://schemas.openxmlformats.org/drawingml/2006/main">
            <a:off x="10001250" y="2857500"/>
            <a:ext cx="476250" cy="9525"/>
          </a:xfrm>
          <a:custGeom xmlns:a="http://schemas.openxmlformats.org/drawingml/2006/main">
            <a:pathLst>
              <a:path w="476250" h="9525">
                <a:moveTo>
                  <a:pt x="0" y="0"/>
                </a:moveTo>
                <a:lnTo>
                  <a:pt x="476250" y="0"/>
                </a:lnTo>
              </a:path>
            </a:pathLst>
          </a:custGeom>
          <a:noFill xmlns:a="http://schemas.openxmlformats.org/drawingml/2006/main"/>
          <a:ln xmlns:a="http://schemas.openxmlformats.org/drawingml/2006/main" w="28575">
            <a:solidFill>
              <a:srgbClr val="142C40"/>
            </a:solidFill>
          </a:ln>
        </p:spPr>
      </p:sp>
      <p:sp>
        <p:nvSpPr>
          <p:cNvPr id="24" name="">
            <a:extLst xmlns:a="http://schemas.openxmlformats.org/drawingml/2006/main">
              <a:ext uri="{FF2B5EF4-FFF2-40B4-BE49-F238E27FC236}">
                <a16:creationId xmlns:a16="http://schemas.microsoft.com/office/drawing/2014/main" id="{6A8F4DC2-EAB1-4614-903E-57A5801F6BC0}"/>
              </a:ext>
            </a:extLst>
          </p:cNvPr>
          <p:cNvSpPr>
            <a:spLocks xmlns:a="http://schemas.openxmlformats.org/drawingml/2006/main" noGrp="1"/>
          </p:cNvSpPr>
          <p:nvPr/>
        </p:nvSpPr>
        <p:spPr>
          <a:xfrm xmlns:a="http://schemas.openxmlformats.org/drawingml/2006/main">
            <a:off x="10477500" y="2476500"/>
            <a:ext cx="762000" cy="381000"/>
          </a:xfrm>
          <a:custGeom xmlns:a="http://schemas.openxmlformats.org/drawingml/2006/main">
            <a:pathLst>
              <a:path w="762000" h="381000">
                <a:moveTo>
                  <a:pt x="0" y="381000"/>
                </a:moveTo>
                <a:lnTo>
                  <a:pt x="142875" y="381000"/>
                </a:lnTo>
                <a:lnTo>
                  <a:pt x="142875" y="0"/>
                </a:lnTo>
                <a:lnTo>
                  <a:pt x="381000" y="0"/>
                </a:lnTo>
                <a:lnTo>
                  <a:pt x="381000" y="381000"/>
                </a:lnTo>
                <a:lnTo>
                  <a:pt x="762000" y="381000"/>
                </a:lnTo>
              </a:path>
            </a:pathLst>
          </a:custGeom>
          <a:noFill xmlns:a="http://schemas.openxmlformats.org/drawingml/2006/main"/>
          <a:ln xmlns:a="http://schemas.openxmlformats.org/drawingml/2006/main" w="38100">
            <a:solidFill>
              <a:srgbClr val="146BA4"/>
            </a:solidFill>
          </a:ln>
        </p:spPr>
      </p:sp>
      <p:sp>
        <p:nvSpPr>
          <p:cNvPr id="25" name="">
            <a:extLst xmlns:a="http://schemas.openxmlformats.org/drawingml/2006/main">
              <a:ext uri="{FF2B5EF4-FFF2-40B4-BE49-F238E27FC236}">
                <a16:creationId xmlns:a16="http://schemas.microsoft.com/office/drawing/2014/main" id="{D8C11DA1-4496-4123-9C89-D9F693CD6C69}"/>
              </a:ext>
            </a:extLst>
          </p:cNvPr>
          <p:cNvSpPr>
            <a:spLocks xmlns:a="http://schemas.openxmlformats.org/drawingml/2006/main" noGrp="1"/>
          </p:cNvSpPr>
          <p:nvPr/>
        </p:nvSpPr>
        <p:spPr>
          <a:xfrm xmlns:a="http://schemas.openxmlformats.org/drawingml/2006/main">
            <a:off x="1190625" y="3857625"/>
            <a:ext cx="438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700" b="1">
                <a:solidFill>
                  <a:srgbClr val="146BA4"/>
                </a:solidFill>
                <a:latin typeface="Arial"/>
                <a:ea typeface="Arial"/>
                <a:cs typeface="Arial"/>
              </a:defRPr>
            </a:defPPr>
          </a:lstStyle>
          <a:p xmlns:a="http://schemas.openxmlformats.org/drawingml/2006/main">
            <a:pPr algn="l">
              <a:defRPr sz="2700" b="1">
                <a:solidFill>
                  <a:srgbClr val="146BA4"/>
                </a:solidFill>
                <a:latin typeface="Arial"/>
                <a:ea typeface="Arial"/>
                <a:cs typeface="Arial"/>
              </a:defRPr>
            </a:pPr>
            <a:r>
              <a:rPr sz="2700" b="1">
                <a:solidFill>
                  <a:srgbClr val="146BA4"/>
                </a:solidFill>
                <a:latin typeface="Arial"/>
                <a:ea typeface="Arial"/>
                <a:cs typeface="Arial"/>
              </a:rPr>
              <a:t>Señal buscada</a:t>
            </a:r>
          </a:p>
        </p:txBody>
      </p:sp>
      <p:sp>
        <p:nvSpPr>
          <p:cNvPr id="26" name="">
            <a:extLst xmlns:a="http://schemas.openxmlformats.org/drawingml/2006/main">
              <a:ext uri="{FF2B5EF4-FFF2-40B4-BE49-F238E27FC236}">
                <a16:creationId xmlns:a16="http://schemas.microsoft.com/office/drawing/2014/main" id="{59EF434B-49FA-4E85-ABF8-A0641D24019E}"/>
              </a:ext>
            </a:extLst>
          </p:cNvPr>
          <p:cNvSpPr>
            <a:spLocks xmlns:a="http://schemas.openxmlformats.org/drawingml/2006/main" noGrp="1"/>
          </p:cNvSpPr>
          <p:nvPr/>
        </p:nvSpPr>
        <p:spPr>
          <a:xfrm xmlns:a="http://schemas.openxmlformats.org/drawingml/2006/main">
            <a:off x="7143750" y="3857625"/>
            <a:ext cx="447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700" b="1">
                <a:solidFill>
                  <a:srgbClr val="146BA4"/>
                </a:solidFill>
                <a:latin typeface="Arial"/>
                <a:ea typeface="Arial"/>
                <a:cs typeface="Arial"/>
              </a:defRPr>
            </a:defPPr>
          </a:lstStyle>
          <a:p xmlns:a="http://schemas.openxmlformats.org/drawingml/2006/main">
            <a:pPr algn="l">
              <a:defRPr sz="2700" b="1">
                <a:solidFill>
                  <a:srgbClr val="146BA4"/>
                </a:solidFill>
                <a:latin typeface="Arial"/>
                <a:ea typeface="Arial"/>
                <a:cs typeface="Arial"/>
              </a:defRPr>
            </a:pPr>
            <a:r>
              <a:rPr sz="2700" b="1">
                <a:solidFill>
                  <a:srgbClr val="146BA4"/>
                </a:solidFill>
                <a:latin typeface="Arial"/>
                <a:ea typeface="Arial"/>
                <a:cs typeface="Arial"/>
              </a:rPr>
              <a:t>Puede parecer luz</a:t>
            </a:r>
          </a:p>
        </p:txBody>
      </p:sp>
      <p:sp>
        <p:nvSpPr>
          <p:cNvPr id="27" name="">
            <a:extLst xmlns:a="http://schemas.openxmlformats.org/drawingml/2006/main">
              <a:ext uri="{FF2B5EF4-FFF2-40B4-BE49-F238E27FC236}">
                <a16:creationId xmlns:a16="http://schemas.microsoft.com/office/drawing/2014/main" id="{685082CE-3F15-4317-B86F-7774E8D26AF1}"/>
              </a:ext>
            </a:extLst>
          </p:cNvPr>
          <p:cNvSpPr>
            <a:spLocks xmlns:a="http://schemas.openxmlformats.org/drawingml/2006/main" noGrp="1"/>
          </p:cNvSpPr>
          <p:nvPr/>
        </p:nvSpPr>
        <p:spPr>
          <a:xfrm xmlns:a="http://schemas.openxmlformats.org/drawingml/2006/main">
            <a:off x="476250" y="4905375"/>
            <a:ext cx="11239500" cy="9525"/>
          </a:xfrm>
          <a:custGeom xmlns:a="http://schemas.openxmlformats.org/drawingml/2006/main">
            <a:pathLst>
              <a:path w="11239500" h="9525">
                <a:moveTo>
                  <a:pt x="0" y="0"/>
                </a:moveTo>
                <a:lnTo>
                  <a:pt x="11239500" y="0"/>
                </a:lnTo>
              </a:path>
            </a:pathLst>
          </a:custGeom>
          <a:noFill xmlns:a="http://schemas.openxmlformats.org/drawingml/2006/main"/>
          <a:ln xmlns:a="http://schemas.openxmlformats.org/drawingml/2006/main" w="9525">
            <a:solidFill>
              <a:srgbClr val="B9C8D2"/>
            </a:solidFill>
          </a:ln>
        </p:spPr>
      </p:sp>
      <p:sp>
        <p:nvSpPr>
          <p:cNvPr id="28" name="">
            <a:extLst xmlns:a="http://schemas.openxmlformats.org/drawingml/2006/main">
              <a:ext uri="{FF2B5EF4-FFF2-40B4-BE49-F238E27FC236}">
                <a16:creationId xmlns:a16="http://schemas.microsoft.com/office/drawing/2014/main" id="{37BCD54B-56C1-4AF8-9E11-D843231D28F9}"/>
              </a:ext>
            </a:extLst>
          </p:cNvPr>
          <p:cNvSpPr>
            <a:spLocks xmlns:a="http://schemas.openxmlformats.org/drawingml/2006/main" noGrp="1"/>
          </p:cNvSpPr>
          <p:nvPr/>
        </p:nvSpPr>
        <p:spPr>
          <a:xfrm xmlns:a="http://schemas.openxmlformats.org/drawingml/2006/main">
            <a:off x="1905000" y="5524500"/>
            <a:ext cx="666750" cy="9525"/>
          </a:xfrm>
          <a:custGeom xmlns:a="http://schemas.openxmlformats.org/drawingml/2006/main">
            <a:pathLst>
              <a:path w="666750" h="9525">
                <a:moveTo>
                  <a:pt x="0" y="0"/>
                </a:moveTo>
                <a:lnTo>
                  <a:pt x="666750" y="0"/>
                </a:lnTo>
              </a:path>
            </a:pathLst>
          </a:custGeom>
          <a:noFill xmlns:a="http://schemas.openxmlformats.org/drawingml/2006/main"/>
          <a:ln xmlns:a="http://schemas.openxmlformats.org/drawingml/2006/main" w="28575">
            <a:solidFill>
              <a:srgbClr val="142C40"/>
            </a:solidFill>
          </a:ln>
        </p:spPr>
      </p:sp>
      <p:sp>
        <p:nvSpPr>
          <p:cNvPr id="29" name="">
            <a:extLst xmlns:a="http://schemas.openxmlformats.org/drawingml/2006/main">
              <a:ext uri="{FF2B5EF4-FFF2-40B4-BE49-F238E27FC236}">
                <a16:creationId xmlns:a16="http://schemas.microsoft.com/office/drawing/2014/main" id="{DC3E3877-DFEC-470D-8839-2036E236608C}"/>
              </a:ext>
            </a:extLst>
          </p:cNvPr>
          <p:cNvSpPr>
            <a:spLocks xmlns:a="http://schemas.openxmlformats.org/drawingml/2006/main" noGrp="1"/>
          </p:cNvSpPr>
          <p:nvPr/>
        </p:nvSpPr>
        <p:spPr>
          <a:xfrm xmlns:a="http://schemas.openxmlformats.org/drawingml/2006/main">
            <a:off x="2571750" y="5238750"/>
            <a:ext cx="9525" cy="571500"/>
          </a:xfrm>
          <a:custGeom xmlns:a="http://schemas.openxmlformats.org/drawingml/2006/main">
            <a:pathLst>
              <a:path w="9525" h="571500">
                <a:moveTo>
                  <a:pt x="0" y="0"/>
                </a:moveTo>
                <a:lnTo>
                  <a:pt x="0" y="571500"/>
                </a:lnTo>
              </a:path>
            </a:pathLst>
          </a:custGeom>
          <a:noFill xmlns:a="http://schemas.openxmlformats.org/drawingml/2006/main"/>
          <a:ln xmlns:a="http://schemas.openxmlformats.org/drawingml/2006/main" w="28575">
            <a:solidFill>
              <a:srgbClr val="142C40"/>
            </a:solidFill>
          </a:ln>
        </p:spPr>
      </p:sp>
      <p:sp>
        <p:nvSpPr>
          <p:cNvPr id="30" name="">
            <a:extLst xmlns:a="http://schemas.openxmlformats.org/drawingml/2006/main">
              <a:ext uri="{FF2B5EF4-FFF2-40B4-BE49-F238E27FC236}">
                <a16:creationId xmlns:a16="http://schemas.microsoft.com/office/drawing/2014/main" id="{F296CB2C-9F9F-4482-B551-C07EFA646EA1}"/>
              </a:ext>
            </a:extLst>
          </p:cNvPr>
          <p:cNvSpPr>
            <a:spLocks xmlns:a="http://schemas.openxmlformats.org/drawingml/2006/main" noGrp="1"/>
          </p:cNvSpPr>
          <p:nvPr/>
        </p:nvSpPr>
        <p:spPr>
          <a:xfrm xmlns:a="http://schemas.openxmlformats.org/drawingml/2006/main">
            <a:off x="2714625" y="5286375"/>
            <a:ext cx="381000" cy="476250"/>
          </a:xfrm>
          <a:prstGeom xmlns:a="http://schemas.openxmlformats.org/drawingml/2006/main" prst="rect">
            <a:avLst/>
          </a:prstGeom>
          <a:noFill xmlns:a="http://schemas.openxmlformats.org/drawingml/2006/main"/>
          <a:ln xmlns:a="http://schemas.openxmlformats.org/drawingml/2006/main" w="19050">
            <a:solidFill>
              <a:srgbClr val="142C40"/>
            </a:solidFill>
          </a:ln>
        </p:spPr>
      </p:sp>
      <p:sp>
        <p:nvSpPr>
          <p:cNvPr id="31" name="">
            <a:extLst xmlns:a="http://schemas.openxmlformats.org/drawingml/2006/main">
              <a:ext uri="{FF2B5EF4-FFF2-40B4-BE49-F238E27FC236}">
                <a16:creationId xmlns:a16="http://schemas.microsoft.com/office/drawing/2014/main" id="{AED13748-573A-4E82-BFA0-D464AE5CFB3F}"/>
              </a:ext>
            </a:extLst>
          </p:cNvPr>
          <p:cNvSpPr>
            <a:spLocks xmlns:a="http://schemas.openxmlformats.org/drawingml/2006/main" noGrp="1"/>
          </p:cNvSpPr>
          <p:nvPr/>
        </p:nvSpPr>
        <p:spPr>
          <a:xfrm xmlns:a="http://schemas.openxmlformats.org/drawingml/2006/main">
            <a:off x="3238500" y="5238750"/>
            <a:ext cx="9525" cy="571500"/>
          </a:xfrm>
          <a:custGeom xmlns:a="http://schemas.openxmlformats.org/drawingml/2006/main">
            <a:pathLst>
              <a:path w="9525" h="571500">
                <a:moveTo>
                  <a:pt x="0" y="0"/>
                </a:moveTo>
                <a:lnTo>
                  <a:pt x="0" y="571500"/>
                </a:lnTo>
              </a:path>
            </a:pathLst>
          </a:custGeom>
          <a:noFill xmlns:a="http://schemas.openxmlformats.org/drawingml/2006/main"/>
          <a:ln xmlns:a="http://schemas.openxmlformats.org/drawingml/2006/main" w="28575">
            <a:solidFill>
              <a:srgbClr val="142C40"/>
            </a:solidFill>
          </a:ln>
        </p:spPr>
      </p:sp>
      <p:sp>
        <p:nvSpPr>
          <p:cNvPr id="32" name="">
            <a:extLst xmlns:a="http://schemas.openxmlformats.org/drawingml/2006/main">
              <a:ext uri="{FF2B5EF4-FFF2-40B4-BE49-F238E27FC236}">
                <a16:creationId xmlns:a16="http://schemas.microsoft.com/office/drawing/2014/main" id="{4F40074B-7692-464B-A848-E22CFF4AA034}"/>
              </a:ext>
            </a:extLst>
          </p:cNvPr>
          <p:cNvSpPr>
            <a:spLocks xmlns:a="http://schemas.openxmlformats.org/drawingml/2006/main" noGrp="1"/>
          </p:cNvSpPr>
          <p:nvPr/>
        </p:nvSpPr>
        <p:spPr>
          <a:xfrm xmlns:a="http://schemas.openxmlformats.org/drawingml/2006/main">
            <a:off x="3238500" y="5524500"/>
            <a:ext cx="762000" cy="9525"/>
          </a:xfrm>
          <a:custGeom xmlns:a="http://schemas.openxmlformats.org/drawingml/2006/main">
            <a:pathLst>
              <a:path w="762000" h="9525">
                <a:moveTo>
                  <a:pt x="0" y="0"/>
                </a:moveTo>
                <a:lnTo>
                  <a:pt x="762000" y="0"/>
                </a:lnTo>
              </a:path>
            </a:pathLst>
          </a:custGeom>
          <a:noFill xmlns:a="http://schemas.openxmlformats.org/drawingml/2006/main"/>
          <a:ln xmlns:a="http://schemas.openxmlformats.org/drawingml/2006/main" w="28575">
            <a:solidFill>
              <a:srgbClr val="142C40"/>
            </a:solidFill>
          </a:ln>
        </p:spPr>
      </p:sp>
      <p:sp>
        <p:nvSpPr>
          <p:cNvPr id="33" name="">
            <a:extLst xmlns:a="http://schemas.openxmlformats.org/drawingml/2006/main">
              <a:ext uri="{FF2B5EF4-FFF2-40B4-BE49-F238E27FC236}">
                <a16:creationId xmlns:a16="http://schemas.microsoft.com/office/drawing/2014/main" id="{F91CDA1E-D439-439F-9501-C01CE6308975}"/>
              </a:ext>
            </a:extLst>
          </p:cNvPr>
          <p:cNvSpPr>
            <a:spLocks xmlns:a="http://schemas.openxmlformats.org/drawingml/2006/main" noGrp="1"/>
          </p:cNvSpPr>
          <p:nvPr/>
        </p:nvSpPr>
        <p:spPr>
          <a:xfrm xmlns:a="http://schemas.openxmlformats.org/drawingml/2006/main">
            <a:off x="476250" y="5286375"/>
            <a:ext cx="152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142C40"/>
                </a:solidFill>
                <a:latin typeface="Arial"/>
                <a:ea typeface="Arial"/>
                <a:cs typeface="Arial"/>
              </a:defRPr>
            </a:defPPr>
          </a:lstStyle>
          <a:p xmlns:a="http://schemas.openxmlformats.org/drawingml/2006/main">
            <a:pPr algn="l">
              <a:defRPr sz="2400" b="0">
                <a:solidFill>
                  <a:srgbClr val="142C40"/>
                </a:solidFill>
                <a:latin typeface="Arial"/>
                <a:ea typeface="Arial"/>
                <a:cs typeface="Arial"/>
              </a:defRPr>
            </a:pPr>
            <a:r>
              <a:rPr sz="2400" b="0">
                <a:solidFill>
                  <a:srgbClr val="142C40"/>
                </a:solidFill>
                <a:latin typeface="Arial"/>
                <a:ea typeface="Arial"/>
                <a:cs typeface="Arial"/>
              </a:rPr>
              <a:t>Cuarzo</a:t>
            </a:r>
          </a:p>
        </p:txBody>
      </p:sp>
      <p:sp>
        <p:nvSpPr>
          <p:cNvPr id="34" name="">
            <a:extLst xmlns:a="http://schemas.openxmlformats.org/drawingml/2006/main">
              <a:ext uri="{FF2B5EF4-FFF2-40B4-BE49-F238E27FC236}">
                <a16:creationId xmlns:a16="http://schemas.microsoft.com/office/drawing/2014/main" id="{52DBE099-CFB8-4FF8-AABD-ED87E3844DCC}"/>
              </a:ext>
            </a:extLst>
          </p:cNvPr>
          <p:cNvSpPr>
            <a:spLocks xmlns:a="http://schemas.openxmlformats.org/drawingml/2006/main" noGrp="1"/>
          </p:cNvSpPr>
          <p:nvPr/>
        </p:nvSpPr>
        <p:spPr>
          <a:xfrm xmlns:a="http://schemas.openxmlformats.org/drawingml/2006/main">
            <a:off x="4191000" y="5524500"/>
            <a:ext cx="952500" cy="9525"/>
          </a:xfrm>
          <a:custGeom xmlns:a="http://schemas.openxmlformats.org/drawingml/2006/main">
            <a:pathLst>
              <a:path w="952500" h="9525">
                <a:moveTo>
                  <a:pt x="0" y="0"/>
                </a:moveTo>
                <a:lnTo>
                  <a:pt x="952500" y="0"/>
                </a:lnTo>
              </a:path>
            </a:pathLst>
          </a:custGeom>
          <a:noFill xmlns:a="http://schemas.openxmlformats.org/drawingml/2006/main"/>
          <a:ln xmlns:a="http://schemas.openxmlformats.org/drawingml/2006/main" w="28575">
            <a:solidFill>
              <a:srgbClr val="146BA4"/>
            </a:solidFill>
          </a:ln>
        </p:spPr>
      </p:sp>
      <p:sp>
        <p:nvSpPr>
          <p:cNvPr id="35" name="">
            <a:extLst xmlns:a="http://schemas.openxmlformats.org/drawingml/2006/main">
              <a:ext uri="{FF2B5EF4-FFF2-40B4-BE49-F238E27FC236}">
                <a16:creationId xmlns:a16="http://schemas.microsoft.com/office/drawing/2014/main" id="{223D027C-3288-4682-BCE9-4F05B893E5A7}"/>
              </a:ext>
            </a:extLst>
          </p:cNvPr>
          <p:cNvSpPr>
            <a:spLocks xmlns:a="http://schemas.openxmlformats.org/drawingml/2006/main" noGrp="1"/>
          </p:cNvSpPr>
          <p:nvPr/>
        </p:nvSpPr>
        <p:spPr>
          <a:xfrm xmlns:a="http://schemas.openxmlformats.org/drawingml/2006/main">
            <a:off x="5049156" y="5478926"/>
            <a:ext cx="94344" cy="91147"/>
          </a:xfrm>
          <a:custGeom xmlns:a="http://schemas.openxmlformats.org/drawingml/2006/main">
            <a:pathLst>
              <a:path w="94344" h="91147">
                <a:moveTo>
                  <a:pt x="0" y="91147"/>
                </a:moveTo>
                <a:lnTo>
                  <a:pt x="94344" y="45574"/>
                </a:lnTo>
                <a:lnTo>
                  <a:pt x="0" y="0"/>
                </a:lnTo>
              </a:path>
            </a:pathLst>
          </a:custGeom>
          <a:noFill xmlns:a="http://schemas.openxmlformats.org/drawingml/2006/main"/>
          <a:ln xmlns:a="http://schemas.openxmlformats.org/drawingml/2006/main" w="28575">
            <a:solidFill>
              <a:srgbClr val="146BA4"/>
            </a:solidFill>
          </a:ln>
        </p:spPr>
      </p:sp>
      <p:sp>
        <p:nvSpPr>
          <p:cNvPr id="36" name="">
            <a:extLst xmlns:a="http://schemas.openxmlformats.org/drawingml/2006/main">
              <a:ext uri="{FF2B5EF4-FFF2-40B4-BE49-F238E27FC236}">
                <a16:creationId xmlns:a16="http://schemas.microsoft.com/office/drawing/2014/main" id="{14E92034-F4C7-4C8A-88F8-C7FC1D9C8D1D}"/>
              </a:ext>
            </a:extLst>
          </p:cNvPr>
          <p:cNvSpPr>
            <a:spLocks xmlns:a="http://schemas.openxmlformats.org/drawingml/2006/main" noGrp="1"/>
          </p:cNvSpPr>
          <p:nvPr/>
        </p:nvSpPr>
        <p:spPr>
          <a:xfrm xmlns:a="http://schemas.openxmlformats.org/drawingml/2006/main">
            <a:off x="5429250" y="5286375"/>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6BA4"/>
                </a:solidFill>
                <a:latin typeface="Arial"/>
                <a:ea typeface="Arial"/>
                <a:cs typeface="Arial"/>
              </a:defRPr>
            </a:defPPr>
          </a:lstStyle>
          <a:p xmlns:a="http://schemas.openxmlformats.org/drawingml/2006/main">
            <a:pPr algn="l">
              <a:defRPr sz="2400" b="1">
                <a:solidFill>
                  <a:srgbClr val="146BA4"/>
                </a:solidFill>
                <a:latin typeface="Arial"/>
                <a:ea typeface="Arial"/>
                <a:cs typeface="Arial"/>
              </a:defRPr>
            </a:pPr>
            <a:r>
              <a:rPr sz="2400" b="1">
                <a:solidFill>
                  <a:srgbClr val="146BA4"/>
                </a:solidFill>
                <a:latin typeface="Arial"/>
                <a:ea typeface="Arial"/>
                <a:cs typeface="Arial"/>
              </a:rPr>
              <a:t>Referencia del reloj</a:t>
            </a:r>
          </a:p>
        </p:txBody>
      </p:sp>
    </p:spTree>
    <p:extLst>
      <p:ext uri="{BB962C8B-B14F-4D97-AF65-F5344CB8AC3E}">
        <p14:creationId xmlns:p14="http://schemas.microsoft.com/office/powerpoint/2010/main" val="13817017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3" name="">
            <a:extLst xmlns:a="http://schemas.openxmlformats.org/drawingml/2006/main">
              <a:ext uri="{FF2B5EF4-FFF2-40B4-BE49-F238E27FC236}">
                <a16:creationId xmlns:a16="http://schemas.microsoft.com/office/drawing/2014/main" id="{8E2189AA-428E-4269-BA7F-CA0282EE9B56}"/>
              </a:ext>
            </a:extLst>
          </p:cNvPr>
          <p:cNvSpPr>
            <a:spLocks xmlns:a="http://schemas.openxmlformats.org/drawingml/2006/main" noGrp="1"/>
          </p:cNvSpPr>
          <p:nvPr/>
        </p:nvSpPr>
        <p:spPr>
          <a:xfrm xmlns:a="http://schemas.openxmlformats.org/drawingml/2006/main">
            <a:off x="457200" y="266700"/>
            <a:ext cx="11239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3300" b="1">
                <a:solidFill>
                  <a:srgbClr val="142C40"/>
                </a:solidFill>
                <a:latin typeface="Arial"/>
                <a:ea typeface="Arial"/>
                <a:cs typeface="Arial"/>
              </a:defRPr>
            </a:defPPr>
          </a:lstStyle>
          <a:p xmlns:a="http://schemas.openxmlformats.org/drawingml/2006/main">
            <a:pPr algn="l">
              <a:defRPr sz="3300" b="1">
                <a:solidFill>
                  <a:srgbClr val="142C40"/>
                </a:solidFill>
                <a:latin typeface="Arial"/>
                <a:ea typeface="Arial"/>
                <a:cs typeface="Arial"/>
              </a:defRPr>
            </a:pPr>
            <a:r>
              <a:rPr sz="3300" b="1">
                <a:solidFill>
                  <a:srgbClr val="142C40"/>
                </a:solidFill>
                <a:latin typeface="Arial"/>
                <a:ea typeface="Arial"/>
                <a:cs typeface="Arial"/>
              </a:rPr>
              <a:t>Un pulso breve, una orden persistente</a:t>
            </a:r>
          </a:p>
        </p:txBody>
      </p:sp>
      <p:sp>
        <p:nvSpPr>
          <p:cNvPr id="2" name="">
            <a:extLst xmlns:a="http://schemas.openxmlformats.org/drawingml/2006/main">
              <a:ext uri="{FF2B5EF4-FFF2-40B4-BE49-F238E27FC236}">
                <a16:creationId xmlns:a16="http://schemas.microsoft.com/office/drawing/2014/main" id="{DC8B7DFE-00A7-4974-8144-60F3A101CF86}"/>
              </a:ext>
            </a:extLst>
          </p:cNvPr>
          <p:cNvSpPr>
            <a:spLocks xmlns:a="http://schemas.openxmlformats.org/drawingml/2006/main" noGrp="1"/>
          </p:cNvSpPr>
          <p:nvPr/>
        </p:nvSpPr>
        <p:spPr>
          <a:xfrm xmlns:a="http://schemas.openxmlformats.org/drawingml/2006/main">
            <a:off x="457200" y="6096000"/>
            <a:ext cx="11258550" cy="9525"/>
          </a:xfrm>
          <a:custGeom xmlns:a="http://schemas.openxmlformats.org/drawingml/2006/main">
            <a:pathLst>
              <a:path w="11258550" h="9525">
                <a:moveTo>
                  <a:pt x="0" y="0"/>
                </a:moveTo>
                <a:lnTo>
                  <a:pt x="11258550" y="0"/>
                </a:lnTo>
              </a:path>
            </a:pathLst>
          </a:custGeom>
          <a:noFill xmlns:a="http://schemas.openxmlformats.org/drawingml/2006/main"/>
          <a:ln xmlns:a="http://schemas.openxmlformats.org/drawingml/2006/main" w="9525">
            <a:solidFill>
              <a:srgbClr val="B9C8D2"/>
            </a:solidFill>
          </a:ln>
        </p:spPr>
      </p:sp>
      <p:sp>
        <p:nvSpPr>
          <p:cNvPr id="3" name="">
            <a:extLst xmlns:a="http://schemas.openxmlformats.org/drawingml/2006/main">
              <a:ext uri="{FF2B5EF4-FFF2-40B4-BE49-F238E27FC236}">
                <a16:creationId xmlns:a16="http://schemas.microsoft.com/office/drawing/2014/main" id="{5757F002-4CE9-42FF-8AA9-09D60D15E755}"/>
              </a:ext>
            </a:extLst>
          </p:cNvPr>
          <p:cNvSpPr>
            <a:spLocks xmlns:a="http://schemas.openxmlformats.org/drawingml/2006/main" noGrp="1"/>
          </p:cNvSpPr>
          <p:nvPr/>
        </p:nvSpPr>
        <p:spPr>
          <a:xfrm xmlns:a="http://schemas.openxmlformats.org/drawingml/2006/main">
            <a:off x="457200" y="627697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6C7F8C"/>
                </a:solidFill>
                <a:latin typeface="Arial"/>
                <a:ea typeface="Arial"/>
                <a:cs typeface="Arial"/>
              </a:defRPr>
            </a:defPPr>
          </a:lstStyle>
          <a:p xmlns:a="http://schemas.openxmlformats.org/drawingml/2006/main">
            <a:pPr algn="l">
              <a:defRPr sz="2400" b="0">
                <a:solidFill>
                  <a:srgbClr val="6C7F8C"/>
                </a:solidFill>
                <a:latin typeface="Arial"/>
                <a:ea typeface="Arial"/>
                <a:cs typeface="Arial"/>
              </a:defRPr>
            </a:pPr>
            <a:r>
              <a:rPr sz="2400" b="0">
                <a:solidFill>
                  <a:srgbClr val="6C7F8C"/>
                </a:solidFill>
                <a:latin typeface="Arial"/>
                <a:ea typeface="Arial"/>
                <a:cs typeface="Arial"/>
              </a:rPr>
              <a:t>Modelo conceptual · S35</a:t>
            </a:r>
          </a:p>
        </p:txBody>
      </p:sp>
      <p:sp>
        <p:nvSpPr>
          <p:cNvPr id="4" name="">
            <a:extLst xmlns:a="http://schemas.openxmlformats.org/drawingml/2006/main">
              <a:ext uri="{FF2B5EF4-FFF2-40B4-BE49-F238E27FC236}">
                <a16:creationId xmlns:a16="http://schemas.microsoft.com/office/drawing/2014/main" id="{C03928FA-158A-4695-97EC-7CEB4ABDDE8A}"/>
              </a:ext>
            </a:extLst>
          </p:cNvPr>
          <p:cNvSpPr>
            <a:spLocks xmlns:a="http://schemas.openxmlformats.org/drawingml/2006/main" noGrp="1"/>
          </p:cNvSpPr>
          <p:nvPr/>
        </p:nvSpPr>
        <p:spPr>
          <a:xfrm xmlns:a="http://schemas.openxmlformats.org/drawingml/2006/main">
            <a:off x="11163300" y="6276975"/>
            <a:ext cx="66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6BA4"/>
                </a:solidFill>
                <a:latin typeface="Arial"/>
                <a:ea typeface="Arial"/>
                <a:cs typeface="Arial"/>
              </a:defRPr>
            </a:defPPr>
          </a:lstStyle>
          <a:p xmlns:a="http://schemas.openxmlformats.org/drawingml/2006/main">
            <a:pPr algn="l">
              <a:defRPr sz="2400" b="1">
                <a:solidFill>
                  <a:srgbClr val="146BA4"/>
                </a:solidFill>
                <a:latin typeface="Arial"/>
                <a:ea typeface="Arial"/>
                <a:cs typeface="Arial"/>
              </a:defRPr>
            </a:pPr>
            <a:r>
              <a:rPr sz="2400" b="1">
                <a:solidFill>
                  <a:srgbClr val="146BA4"/>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F3ACD31A-38C2-4F20-BD22-CA5AC0538BF7}"/>
              </a:ext>
            </a:extLst>
          </p:cNvPr>
          <p:cNvSpPr>
            <a:spLocks xmlns:a="http://schemas.openxmlformats.org/drawingml/2006/main" noGrp="1"/>
          </p:cNvSpPr>
          <p:nvPr/>
        </p:nvSpPr>
        <p:spPr>
          <a:xfrm xmlns:a="http://schemas.openxmlformats.org/drawingml/2006/main">
            <a:off x="952500" y="2571750"/>
            <a:ext cx="9525" cy="238125"/>
          </a:xfrm>
          <a:custGeom xmlns:a="http://schemas.openxmlformats.org/drawingml/2006/main">
            <a:pathLst>
              <a:path w="9525" h="238125">
                <a:moveTo>
                  <a:pt x="0" y="0"/>
                </a:moveTo>
                <a:lnTo>
                  <a:pt x="0" y="238125"/>
                </a:lnTo>
              </a:path>
            </a:pathLst>
          </a:custGeom>
          <a:noFill xmlns:a="http://schemas.openxmlformats.org/drawingml/2006/main"/>
          <a:ln xmlns:a="http://schemas.openxmlformats.org/drawingml/2006/main" w="28575">
            <a:solidFill>
              <a:srgbClr val="142C40"/>
            </a:solidFill>
          </a:ln>
        </p:spPr>
      </p:sp>
      <p:sp>
        <p:nvSpPr>
          <p:cNvPr id="6" name="">
            <a:extLst xmlns:a="http://schemas.openxmlformats.org/drawingml/2006/main">
              <a:ext uri="{FF2B5EF4-FFF2-40B4-BE49-F238E27FC236}">
                <a16:creationId xmlns:a16="http://schemas.microsoft.com/office/drawing/2014/main" id="{CE882226-963E-48CD-9D0B-ED0F072BAD08}"/>
              </a:ext>
            </a:extLst>
          </p:cNvPr>
          <p:cNvSpPr>
            <a:spLocks xmlns:a="http://schemas.openxmlformats.org/drawingml/2006/main" noGrp="1"/>
          </p:cNvSpPr>
          <p:nvPr/>
        </p:nvSpPr>
        <p:spPr>
          <a:xfrm xmlns:a="http://schemas.openxmlformats.org/drawingml/2006/main">
            <a:off x="762000" y="2809875"/>
            <a:ext cx="381000" cy="9525"/>
          </a:xfrm>
          <a:custGeom xmlns:a="http://schemas.openxmlformats.org/drawingml/2006/main">
            <a:pathLst>
              <a:path w="381000" h="9525">
                <a:moveTo>
                  <a:pt x="0" y="0"/>
                </a:moveTo>
                <a:lnTo>
                  <a:pt x="381000" y="0"/>
                </a:lnTo>
              </a:path>
            </a:pathLst>
          </a:custGeom>
          <a:noFill xmlns:a="http://schemas.openxmlformats.org/drawingml/2006/main"/>
          <a:ln xmlns:a="http://schemas.openxmlformats.org/drawingml/2006/main" w="28575">
            <a:solidFill>
              <a:srgbClr val="142C40"/>
            </a:solidFill>
          </a:ln>
        </p:spPr>
      </p:sp>
      <p:sp>
        <p:nvSpPr>
          <p:cNvPr id="7" name="">
            <a:extLst xmlns:a="http://schemas.openxmlformats.org/drawingml/2006/main">
              <a:ext uri="{FF2B5EF4-FFF2-40B4-BE49-F238E27FC236}">
                <a16:creationId xmlns:a16="http://schemas.microsoft.com/office/drawing/2014/main" id="{9C93C420-CAEF-45D5-A4A1-18201C8B3515}"/>
              </a:ext>
            </a:extLst>
          </p:cNvPr>
          <p:cNvSpPr>
            <a:spLocks xmlns:a="http://schemas.openxmlformats.org/drawingml/2006/main" noGrp="1"/>
          </p:cNvSpPr>
          <p:nvPr/>
        </p:nvSpPr>
        <p:spPr>
          <a:xfrm xmlns:a="http://schemas.openxmlformats.org/drawingml/2006/main">
            <a:off x="762000" y="2809875"/>
            <a:ext cx="381000" cy="381000"/>
          </a:xfrm>
          <a:custGeom xmlns:a="http://schemas.openxmlformats.org/drawingml/2006/main">
            <a:pathLst>
              <a:path w="381000" h="381000">
                <a:moveTo>
                  <a:pt x="0" y="381000"/>
                </a:moveTo>
                <a:lnTo>
                  <a:pt x="381000" y="381000"/>
                </a:lnTo>
                <a:lnTo>
                  <a:pt x="190500" y="0"/>
                </a:lnTo>
                <a:close/>
              </a:path>
            </a:pathLst>
          </a:custGeom>
          <a:noFill xmlns:a="http://schemas.openxmlformats.org/drawingml/2006/main"/>
          <a:ln xmlns:a="http://schemas.openxmlformats.org/drawingml/2006/main" w="28575">
            <a:solidFill>
              <a:srgbClr val="142C40"/>
            </a:solidFill>
          </a:ln>
        </p:spPr>
      </p:sp>
      <p:sp>
        <p:nvSpPr>
          <p:cNvPr id="8" name="">
            <a:extLst xmlns:a="http://schemas.openxmlformats.org/drawingml/2006/main">
              <a:ext uri="{FF2B5EF4-FFF2-40B4-BE49-F238E27FC236}">
                <a16:creationId xmlns:a16="http://schemas.microsoft.com/office/drawing/2014/main" id="{59F6235E-BF90-4044-B556-3F2357C81126}"/>
              </a:ext>
            </a:extLst>
          </p:cNvPr>
          <p:cNvSpPr>
            <a:spLocks xmlns:a="http://schemas.openxmlformats.org/drawingml/2006/main" noGrp="1"/>
          </p:cNvSpPr>
          <p:nvPr/>
        </p:nvSpPr>
        <p:spPr>
          <a:xfrm xmlns:a="http://schemas.openxmlformats.org/drawingml/2006/main">
            <a:off x="952500" y="3190875"/>
            <a:ext cx="9525" cy="238125"/>
          </a:xfrm>
          <a:custGeom xmlns:a="http://schemas.openxmlformats.org/drawingml/2006/main">
            <a:pathLst>
              <a:path w="9525" h="238125">
                <a:moveTo>
                  <a:pt x="0" y="0"/>
                </a:moveTo>
                <a:lnTo>
                  <a:pt x="0" y="238125"/>
                </a:lnTo>
              </a:path>
            </a:pathLst>
          </a:custGeom>
          <a:noFill xmlns:a="http://schemas.openxmlformats.org/drawingml/2006/main"/>
          <a:ln xmlns:a="http://schemas.openxmlformats.org/drawingml/2006/main" w="28575">
            <a:solidFill>
              <a:srgbClr val="142C40"/>
            </a:solidFill>
          </a:ln>
        </p:spPr>
      </p:sp>
      <p:sp>
        <p:nvSpPr>
          <p:cNvPr id="9" name="">
            <a:extLst xmlns:a="http://schemas.openxmlformats.org/drawingml/2006/main">
              <a:ext uri="{FF2B5EF4-FFF2-40B4-BE49-F238E27FC236}">
                <a16:creationId xmlns:a16="http://schemas.microsoft.com/office/drawing/2014/main" id="{4B2DCC73-9D22-4A05-8E2E-60F5DA0AC91E}"/>
              </a:ext>
            </a:extLst>
          </p:cNvPr>
          <p:cNvSpPr>
            <a:spLocks xmlns:a="http://schemas.openxmlformats.org/drawingml/2006/main" noGrp="1"/>
          </p:cNvSpPr>
          <p:nvPr/>
        </p:nvSpPr>
        <p:spPr>
          <a:xfrm xmlns:a="http://schemas.openxmlformats.org/drawingml/2006/main">
            <a:off x="952500" y="3429000"/>
            <a:ext cx="9525" cy="114300"/>
          </a:xfrm>
          <a:custGeom xmlns:a="http://schemas.openxmlformats.org/drawingml/2006/main">
            <a:pathLst>
              <a:path w="9525" h="114300">
                <a:moveTo>
                  <a:pt x="0" y="0"/>
                </a:moveTo>
                <a:lnTo>
                  <a:pt x="0" y="114300"/>
                </a:lnTo>
              </a:path>
            </a:pathLst>
          </a:custGeom>
          <a:noFill xmlns:a="http://schemas.openxmlformats.org/drawingml/2006/main"/>
          <a:ln xmlns:a="http://schemas.openxmlformats.org/drawingml/2006/main" w="28575">
            <a:solidFill>
              <a:srgbClr val="142C40"/>
            </a:solidFill>
          </a:ln>
        </p:spPr>
      </p:sp>
      <p:sp>
        <p:nvSpPr>
          <p:cNvPr id="10" name="">
            <a:extLst xmlns:a="http://schemas.openxmlformats.org/drawingml/2006/main">
              <a:ext uri="{FF2B5EF4-FFF2-40B4-BE49-F238E27FC236}">
                <a16:creationId xmlns:a16="http://schemas.microsoft.com/office/drawing/2014/main" id="{0C76DAE0-98C7-4555-B5AE-A03617AECED5}"/>
              </a:ext>
            </a:extLst>
          </p:cNvPr>
          <p:cNvSpPr>
            <a:spLocks xmlns:a="http://schemas.openxmlformats.org/drawingml/2006/main" noGrp="1"/>
          </p:cNvSpPr>
          <p:nvPr/>
        </p:nvSpPr>
        <p:spPr>
          <a:xfrm xmlns:a="http://schemas.openxmlformats.org/drawingml/2006/main">
            <a:off x="723900" y="3543300"/>
            <a:ext cx="457200" cy="9525"/>
          </a:xfrm>
          <a:custGeom xmlns:a="http://schemas.openxmlformats.org/drawingml/2006/main">
            <a:pathLst>
              <a:path w="457200" h="9525">
                <a:moveTo>
                  <a:pt x="0" y="0"/>
                </a:moveTo>
                <a:lnTo>
                  <a:pt x="457200" y="0"/>
                </a:lnTo>
              </a:path>
            </a:pathLst>
          </a:custGeom>
          <a:noFill xmlns:a="http://schemas.openxmlformats.org/drawingml/2006/main"/>
          <a:ln xmlns:a="http://schemas.openxmlformats.org/drawingml/2006/main" w="19050">
            <a:solidFill>
              <a:srgbClr val="142C40"/>
            </a:solidFill>
          </a:ln>
        </p:spPr>
      </p:sp>
      <p:sp>
        <p:nvSpPr>
          <p:cNvPr id="11" name="">
            <a:extLst xmlns:a="http://schemas.openxmlformats.org/drawingml/2006/main">
              <a:ext uri="{FF2B5EF4-FFF2-40B4-BE49-F238E27FC236}">
                <a16:creationId xmlns:a16="http://schemas.microsoft.com/office/drawing/2014/main" id="{0365AEF5-4C5A-4F27-B8E6-9B2DC6579ECA}"/>
              </a:ext>
            </a:extLst>
          </p:cNvPr>
          <p:cNvSpPr>
            <a:spLocks xmlns:a="http://schemas.openxmlformats.org/drawingml/2006/main" noGrp="1"/>
          </p:cNvSpPr>
          <p:nvPr/>
        </p:nvSpPr>
        <p:spPr>
          <a:xfrm xmlns:a="http://schemas.openxmlformats.org/drawingml/2006/main">
            <a:off x="809625" y="3619500"/>
            <a:ext cx="285750" cy="9525"/>
          </a:xfrm>
          <a:custGeom xmlns:a="http://schemas.openxmlformats.org/drawingml/2006/main">
            <a:pathLst>
              <a:path w="285750" h="9525">
                <a:moveTo>
                  <a:pt x="0" y="0"/>
                </a:moveTo>
                <a:lnTo>
                  <a:pt x="285750" y="0"/>
                </a:lnTo>
              </a:path>
            </a:pathLst>
          </a:custGeom>
          <a:noFill xmlns:a="http://schemas.openxmlformats.org/drawingml/2006/main"/>
          <a:ln xmlns:a="http://schemas.openxmlformats.org/drawingml/2006/main" w="19050">
            <a:solidFill>
              <a:srgbClr val="142C40"/>
            </a:solidFill>
          </a:ln>
        </p:spPr>
      </p:sp>
      <p:sp>
        <p:nvSpPr>
          <p:cNvPr id="12" name="">
            <a:extLst xmlns:a="http://schemas.openxmlformats.org/drawingml/2006/main">
              <a:ext uri="{FF2B5EF4-FFF2-40B4-BE49-F238E27FC236}">
                <a16:creationId xmlns:a16="http://schemas.microsoft.com/office/drawing/2014/main" id="{E44F2455-63F1-4462-BFCE-73209FA58249}"/>
              </a:ext>
            </a:extLst>
          </p:cNvPr>
          <p:cNvSpPr>
            <a:spLocks xmlns:a="http://schemas.openxmlformats.org/drawingml/2006/main" noGrp="1"/>
          </p:cNvSpPr>
          <p:nvPr/>
        </p:nvSpPr>
        <p:spPr>
          <a:xfrm xmlns:a="http://schemas.openxmlformats.org/drawingml/2006/main">
            <a:off x="895350" y="3695700"/>
            <a:ext cx="114300" cy="9525"/>
          </a:xfrm>
          <a:custGeom xmlns:a="http://schemas.openxmlformats.org/drawingml/2006/main">
            <a:pathLst>
              <a:path w="114300" h="9525">
                <a:moveTo>
                  <a:pt x="0" y="0"/>
                </a:moveTo>
                <a:lnTo>
                  <a:pt x="114300" y="0"/>
                </a:lnTo>
              </a:path>
            </a:pathLst>
          </a:custGeom>
          <a:noFill xmlns:a="http://schemas.openxmlformats.org/drawingml/2006/main"/>
          <a:ln xmlns:a="http://schemas.openxmlformats.org/drawingml/2006/main" w="19050">
            <a:solidFill>
              <a:srgbClr val="142C40"/>
            </a:solidFill>
          </a:ln>
        </p:spPr>
      </p:sp>
      <p:sp>
        <p:nvSpPr>
          <p:cNvPr id="13" name="">
            <a:extLst xmlns:a="http://schemas.openxmlformats.org/drawingml/2006/main">
              <a:ext uri="{FF2B5EF4-FFF2-40B4-BE49-F238E27FC236}">
                <a16:creationId xmlns:a16="http://schemas.microsoft.com/office/drawing/2014/main" id="{7C6461FB-506A-404A-AA15-6FBD395786F2}"/>
              </a:ext>
            </a:extLst>
          </p:cNvPr>
          <p:cNvSpPr>
            <a:spLocks xmlns:a="http://schemas.openxmlformats.org/drawingml/2006/main" noGrp="1"/>
          </p:cNvSpPr>
          <p:nvPr/>
        </p:nvSpPr>
        <p:spPr>
          <a:xfrm xmlns:a="http://schemas.openxmlformats.org/drawingml/2006/main">
            <a:off x="952500" y="2571750"/>
            <a:ext cx="857250" cy="9525"/>
          </a:xfrm>
          <a:custGeom xmlns:a="http://schemas.openxmlformats.org/drawingml/2006/main">
            <a:pathLst>
              <a:path w="857250" h="9525">
                <a:moveTo>
                  <a:pt x="0" y="0"/>
                </a:moveTo>
                <a:lnTo>
                  <a:pt x="857250" y="0"/>
                </a:lnTo>
              </a:path>
            </a:pathLst>
          </a:custGeom>
          <a:noFill xmlns:a="http://schemas.openxmlformats.org/drawingml/2006/main"/>
          <a:ln xmlns:a="http://schemas.openxmlformats.org/drawingml/2006/main" w="28575">
            <a:solidFill>
              <a:srgbClr val="142C40"/>
            </a:solidFill>
          </a:ln>
        </p:spPr>
      </p:sp>
      <p:sp>
        <p:nvSpPr>
          <p:cNvPr id="14" name="">
            <a:extLst xmlns:a="http://schemas.openxmlformats.org/drawingml/2006/main">
              <a:ext uri="{FF2B5EF4-FFF2-40B4-BE49-F238E27FC236}">
                <a16:creationId xmlns:a16="http://schemas.microsoft.com/office/drawing/2014/main" id="{D2EE56AD-6BB2-465B-9D80-6AB6F7F3B7DB}"/>
              </a:ext>
            </a:extLst>
          </p:cNvPr>
          <p:cNvSpPr>
            <a:spLocks xmlns:a="http://schemas.openxmlformats.org/drawingml/2006/main" noGrp="1"/>
          </p:cNvSpPr>
          <p:nvPr/>
        </p:nvSpPr>
        <p:spPr>
          <a:xfrm xmlns:a="http://schemas.openxmlformats.org/drawingml/2006/main">
            <a:off x="1809750" y="2571750"/>
            <a:ext cx="190500" cy="9525"/>
          </a:xfrm>
          <a:custGeom xmlns:a="http://schemas.openxmlformats.org/drawingml/2006/main">
            <a:pathLst>
              <a:path w="190500" h="9525">
                <a:moveTo>
                  <a:pt x="0" y="0"/>
                </a:moveTo>
                <a:lnTo>
                  <a:pt x="190500" y="0"/>
                </a:lnTo>
              </a:path>
            </a:pathLst>
          </a:custGeom>
          <a:noFill xmlns:a="http://schemas.openxmlformats.org/drawingml/2006/main"/>
          <a:ln xmlns:a="http://schemas.openxmlformats.org/drawingml/2006/main" w="28575">
            <a:solidFill>
              <a:srgbClr val="142C40"/>
            </a:solidFill>
          </a:ln>
        </p:spPr>
      </p:sp>
      <p:sp>
        <p:nvSpPr>
          <p:cNvPr id="15" name="">
            <a:extLst xmlns:a="http://schemas.openxmlformats.org/drawingml/2006/main">
              <a:ext uri="{FF2B5EF4-FFF2-40B4-BE49-F238E27FC236}">
                <a16:creationId xmlns:a16="http://schemas.microsoft.com/office/drawing/2014/main" id="{14CF6ABF-49EB-45C2-8582-E55B7469260E}"/>
              </a:ext>
            </a:extLst>
          </p:cNvPr>
          <p:cNvSpPr>
            <a:spLocks xmlns:a="http://schemas.openxmlformats.org/drawingml/2006/main" noGrp="1"/>
          </p:cNvSpPr>
          <p:nvPr/>
        </p:nvSpPr>
        <p:spPr>
          <a:xfrm xmlns:a="http://schemas.openxmlformats.org/drawingml/2006/main">
            <a:off x="2000250" y="2457450"/>
            <a:ext cx="571500" cy="228600"/>
          </a:xfrm>
          <a:prstGeom xmlns:a="http://schemas.openxmlformats.org/drawingml/2006/main" prst="rect">
            <a:avLst/>
          </a:prstGeom>
          <a:noFill xmlns:a="http://schemas.openxmlformats.org/drawingml/2006/main"/>
          <a:ln xmlns:a="http://schemas.openxmlformats.org/drawingml/2006/main" w="19050">
            <a:solidFill>
              <a:srgbClr val="142C40"/>
            </a:solidFill>
          </a:ln>
        </p:spPr>
      </p:sp>
      <p:sp>
        <p:nvSpPr>
          <p:cNvPr id="16" name="">
            <a:extLst xmlns:a="http://schemas.openxmlformats.org/drawingml/2006/main">
              <a:ext uri="{FF2B5EF4-FFF2-40B4-BE49-F238E27FC236}">
                <a16:creationId xmlns:a16="http://schemas.microsoft.com/office/drawing/2014/main" id="{6E8E5519-907F-4619-98C8-7AC4A67EE050}"/>
              </a:ext>
            </a:extLst>
          </p:cNvPr>
          <p:cNvSpPr>
            <a:spLocks xmlns:a="http://schemas.openxmlformats.org/drawingml/2006/main" noGrp="1"/>
          </p:cNvSpPr>
          <p:nvPr/>
        </p:nvSpPr>
        <p:spPr>
          <a:xfrm xmlns:a="http://schemas.openxmlformats.org/drawingml/2006/main">
            <a:off x="2571750" y="2571750"/>
            <a:ext cx="190500" cy="9525"/>
          </a:xfrm>
          <a:custGeom xmlns:a="http://schemas.openxmlformats.org/drawingml/2006/main">
            <a:pathLst>
              <a:path w="190500" h="9525">
                <a:moveTo>
                  <a:pt x="0" y="0"/>
                </a:moveTo>
                <a:lnTo>
                  <a:pt x="190500" y="0"/>
                </a:lnTo>
              </a:path>
            </a:pathLst>
          </a:custGeom>
          <a:noFill xmlns:a="http://schemas.openxmlformats.org/drawingml/2006/main"/>
          <a:ln xmlns:a="http://schemas.openxmlformats.org/drawingml/2006/main" w="28575">
            <a:solidFill>
              <a:srgbClr val="142C40"/>
            </a:solidFill>
          </a:ln>
        </p:spPr>
      </p:sp>
      <p:sp>
        <p:nvSpPr>
          <p:cNvPr id="17" name="">
            <a:extLst xmlns:a="http://schemas.openxmlformats.org/drawingml/2006/main">
              <a:ext uri="{FF2B5EF4-FFF2-40B4-BE49-F238E27FC236}">
                <a16:creationId xmlns:a16="http://schemas.microsoft.com/office/drawing/2014/main" id="{7F56BB23-8FD8-4EB1-B38A-354CA54C6897}"/>
              </a:ext>
            </a:extLst>
          </p:cNvPr>
          <p:cNvSpPr>
            <a:spLocks xmlns:a="http://schemas.openxmlformats.org/drawingml/2006/main" noGrp="1"/>
          </p:cNvSpPr>
          <p:nvPr/>
        </p:nvSpPr>
        <p:spPr>
          <a:xfrm xmlns:a="http://schemas.openxmlformats.org/drawingml/2006/main">
            <a:off x="2762250" y="2571750"/>
            <a:ext cx="1476375" cy="9525"/>
          </a:xfrm>
          <a:custGeom xmlns:a="http://schemas.openxmlformats.org/drawingml/2006/main">
            <a:pathLst>
              <a:path w="1476375" h="9525">
                <a:moveTo>
                  <a:pt x="0" y="0"/>
                </a:moveTo>
                <a:lnTo>
                  <a:pt x="1476375" y="0"/>
                </a:lnTo>
              </a:path>
            </a:pathLst>
          </a:custGeom>
          <a:noFill xmlns:a="http://schemas.openxmlformats.org/drawingml/2006/main"/>
          <a:ln xmlns:a="http://schemas.openxmlformats.org/drawingml/2006/main" w="28575">
            <a:solidFill>
              <a:srgbClr val="142C40"/>
            </a:solidFill>
          </a:ln>
        </p:spPr>
      </p:sp>
      <p:sp>
        <p:nvSpPr>
          <p:cNvPr id="18" name="">
            <a:extLst xmlns:a="http://schemas.openxmlformats.org/drawingml/2006/main">
              <a:ext uri="{FF2B5EF4-FFF2-40B4-BE49-F238E27FC236}">
                <a16:creationId xmlns:a16="http://schemas.microsoft.com/office/drawing/2014/main" id="{64F0FE15-D695-48A4-A760-6B125F138029}"/>
              </a:ext>
            </a:extLst>
          </p:cNvPr>
          <p:cNvSpPr>
            <a:spLocks xmlns:a="http://schemas.openxmlformats.org/drawingml/2006/main" noGrp="1"/>
          </p:cNvSpPr>
          <p:nvPr/>
        </p:nvSpPr>
        <p:spPr>
          <a:xfrm xmlns:a="http://schemas.openxmlformats.org/drawingml/2006/main">
            <a:off x="3190875" y="2524125"/>
            <a:ext cx="95250" cy="95250"/>
          </a:xfrm>
          <a:prstGeom xmlns:a="http://schemas.openxmlformats.org/drawingml/2006/main" prst="ellipse">
            <a:avLst/>
          </a:prstGeom>
          <a:solidFill xmlns:a="http://schemas.openxmlformats.org/drawingml/2006/main">
            <a:srgbClr val="142C40"/>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8FBD587-301B-4DAE-9340-CD225B589D19}"/>
              </a:ext>
            </a:extLst>
          </p:cNvPr>
          <p:cNvSpPr>
            <a:spLocks xmlns:a="http://schemas.openxmlformats.org/drawingml/2006/main" noGrp="1"/>
          </p:cNvSpPr>
          <p:nvPr/>
        </p:nvSpPr>
        <p:spPr>
          <a:xfrm xmlns:a="http://schemas.openxmlformats.org/drawingml/2006/main">
            <a:off x="3238500" y="2571750"/>
            <a:ext cx="9525" cy="371475"/>
          </a:xfrm>
          <a:custGeom xmlns:a="http://schemas.openxmlformats.org/drawingml/2006/main">
            <a:pathLst>
              <a:path w="9525" h="371475">
                <a:moveTo>
                  <a:pt x="0" y="0"/>
                </a:moveTo>
                <a:lnTo>
                  <a:pt x="0" y="371475"/>
                </a:lnTo>
              </a:path>
            </a:pathLst>
          </a:custGeom>
          <a:noFill xmlns:a="http://schemas.openxmlformats.org/drawingml/2006/main"/>
          <a:ln xmlns:a="http://schemas.openxmlformats.org/drawingml/2006/main" w="28575">
            <a:solidFill>
              <a:srgbClr val="142C40"/>
            </a:solidFill>
          </a:ln>
        </p:spPr>
      </p:sp>
      <p:sp>
        <p:nvSpPr>
          <p:cNvPr id="20" name="">
            <a:extLst xmlns:a="http://schemas.openxmlformats.org/drawingml/2006/main">
              <a:ext uri="{FF2B5EF4-FFF2-40B4-BE49-F238E27FC236}">
                <a16:creationId xmlns:a16="http://schemas.microsoft.com/office/drawing/2014/main" id="{3761F607-A996-4EED-967F-B13D87EA0286}"/>
              </a:ext>
            </a:extLst>
          </p:cNvPr>
          <p:cNvSpPr>
            <a:spLocks xmlns:a="http://schemas.openxmlformats.org/drawingml/2006/main" noGrp="1"/>
          </p:cNvSpPr>
          <p:nvPr/>
        </p:nvSpPr>
        <p:spPr>
          <a:xfrm xmlns:a="http://schemas.openxmlformats.org/drawingml/2006/main">
            <a:off x="3009900" y="2943225"/>
            <a:ext cx="457200" cy="9525"/>
          </a:xfrm>
          <a:custGeom xmlns:a="http://schemas.openxmlformats.org/drawingml/2006/main">
            <a:pathLst>
              <a:path w="457200" h="9525">
                <a:moveTo>
                  <a:pt x="0" y="0"/>
                </a:moveTo>
                <a:lnTo>
                  <a:pt x="457200" y="0"/>
                </a:lnTo>
              </a:path>
            </a:pathLst>
          </a:custGeom>
          <a:noFill xmlns:a="http://schemas.openxmlformats.org/drawingml/2006/main"/>
          <a:ln xmlns:a="http://schemas.openxmlformats.org/drawingml/2006/main" w="28575">
            <a:solidFill>
              <a:srgbClr val="142C40"/>
            </a:solidFill>
          </a:ln>
        </p:spPr>
      </p:sp>
      <p:sp>
        <p:nvSpPr>
          <p:cNvPr id="21" name="">
            <a:extLst xmlns:a="http://schemas.openxmlformats.org/drawingml/2006/main">
              <a:ext uri="{FF2B5EF4-FFF2-40B4-BE49-F238E27FC236}">
                <a16:creationId xmlns:a16="http://schemas.microsoft.com/office/drawing/2014/main" id="{D5E72348-03AE-4DA6-B6E3-D25990E106F5}"/>
              </a:ext>
            </a:extLst>
          </p:cNvPr>
          <p:cNvSpPr>
            <a:spLocks xmlns:a="http://schemas.openxmlformats.org/drawingml/2006/main" noGrp="1"/>
          </p:cNvSpPr>
          <p:nvPr/>
        </p:nvSpPr>
        <p:spPr>
          <a:xfrm xmlns:a="http://schemas.openxmlformats.org/drawingml/2006/main">
            <a:off x="3009900" y="3076575"/>
            <a:ext cx="457200" cy="9525"/>
          </a:xfrm>
          <a:custGeom xmlns:a="http://schemas.openxmlformats.org/drawingml/2006/main">
            <a:pathLst>
              <a:path w="457200" h="9525">
                <a:moveTo>
                  <a:pt x="0" y="0"/>
                </a:moveTo>
                <a:lnTo>
                  <a:pt x="457200" y="0"/>
                </a:lnTo>
              </a:path>
            </a:pathLst>
          </a:custGeom>
          <a:noFill xmlns:a="http://schemas.openxmlformats.org/drawingml/2006/main"/>
          <a:ln xmlns:a="http://schemas.openxmlformats.org/drawingml/2006/main" w="28575">
            <a:solidFill>
              <a:srgbClr val="142C40"/>
            </a:solidFill>
          </a:ln>
        </p:spPr>
      </p:sp>
      <p:sp>
        <p:nvSpPr>
          <p:cNvPr id="22" name="">
            <a:extLst xmlns:a="http://schemas.openxmlformats.org/drawingml/2006/main">
              <a:ext uri="{FF2B5EF4-FFF2-40B4-BE49-F238E27FC236}">
                <a16:creationId xmlns:a16="http://schemas.microsoft.com/office/drawing/2014/main" id="{FE402553-07D5-4F76-A42F-4BFDC8B8BBBB}"/>
              </a:ext>
            </a:extLst>
          </p:cNvPr>
          <p:cNvSpPr>
            <a:spLocks xmlns:a="http://schemas.openxmlformats.org/drawingml/2006/main" noGrp="1"/>
          </p:cNvSpPr>
          <p:nvPr/>
        </p:nvSpPr>
        <p:spPr>
          <a:xfrm xmlns:a="http://schemas.openxmlformats.org/drawingml/2006/main">
            <a:off x="3238500" y="3076575"/>
            <a:ext cx="9525" cy="371475"/>
          </a:xfrm>
          <a:custGeom xmlns:a="http://schemas.openxmlformats.org/drawingml/2006/main">
            <a:pathLst>
              <a:path w="9525" h="371475">
                <a:moveTo>
                  <a:pt x="0" y="0"/>
                </a:moveTo>
                <a:lnTo>
                  <a:pt x="0" y="371475"/>
                </a:lnTo>
              </a:path>
            </a:pathLst>
          </a:custGeom>
          <a:noFill xmlns:a="http://schemas.openxmlformats.org/drawingml/2006/main"/>
          <a:ln xmlns:a="http://schemas.openxmlformats.org/drawingml/2006/main" w="28575">
            <a:solidFill>
              <a:srgbClr val="142C40"/>
            </a:solidFill>
          </a:ln>
        </p:spPr>
      </p:sp>
      <p:sp>
        <p:nvSpPr>
          <p:cNvPr id="23" name="">
            <a:extLst xmlns:a="http://schemas.openxmlformats.org/drawingml/2006/main">
              <a:ext uri="{FF2B5EF4-FFF2-40B4-BE49-F238E27FC236}">
                <a16:creationId xmlns:a16="http://schemas.microsoft.com/office/drawing/2014/main" id="{C93976EE-D0A3-4DEE-8710-ABAFF5132D00}"/>
              </a:ext>
            </a:extLst>
          </p:cNvPr>
          <p:cNvSpPr>
            <a:spLocks xmlns:a="http://schemas.openxmlformats.org/drawingml/2006/main" noGrp="1"/>
          </p:cNvSpPr>
          <p:nvPr/>
        </p:nvSpPr>
        <p:spPr>
          <a:xfrm xmlns:a="http://schemas.openxmlformats.org/drawingml/2006/main">
            <a:off x="3238500" y="3448050"/>
            <a:ext cx="9525" cy="114300"/>
          </a:xfrm>
          <a:custGeom xmlns:a="http://schemas.openxmlformats.org/drawingml/2006/main">
            <a:pathLst>
              <a:path w="9525" h="114300">
                <a:moveTo>
                  <a:pt x="0" y="0"/>
                </a:moveTo>
                <a:lnTo>
                  <a:pt x="0" y="114300"/>
                </a:lnTo>
              </a:path>
            </a:pathLst>
          </a:custGeom>
          <a:noFill xmlns:a="http://schemas.openxmlformats.org/drawingml/2006/main"/>
          <a:ln xmlns:a="http://schemas.openxmlformats.org/drawingml/2006/main" w="28575">
            <a:solidFill>
              <a:srgbClr val="142C40"/>
            </a:solidFill>
          </a:ln>
        </p:spPr>
      </p:sp>
      <p:sp>
        <p:nvSpPr>
          <p:cNvPr id="24" name="">
            <a:extLst xmlns:a="http://schemas.openxmlformats.org/drawingml/2006/main">
              <a:ext uri="{FF2B5EF4-FFF2-40B4-BE49-F238E27FC236}">
                <a16:creationId xmlns:a16="http://schemas.microsoft.com/office/drawing/2014/main" id="{D1449426-8577-48F4-856A-1FE7E0F3B56B}"/>
              </a:ext>
            </a:extLst>
          </p:cNvPr>
          <p:cNvSpPr>
            <a:spLocks xmlns:a="http://schemas.openxmlformats.org/drawingml/2006/main" noGrp="1"/>
          </p:cNvSpPr>
          <p:nvPr/>
        </p:nvSpPr>
        <p:spPr>
          <a:xfrm xmlns:a="http://schemas.openxmlformats.org/drawingml/2006/main">
            <a:off x="3009900" y="3562350"/>
            <a:ext cx="457200" cy="9525"/>
          </a:xfrm>
          <a:custGeom xmlns:a="http://schemas.openxmlformats.org/drawingml/2006/main">
            <a:pathLst>
              <a:path w="457200" h="9525">
                <a:moveTo>
                  <a:pt x="0" y="0"/>
                </a:moveTo>
                <a:lnTo>
                  <a:pt x="457200" y="0"/>
                </a:lnTo>
              </a:path>
            </a:pathLst>
          </a:custGeom>
          <a:noFill xmlns:a="http://schemas.openxmlformats.org/drawingml/2006/main"/>
          <a:ln xmlns:a="http://schemas.openxmlformats.org/drawingml/2006/main" w="19050">
            <a:solidFill>
              <a:srgbClr val="142C40"/>
            </a:solidFill>
          </a:ln>
        </p:spPr>
      </p:sp>
      <p:sp>
        <p:nvSpPr>
          <p:cNvPr id="25" name="">
            <a:extLst xmlns:a="http://schemas.openxmlformats.org/drawingml/2006/main">
              <a:ext uri="{FF2B5EF4-FFF2-40B4-BE49-F238E27FC236}">
                <a16:creationId xmlns:a16="http://schemas.microsoft.com/office/drawing/2014/main" id="{61CD3FAA-BAB2-4230-AF25-C61B3BE56583}"/>
              </a:ext>
            </a:extLst>
          </p:cNvPr>
          <p:cNvSpPr>
            <a:spLocks xmlns:a="http://schemas.openxmlformats.org/drawingml/2006/main" noGrp="1"/>
          </p:cNvSpPr>
          <p:nvPr/>
        </p:nvSpPr>
        <p:spPr>
          <a:xfrm xmlns:a="http://schemas.openxmlformats.org/drawingml/2006/main">
            <a:off x="3095625" y="3638550"/>
            <a:ext cx="285750" cy="9525"/>
          </a:xfrm>
          <a:custGeom xmlns:a="http://schemas.openxmlformats.org/drawingml/2006/main">
            <a:pathLst>
              <a:path w="285750" h="9525">
                <a:moveTo>
                  <a:pt x="0" y="0"/>
                </a:moveTo>
                <a:lnTo>
                  <a:pt x="285750" y="0"/>
                </a:lnTo>
              </a:path>
            </a:pathLst>
          </a:custGeom>
          <a:noFill xmlns:a="http://schemas.openxmlformats.org/drawingml/2006/main"/>
          <a:ln xmlns:a="http://schemas.openxmlformats.org/drawingml/2006/main" w="19050">
            <a:solidFill>
              <a:srgbClr val="142C40"/>
            </a:solidFill>
          </a:ln>
        </p:spPr>
      </p:sp>
      <p:sp>
        <p:nvSpPr>
          <p:cNvPr id="26" name="">
            <a:extLst xmlns:a="http://schemas.openxmlformats.org/drawingml/2006/main">
              <a:ext uri="{FF2B5EF4-FFF2-40B4-BE49-F238E27FC236}">
                <a16:creationId xmlns:a16="http://schemas.microsoft.com/office/drawing/2014/main" id="{CA6434B8-779F-4B24-9904-4558BEAFA020}"/>
              </a:ext>
            </a:extLst>
          </p:cNvPr>
          <p:cNvSpPr>
            <a:spLocks xmlns:a="http://schemas.openxmlformats.org/drawingml/2006/main" noGrp="1"/>
          </p:cNvSpPr>
          <p:nvPr/>
        </p:nvSpPr>
        <p:spPr>
          <a:xfrm xmlns:a="http://schemas.openxmlformats.org/drawingml/2006/main">
            <a:off x="3181350" y="3714750"/>
            <a:ext cx="114300" cy="9525"/>
          </a:xfrm>
          <a:custGeom xmlns:a="http://schemas.openxmlformats.org/drawingml/2006/main">
            <a:pathLst>
              <a:path w="114300" h="9525">
                <a:moveTo>
                  <a:pt x="0" y="0"/>
                </a:moveTo>
                <a:lnTo>
                  <a:pt x="114300" y="0"/>
                </a:lnTo>
              </a:path>
            </a:pathLst>
          </a:custGeom>
          <a:noFill xmlns:a="http://schemas.openxmlformats.org/drawingml/2006/main"/>
          <a:ln xmlns:a="http://schemas.openxmlformats.org/drawingml/2006/main" w="19050">
            <a:solidFill>
              <a:srgbClr val="142C40"/>
            </a:solidFill>
          </a:ln>
        </p:spPr>
      </p:sp>
      <p:sp>
        <p:nvSpPr>
          <p:cNvPr id="27" name="">
            <a:extLst xmlns:a="http://schemas.openxmlformats.org/drawingml/2006/main">
              <a:ext uri="{FF2B5EF4-FFF2-40B4-BE49-F238E27FC236}">
                <a16:creationId xmlns:a16="http://schemas.microsoft.com/office/drawing/2014/main" id="{8F05FEEF-1DD5-428F-A91B-1CF740905EC7}"/>
              </a:ext>
            </a:extLst>
          </p:cNvPr>
          <p:cNvSpPr>
            <a:spLocks xmlns:a="http://schemas.openxmlformats.org/drawingml/2006/main" noGrp="1"/>
          </p:cNvSpPr>
          <p:nvPr/>
        </p:nvSpPr>
        <p:spPr>
          <a:xfrm xmlns:a="http://schemas.openxmlformats.org/drawingml/2006/main">
            <a:off x="4238625" y="2143125"/>
            <a:ext cx="809625" cy="857250"/>
          </a:xfrm>
          <a:custGeom xmlns:a="http://schemas.openxmlformats.org/drawingml/2006/main">
            <a:pathLst>
              <a:path w="809625" h="857250">
                <a:moveTo>
                  <a:pt x="0" y="0"/>
                </a:moveTo>
                <a:lnTo>
                  <a:pt x="0" y="857250"/>
                </a:lnTo>
                <a:lnTo>
                  <a:pt x="809625" y="428625"/>
                </a:lnTo>
                <a:close/>
              </a:path>
            </a:pathLst>
          </a:custGeom>
          <a:noFill xmlns:a="http://schemas.openxmlformats.org/drawingml/2006/main"/>
          <a:ln xmlns:a="http://schemas.openxmlformats.org/drawingml/2006/main" w="28575">
            <a:solidFill>
              <a:srgbClr val="142C40"/>
            </a:solidFill>
          </a:ln>
        </p:spPr>
      </p:sp>
      <p:sp>
        <p:nvSpPr>
          <p:cNvPr id="28" name="">
            <a:extLst xmlns:a="http://schemas.openxmlformats.org/drawingml/2006/main">
              <a:ext uri="{FF2B5EF4-FFF2-40B4-BE49-F238E27FC236}">
                <a16:creationId xmlns:a16="http://schemas.microsoft.com/office/drawing/2014/main" id="{7EC373B0-7057-4C3A-BF38-C2926FA4E61B}"/>
              </a:ext>
            </a:extLst>
          </p:cNvPr>
          <p:cNvSpPr>
            <a:spLocks xmlns:a="http://schemas.openxmlformats.org/drawingml/2006/main" noGrp="1"/>
          </p:cNvSpPr>
          <p:nvPr/>
        </p:nvSpPr>
        <p:spPr>
          <a:xfrm xmlns:a="http://schemas.openxmlformats.org/drawingml/2006/main">
            <a:off x="4352925" y="2371725"/>
            <a:ext cx="57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142C40"/>
                </a:solidFill>
                <a:latin typeface="Arial"/>
                <a:ea typeface="Arial"/>
                <a:cs typeface="Arial"/>
              </a:defRPr>
            </a:defPPr>
          </a:lstStyle>
          <a:p xmlns:a="http://schemas.openxmlformats.org/drawingml/2006/main">
            <a:pPr algn="l">
              <a:defRPr sz="2400" b="0">
                <a:solidFill>
                  <a:srgbClr val="142C40"/>
                </a:solidFill>
                <a:latin typeface="Arial"/>
                <a:ea typeface="Arial"/>
                <a:cs typeface="Arial"/>
              </a:defRPr>
            </a:pPr>
            <a:r>
              <a:rPr sz="2400" b="0">
                <a:solidFill>
                  <a:srgbClr val="142C40"/>
                </a:solidFill>
                <a:latin typeface="Arial"/>
                <a:ea typeface="Arial"/>
                <a:cs typeface="Arial"/>
              </a:rPr>
              <a:t>＋</a:t>
            </a:r>
          </a:p>
        </p:txBody>
      </p:sp>
      <p:sp>
        <p:nvSpPr>
          <p:cNvPr id="29" name="">
            <a:extLst xmlns:a="http://schemas.openxmlformats.org/drawingml/2006/main">
              <a:ext uri="{FF2B5EF4-FFF2-40B4-BE49-F238E27FC236}">
                <a16:creationId xmlns:a16="http://schemas.microsoft.com/office/drawing/2014/main" id="{1D1CD58D-0875-40B0-9574-B6FAC5C5AB7F}"/>
              </a:ext>
            </a:extLst>
          </p:cNvPr>
          <p:cNvSpPr>
            <a:spLocks xmlns:a="http://schemas.openxmlformats.org/drawingml/2006/main" noGrp="1"/>
          </p:cNvSpPr>
          <p:nvPr/>
        </p:nvSpPr>
        <p:spPr>
          <a:xfrm xmlns:a="http://schemas.openxmlformats.org/drawingml/2006/main">
            <a:off x="5048250" y="2571750"/>
            <a:ext cx="809625" cy="9525"/>
          </a:xfrm>
          <a:custGeom xmlns:a="http://schemas.openxmlformats.org/drawingml/2006/main">
            <a:pathLst>
              <a:path w="809625" h="9525">
                <a:moveTo>
                  <a:pt x="0" y="0"/>
                </a:moveTo>
                <a:lnTo>
                  <a:pt x="809625" y="0"/>
                </a:lnTo>
              </a:path>
            </a:pathLst>
          </a:custGeom>
          <a:noFill xmlns:a="http://schemas.openxmlformats.org/drawingml/2006/main"/>
          <a:ln xmlns:a="http://schemas.openxmlformats.org/drawingml/2006/main" w="28575">
            <a:solidFill>
              <a:srgbClr val="142C40"/>
            </a:solidFill>
          </a:ln>
        </p:spPr>
      </p:sp>
      <p:sp>
        <p:nvSpPr>
          <p:cNvPr id="30" name="">
            <a:extLst xmlns:a="http://schemas.openxmlformats.org/drawingml/2006/main">
              <a:ext uri="{FF2B5EF4-FFF2-40B4-BE49-F238E27FC236}">
                <a16:creationId xmlns:a16="http://schemas.microsoft.com/office/drawing/2014/main" id="{53499DD9-4247-40CC-B06F-3EAEBE5A6F72}"/>
              </a:ext>
            </a:extLst>
          </p:cNvPr>
          <p:cNvSpPr>
            <a:spLocks xmlns:a="http://schemas.openxmlformats.org/drawingml/2006/main" noGrp="1"/>
          </p:cNvSpPr>
          <p:nvPr/>
        </p:nvSpPr>
        <p:spPr>
          <a:xfrm xmlns:a="http://schemas.openxmlformats.org/drawingml/2006/main">
            <a:off x="5857875" y="2143125"/>
            <a:ext cx="809625" cy="857250"/>
          </a:xfrm>
          <a:custGeom xmlns:a="http://schemas.openxmlformats.org/drawingml/2006/main">
            <a:pathLst>
              <a:path w="809625" h="857250">
                <a:moveTo>
                  <a:pt x="0" y="0"/>
                </a:moveTo>
                <a:lnTo>
                  <a:pt x="0" y="857250"/>
                </a:lnTo>
                <a:lnTo>
                  <a:pt x="809625" y="428625"/>
                </a:lnTo>
                <a:close/>
              </a:path>
            </a:pathLst>
          </a:custGeom>
          <a:noFill xmlns:a="http://schemas.openxmlformats.org/drawingml/2006/main"/>
          <a:ln xmlns:a="http://schemas.openxmlformats.org/drawingml/2006/main" w="28575">
            <a:solidFill>
              <a:srgbClr val="142C40"/>
            </a:solidFill>
          </a:ln>
        </p:spPr>
      </p:sp>
      <p:sp>
        <p:nvSpPr>
          <p:cNvPr id="31" name="">
            <a:extLst xmlns:a="http://schemas.openxmlformats.org/drawingml/2006/main">
              <a:ext uri="{FF2B5EF4-FFF2-40B4-BE49-F238E27FC236}">
                <a16:creationId xmlns:a16="http://schemas.microsoft.com/office/drawing/2014/main" id="{3F68936F-2DCF-4CE4-AEE6-5794B6DF0D9B}"/>
              </a:ext>
            </a:extLst>
          </p:cNvPr>
          <p:cNvSpPr>
            <a:spLocks xmlns:a="http://schemas.openxmlformats.org/drawingml/2006/main" noGrp="1"/>
          </p:cNvSpPr>
          <p:nvPr/>
        </p:nvSpPr>
        <p:spPr>
          <a:xfrm xmlns:a="http://schemas.openxmlformats.org/drawingml/2006/main">
            <a:off x="5972175" y="2371725"/>
            <a:ext cx="57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142C40"/>
                </a:solidFill>
                <a:latin typeface="Arial"/>
                <a:ea typeface="Arial"/>
                <a:cs typeface="Arial"/>
              </a:defRPr>
            </a:defPPr>
          </a:lstStyle>
          <a:p xmlns:a="http://schemas.openxmlformats.org/drawingml/2006/main">
            <a:pPr algn="l">
              <a:defRPr sz="2400" b="0">
                <a:solidFill>
                  <a:srgbClr val="142C40"/>
                </a:solidFill>
                <a:latin typeface="Arial"/>
                <a:ea typeface="Arial"/>
                <a:cs typeface="Arial"/>
              </a:defRPr>
            </a:pPr>
            <a:r>
              <a:rPr sz="2400" b="0">
                <a:solidFill>
                  <a:srgbClr val="142C40"/>
                </a:solidFill>
                <a:latin typeface="Arial"/>
                <a:ea typeface="Arial"/>
                <a:cs typeface="Arial"/>
              </a:rPr>
              <a:t>&gt;</a:t>
            </a:r>
          </a:p>
        </p:txBody>
      </p:sp>
      <p:sp>
        <p:nvSpPr>
          <p:cNvPr id="32" name="">
            <a:extLst xmlns:a="http://schemas.openxmlformats.org/drawingml/2006/main">
              <a:ext uri="{FF2B5EF4-FFF2-40B4-BE49-F238E27FC236}">
                <a16:creationId xmlns:a16="http://schemas.microsoft.com/office/drawing/2014/main" id="{FBD1E6A5-3583-44F3-B2C7-EE706E6A0F2C}"/>
              </a:ext>
            </a:extLst>
          </p:cNvPr>
          <p:cNvSpPr>
            <a:spLocks xmlns:a="http://schemas.openxmlformats.org/drawingml/2006/main" noGrp="1"/>
          </p:cNvSpPr>
          <p:nvPr/>
        </p:nvSpPr>
        <p:spPr>
          <a:xfrm xmlns:a="http://schemas.openxmlformats.org/drawingml/2006/main">
            <a:off x="6667500" y="2571750"/>
            <a:ext cx="809625" cy="9525"/>
          </a:xfrm>
          <a:custGeom xmlns:a="http://schemas.openxmlformats.org/drawingml/2006/main">
            <a:pathLst>
              <a:path w="809625" h="9525">
                <a:moveTo>
                  <a:pt x="0" y="0"/>
                </a:moveTo>
                <a:lnTo>
                  <a:pt x="809625" y="0"/>
                </a:lnTo>
              </a:path>
            </a:pathLst>
          </a:custGeom>
          <a:noFill xmlns:a="http://schemas.openxmlformats.org/drawingml/2006/main"/>
          <a:ln xmlns:a="http://schemas.openxmlformats.org/drawingml/2006/main" w="28575">
            <a:solidFill>
              <a:srgbClr val="142C40"/>
            </a:solidFill>
          </a:ln>
        </p:spPr>
      </p:sp>
      <p:sp>
        <p:nvSpPr>
          <p:cNvPr id="33" name="">
            <a:extLst xmlns:a="http://schemas.openxmlformats.org/drawingml/2006/main">
              <a:ext uri="{FF2B5EF4-FFF2-40B4-BE49-F238E27FC236}">
                <a16:creationId xmlns:a16="http://schemas.microsoft.com/office/drawing/2014/main" id="{0AE97903-57BA-48FA-8591-5B552B70DACB}"/>
              </a:ext>
            </a:extLst>
          </p:cNvPr>
          <p:cNvSpPr>
            <a:spLocks xmlns:a="http://schemas.openxmlformats.org/drawingml/2006/main" noGrp="1"/>
          </p:cNvSpPr>
          <p:nvPr/>
        </p:nvSpPr>
        <p:spPr>
          <a:xfrm xmlns:a="http://schemas.openxmlformats.org/drawingml/2006/main">
            <a:off x="7477125" y="2162175"/>
            <a:ext cx="1190625" cy="819150"/>
          </a:xfrm>
          <a:prstGeom xmlns:a="http://schemas.openxmlformats.org/drawingml/2006/main" prst="rect">
            <a:avLst/>
          </a:prstGeom>
          <a:noFill xmlns:a="http://schemas.openxmlformats.org/drawingml/2006/main"/>
          <a:ln xmlns:a="http://schemas.openxmlformats.org/drawingml/2006/main" w="28575">
            <a:solidFill>
              <a:srgbClr val="146BA4"/>
            </a:solidFill>
          </a:ln>
        </p:spPr>
      </p:sp>
      <p:sp>
        <p:nvSpPr>
          <p:cNvPr id="34" name="">
            <a:extLst xmlns:a="http://schemas.openxmlformats.org/drawingml/2006/main">
              <a:ext uri="{FF2B5EF4-FFF2-40B4-BE49-F238E27FC236}">
                <a16:creationId xmlns:a16="http://schemas.microsoft.com/office/drawing/2014/main" id="{4196F349-6E2D-45A1-A627-02B2D1C4A8D5}"/>
              </a:ext>
            </a:extLst>
          </p:cNvPr>
          <p:cNvSpPr>
            <a:spLocks xmlns:a="http://schemas.openxmlformats.org/drawingml/2006/main" noGrp="1"/>
          </p:cNvSpPr>
          <p:nvPr/>
        </p:nvSpPr>
        <p:spPr>
          <a:xfrm xmlns:a="http://schemas.openxmlformats.org/drawingml/2006/main">
            <a:off x="7629525" y="238125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6BA4"/>
                </a:solidFill>
                <a:latin typeface="Arial"/>
                <a:ea typeface="Arial"/>
                <a:cs typeface="Arial"/>
              </a:defRPr>
            </a:defPPr>
          </a:lstStyle>
          <a:p xmlns:a="http://schemas.openxmlformats.org/drawingml/2006/main">
            <a:pPr algn="l">
              <a:defRPr sz="2400" b="1">
                <a:solidFill>
                  <a:srgbClr val="146BA4"/>
                </a:solidFill>
                <a:latin typeface="Arial"/>
                <a:ea typeface="Arial"/>
                <a:cs typeface="Arial"/>
              </a:defRPr>
            </a:pPr>
            <a:r>
              <a:rPr sz="2400" b="1">
                <a:solidFill>
                  <a:srgbClr val="146BA4"/>
                </a:solidFill>
                <a:latin typeface="Arial"/>
                <a:ea typeface="Arial"/>
                <a:cs typeface="Arial"/>
              </a:rPr>
              <a:t>D   Q</a:t>
            </a:r>
          </a:p>
        </p:txBody>
      </p:sp>
      <p:sp>
        <p:nvSpPr>
          <p:cNvPr id="35" name="">
            <a:extLst xmlns:a="http://schemas.openxmlformats.org/drawingml/2006/main">
              <a:ext uri="{FF2B5EF4-FFF2-40B4-BE49-F238E27FC236}">
                <a16:creationId xmlns:a16="http://schemas.microsoft.com/office/drawing/2014/main" id="{5234CED6-73C8-4F70-B3F4-4BAEBC691E75}"/>
              </a:ext>
            </a:extLst>
          </p:cNvPr>
          <p:cNvSpPr>
            <a:spLocks xmlns:a="http://schemas.openxmlformats.org/drawingml/2006/main" noGrp="1"/>
          </p:cNvSpPr>
          <p:nvPr/>
        </p:nvSpPr>
        <p:spPr>
          <a:xfrm xmlns:a="http://schemas.openxmlformats.org/drawingml/2006/main">
            <a:off x="7477125" y="2686050"/>
            <a:ext cx="114300" cy="152400"/>
          </a:xfrm>
          <a:custGeom xmlns:a="http://schemas.openxmlformats.org/drawingml/2006/main">
            <a:pathLst>
              <a:path w="114300" h="152400">
                <a:moveTo>
                  <a:pt x="0" y="0"/>
                </a:moveTo>
                <a:lnTo>
                  <a:pt x="114300" y="76200"/>
                </a:lnTo>
                <a:lnTo>
                  <a:pt x="0" y="152400"/>
                </a:lnTo>
              </a:path>
            </a:pathLst>
          </a:custGeom>
          <a:noFill xmlns:a="http://schemas.openxmlformats.org/drawingml/2006/main"/>
          <a:ln xmlns:a="http://schemas.openxmlformats.org/drawingml/2006/main" w="19050">
            <a:solidFill>
              <a:srgbClr val="146BA4"/>
            </a:solidFill>
          </a:ln>
        </p:spPr>
      </p:sp>
      <p:sp>
        <p:nvSpPr>
          <p:cNvPr id="36" name="">
            <a:extLst xmlns:a="http://schemas.openxmlformats.org/drawingml/2006/main">
              <a:ext uri="{FF2B5EF4-FFF2-40B4-BE49-F238E27FC236}">
                <a16:creationId xmlns:a16="http://schemas.microsoft.com/office/drawing/2014/main" id="{71C21F7B-0B60-4139-A7FF-07C327F20E30}"/>
              </a:ext>
            </a:extLst>
          </p:cNvPr>
          <p:cNvSpPr>
            <a:spLocks xmlns:a="http://schemas.openxmlformats.org/drawingml/2006/main" noGrp="1"/>
          </p:cNvSpPr>
          <p:nvPr/>
        </p:nvSpPr>
        <p:spPr>
          <a:xfrm xmlns:a="http://schemas.openxmlformats.org/drawingml/2006/main">
            <a:off x="8667750" y="2571750"/>
            <a:ext cx="523875" cy="9525"/>
          </a:xfrm>
          <a:custGeom xmlns:a="http://schemas.openxmlformats.org/drawingml/2006/main">
            <a:pathLst>
              <a:path w="523875" h="9525">
                <a:moveTo>
                  <a:pt x="0" y="0"/>
                </a:moveTo>
                <a:lnTo>
                  <a:pt x="523875" y="0"/>
                </a:lnTo>
              </a:path>
            </a:pathLst>
          </a:custGeom>
          <a:noFill xmlns:a="http://schemas.openxmlformats.org/drawingml/2006/main"/>
          <a:ln xmlns:a="http://schemas.openxmlformats.org/drawingml/2006/main" w="28575">
            <a:solidFill>
              <a:srgbClr val="146BA4"/>
            </a:solidFill>
          </a:ln>
        </p:spPr>
      </p:sp>
      <p:sp>
        <p:nvSpPr>
          <p:cNvPr id="37" name="">
            <a:extLst xmlns:a="http://schemas.openxmlformats.org/drawingml/2006/main">
              <a:ext uri="{FF2B5EF4-FFF2-40B4-BE49-F238E27FC236}">
                <a16:creationId xmlns:a16="http://schemas.microsoft.com/office/drawing/2014/main" id="{AA4FEF27-4FEF-4A56-B8B1-6ED5B1D055D4}"/>
              </a:ext>
            </a:extLst>
          </p:cNvPr>
          <p:cNvSpPr>
            <a:spLocks xmlns:a="http://schemas.openxmlformats.org/drawingml/2006/main" noGrp="1"/>
          </p:cNvSpPr>
          <p:nvPr/>
        </p:nvSpPr>
        <p:spPr>
          <a:xfrm xmlns:a="http://schemas.openxmlformats.org/drawingml/2006/main">
            <a:off x="9191625" y="2571750"/>
            <a:ext cx="190500" cy="9525"/>
          </a:xfrm>
          <a:custGeom xmlns:a="http://schemas.openxmlformats.org/drawingml/2006/main">
            <a:pathLst>
              <a:path w="190500" h="9525">
                <a:moveTo>
                  <a:pt x="0" y="0"/>
                </a:moveTo>
                <a:lnTo>
                  <a:pt x="190500" y="0"/>
                </a:lnTo>
              </a:path>
            </a:pathLst>
          </a:custGeom>
          <a:noFill xmlns:a="http://schemas.openxmlformats.org/drawingml/2006/main"/>
          <a:ln xmlns:a="http://schemas.openxmlformats.org/drawingml/2006/main" w="28575">
            <a:solidFill>
              <a:srgbClr val="142C40"/>
            </a:solidFill>
          </a:ln>
        </p:spPr>
      </p:sp>
      <p:sp>
        <p:nvSpPr>
          <p:cNvPr id="38" name="">
            <a:extLst xmlns:a="http://schemas.openxmlformats.org/drawingml/2006/main">
              <a:ext uri="{FF2B5EF4-FFF2-40B4-BE49-F238E27FC236}">
                <a16:creationId xmlns:a16="http://schemas.microsoft.com/office/drawing/2014/main" id="{B98D77DF-DFCC-406F-83A1-9527AB452C91}"/>
              </a:ext>
            </a:extLst>
          </p:cNvPr>
          <p:cNvSpPr>
            <a:spLocks xmlns:a="http://schemas.openxmlformats.org/drawingml/2006/main" noGrp="1"/>
          </p:cNvSpPr>
          <p:nvPr/>
        </p:nvSpPr>
        <p:spPr>
          <a:xfrm xmlns:a="http://schemas.openxmlformats.org/drawingml/2006/main">
            <a:off x="9382125" y="2457450"/>
            <a:ext cx="476250" cy="228600"/>
          </a:xfrm>
          <a:prstGeom xmlns:a="http://schemas.openxmlformats.org/drawingml/2006/main" prst="rect">
            <a:avLst/>
          </a:prstGeom>
          <a:noFill xmlns:a="http://schemas.openxmlformats.org/drawingml/2006/main"/>
          <a:ln xmlns:a="http://schemas.openxmlformats.org/drawingml/2006/main" w="19050">
            <a:solidFill>
              <a:srgbClr val="142C40"/>
            </a:solidFill>
          </a:ln>
        </p:spPr>
      </p:sp>
      <p:sp>
        <p:nvSpPr>
          <p:cNvPr id="39" name="">
            <a:extLst xmlns:a="http://schemas.openxmlformats.org/drawingml/2006/main">
              <a:ext uri="{FF2B5EF4-FFF2-40B4-BE49-F238E27FC236}">
                <a16:creationId xmlns:a16="http://schemas.microsoft.com/office/drawing/2014/main" id="{B4153A89-7F67-49C2-B015-C780A9FD931D}"/>
              </a:ext>
            </a:extLst>
          </p:cNvPr>
          <p:cNvSpPr>
            <a:spLocks xmlns:a="http://schemas.openxmlformats.org/drawingml/2006/main" noGrp="1"/>
          </p:cNvSpPr>
          <p:nvPr/>
        </p:nvSpPr>
        <p:spPr>
          <a:xfrm xmlns:a="http://schemas.openxmlformats.org/drawingml/2006/main">
            <a:off x="9858375" y="2571750"/>
            <a:ext cx="190500" cy="9525"/>
          </a:xfrm>
          <a:custGeom xmlns:a="http://schemas.openxmlformats.org/drawingml/2006/main">
            <a:pathLst>
              <a:path w="190500" h="9525">
                <a:moveTo>
                  <a:pt x="0" y="0"/>
                </a:moveTo>
                <a:lnTo>
                  <a:pt x="190500" y="0"/>
                </a:lnTo>
              </a:path>
            </a:pathLst>
          </a:custGeom>
          <a:noFill xmlns:a="http://schemas.openxmlformats.org/drawingml/2006/main"/>
          <a:ln xmlns:a="http://schemas.openxmlformats.org/drawingml/2006/main" w="28575">
            <a:solidFill>
              <a:srgbClr val="142C40"/>
            </a:solidFill>
          </a:ln>
        </p:spPr>
      </p:sp>
      <p:sp>
        <p:nvSpPr>
          <p:cNvPr id="40" name="">
            <a:extLst xmlns:a="http://schemas.openxmlformats.org/drawingml/2006/main">
              <a:ext uri="{FF2B5EF4-FFF2-40B4-BE49-F238E27FC236}">
                <a16:creationId xmlns:a16="http://schemas.microsoft.com/office/drawing/2014/main" id="{5899313A-DCC2-4FD1-BFB0-6BA026784F57}"/>
              </a:ext>
            </a:extLst>
          </p:cNvPr>
          <p:cNvSpPr>
            <a:spLocks xmlns:a="http://schemas.openxmlformats.org/drawingml/2006/main" noGrp="1"/>
          </p:cNvSpPr>
          <p:nvPr/>
        </p:nvSpPr>
        <p:spPr>
          <a:xfrm xmlns:a="http://schemas.openxmlformats.org/drawingml/2006/main">
            <a:off x="10048875" y="2571750"/>
            <a:ext cx="238125" cy="9525"/>
          </a:xfrm>
          <a:custGeom xmlns:a="http://schemas.openxmlformats.org/drawingml/2006/main">
            <a:pathLst>
              <a:path w="238125" h="9525">
                <a:moveTo>
                  <a:pt x="0" y="0"/>
                </a:moveTo>
                <a:lnTo>
                  <a:pt x="238125" y="0"/>
                </a:lnTo>
              </a:path>
            </a:pathLst>
          </a:custGeom>
          <a:noFill xmlns:a="http://schemas.openxmlformats.org/drawingml/2006/main"/>
          <a:ln xmlns:a="http://schemas.openxmlformats.org/drawingml/2006/main" w="28575">
            <a:solidFill>
              <a:srgbClr val="142C40"/>
            </a:solidFill>
          </a:ln>
        </p:spPr>
      </p:sp>
      <p:sp>
        <p:nvSpPr>
          <p:cNvPr id="41" name="">
            <a:extLst xmlns:a="http://schemas.openxmlformats.org/drawingml/2006/main">
              <a:ext uri="{FF2B5EF4-FFF2-40B4-BE49-F238E27FC236}">
                <a16:creationId xmlns:a16="http://schemas.microsoft.com/office/drawing/2014/main" id="{F94104D9-9CFA-47BE-A777-E45216346152}"/>
              </a:ext>
            </a:extLst>
          </p:cNvPr>
          <p:cNvSpPr>
            <a:spLocks xmlns:a="http://schemas.openxmlformats.org/drawingml/2006/main" noGrp="1"/>
          </p:cNvSpPr>
          <p:nvPr/>
        </p:nvSpPr>
        <p:spPr>
          <a:xfrm xmlns:a="http://schemas.openxmlformats.org/drawingml/2006/main">
            <a:off x="10572750" y="2266950"/>
            <a:ext cx="9525" cy="609600"/>
          </a:xfrm>
          <a:custGeom xmlns:a="http://schemas.openxmlformats.org/drawingml/2006/main">
            <a:pathLst>
              <a:path w="9525" h="609600">
                <a:moveTo>
                  <a:pt x="0" y="0"/>
                </a:moveTo>
                <a:lnTo>
                  <a:pt x="0" y="609600"/>
                </a:lnTo>
              </a:path>
            </a:pathLst>
          </a:custGeom>
          <a:noFill xmlns:a="http://schemas.openxmlformats.org/drawingml/2006/main"/>
          <a:ln xmlns:a="http://schemas.openxmlformats.org/drawingml/2006/main" w="28575">
            <a:solidFill>
              <a:srgbClr val="142C40"/>
            </a:solidFill>
          </a:ln>
        </p:spPr>
      </p:sp>
      <p:sp>
        <p:nvSpPr>
          <p:cNvPr id="42" name="">
            <a:extLst xmlns:a="http://schemas.openxmlformats.org/drawingml/2006/main">
              <a:ext uri="{FF2B5EF4-FFF2-40B4-BE49-F238E27FC236}">
                <a16:creationId xmlns:a16="http://schemas.microsoft.com/office/drawing/2014/main" id="{A92F2E67-4A0F-4283-AD1C-61CC8B8DFBE5}"/>
              </a:ext>
            </a:extLst>
          </p:cNvPr>
          <p:cNvSpPr>
            <a:spLocks xmlns:a="http://schemas.openxmlformats.org/drawingml/2006/main" noGrp="1"/>
          </p:cNvSpPr>
          <p:nvPr/>
        </p:nvSpPr>
        <p:spPr>
          <a:xfrm xmlns:a="http://schemas.openxmlformats.org/drawingml/2006/main">
            <a:off x="10287000" y="2571750"/>
            <a:ext cx="285750" cy="9525"/>
          </a:xfrm>
          <a:custGeom xmlns:a="http://schemas.openxmlformats.org/drawingml/2006/main">
            <a:pathLst>
              <a:path w="285750" h="9525">
                <a:moveTo>
                  <a:pt x="0" y="0"/>
                </a:moveTo>
                <a:lnTo>
                  <a:pt x="285750" y="0"/>
                </a:lnTo>
              </a:path>
            </a:pathLst>
          </a:custGeom>
          <a:noFill xmlns:a="http://schemas.openxmlformats.org/drawingml/2006/main"/>
          <a:ln xmlns:a="http://schemas.openxmlformats.org/drawingml/2006/main" w="28575">
            <a:solidFill>
              <a:srgbClr val="142C40"/>
            </a:solidFill>
          </a:ln>
        </p:spPr>
      </p:sp>
      <p:sp>
        <p:nvSpPr>
          <p:cNvPr id="43" name="">
            <a:extLst xmlns:a="http://schemas.openxmlformats.org/drawingml/2006/main">
              <a:ext uri="{FF2B5EF4-FFF2-40B4-BE49-F238E27FC236}">
                <a16:creationId xmlns:a16="http://schemas.microsoft.com/office/drawing/2014/main" id="{FAA7B896-2435-4BC5-9982-235EF552AF17}"/>
              </a:ext>
            </a:extLst>
          </p:cNvPr>
          <p:cNvSpPr>
            <a:spLocks xmlns:a="http://schemas.openxmlformats.org/drawingml/2006/main" noGrp="1"/>
          </p:cNvSpPr>
          <p:nvPr/>
        </p:nvSpPr>
        <p:spPr>
          <a:xfrm xmlns:a="http://schemas.openxmlformats.org/drawingml/2006/main">
            <a:off x="10572750" y="2114550"/>
            <a:ext cx="400050" cy="285750"/>
          </a:xfrm>
          <a:custGeom xmlns:a="http://schemas.openxmlformats.org/drawingml/2006/main">
            <a:pathLst>
              <a:path w="400050" h="285750">
                <a:moveTo>
                  <a:pt x="0" y="285750"/>
                </a:moveTo>
                <a:lnTo>
                  <a:pt x="400050" y="0"/>
                </a:lnTo>
              </a:path>
            </a:pathLst>
          </a:custGeom>
          <a:noFill xmlns:a="http://schemas.openxmlformats.org/drawingml/2006/main"/>
          <a:ln xmlns:a="http://schemas.openxmlformats.org/drawingml/2006/main" w="28575">
            <a:solidFill>
              <a:srgbClr val="142C40"/>
            </a:solidFill>
          </a:ln>
        </p:spPr>
      </p:sp>
      <p:sp>
        <p:nvSpPr>
          <p:cNvPr id="44" name="">
            <a:extLst xmlns:a="http://schemas.openxmlformats.org/drawingml/2006/main">
              <a:ext uri="{FF2B5EF4-FFF2-40B4-BE49-F238E27FC236}">
                <a16:creationId xmlns:a16="http://schemas.microsoft.com/office/drawing/2014/main" id="{BDA7AC1D-DD05-41C7-938E-C125C3B37FD3}"/>
              </a:ext>
            </a:extLst>
          </p:cNvPr>
          <p:cNvSpPr>
            <a:spLocks xmlns:a="http://schemas.openxmlformats.org/drawingml/2006/main" noGrp="1"/>
          </p:cNvSpPr>
          <p:nvPr/>
        </p:nvSpPr>
        <p:spPr>
          <a:xfrm xmlns:a="http://schemas.openxmlformats.org/drawingml/2006/main">
            <a:off x="10972800" y="1905000"/>
            <a:ext cx="9525" cy="209550"/>
          </a:xfrm>
          <a:custGeom xmlns:a="http://schemas.openxmlformats.org/drawingml/2006/main">
            <a:pathLst>
              <a:path w="9525" h="209550">
                <a:moveTo>
                  <a:pt x="0" y="209550"/>
                </a:moveTo>
                <a:lnTo>
                  <a:pt x="0" y="0"/>
                </a:lnTo>
              </a:path>
            </a:pathLst>
          </a:custGeom>
          <a:noFill xmlns:a="http://schemas.openxmlformats.org/drawingml/2006/main"/>
          <a:ln xmlns:a="http://schemas.openxmlformats.org/drawingml/2006/main" w="28575">
            <a:solidFill>
              <a:srgbClr val="142C40"/>
            </a:solidFill>
          </a:ln>
        </p:spPr>
      </p:sp>
      <p:sp>
        <p:nvSpPr>
          <p:cNvPr id="45" name="">
            <a:extLst xmlns:a="http://schemas.openxmlformats.org/drawingml/2006/main">
              <a:ext uri="{FF2B5EF4-FFF2-40B4-BE49-F238E27FC236}">
                <a16:creationId xmlns:a16="http://schemas.microsoft.com/office/drawing/2014/main" id="{42E75744-0C06-40D6-813C-8D72C1E96171}"/>
              </a:ext>
            </a:extLst>
          </p:cNvPr>
          <p:cNvSpPr>
            <a:spLocks xmlns:a="http://schemas.openxmlformats.org/drawingml/2006/main" noGrp="1"/>
          </p:cNvSpPr>
          <p:nvPr/>
        </p:nvSpPr>
        <p:spPr>
          <a:xfrm xmlns:a="http://schemas.openxmlformats.org/drawingml/2006/main">
            <a:off x="10572750" y="2743200"/>
            <a:ext cx="400050" cy="285750"/>
          </a:xfrm>
          <a:custGeom xmlns:a="http://schemas.openxmlformats.org/drawingml/2006/main">
            <a:pathLst>
              <a:path w="400050" h="285750">
                <a:moveTo>
                  <a:pt x="0" y="0"/>
                </a:moveTo>
                <a:lnTo>
                  <a:pt x="400050" y="285750"/>
                </a:lnTo>
              </a:path>
            </a:pathLst>
          </a:custGeom>
          <a:noFill xmlns:a="http://schemas.openxmlformats.org/drawingml/2006/main"/>
          <a:ln xmlns:a="http://schemas.openxmlformats.org/drawingml/2006/main" w="28575">
            <a:solidFill>
              <a:srgbClr val="142C40"/>
            </a:solidFill>
          </a:ln>
        </p:spPr>
      </p:sp>
      <p:sp>
        <p:nvSpPr>
          <p:cNvPr id="46" name="">
            <a:extLst xmlns:a="http://schemas.openxmlformats.org/drawingml/2006/main">
              <a:ext uri="{FF2B5EF4-FFF2-40B4-BE49-F238E27FC236}">
                <a16:creationId xmlns:a16="http://schemas.microsoft.com/office/drawing/2014/main" id="{0D774192-3979-4EDF-A48D-427CA2E8D25C}"/>
              </a:ext>
            </a:extLst>
          </p:cNvPr>
          <p:cNvSpPr>
            <a:spLocks xmlns:a="http://schemas.openxmlformats.org/drawingml/2006/main" noGrp="1"/>
          </p:cNvSpPr>
          <p:nvPr/>
        </p:nvSpPr>
        <p:spPr>
          <a:xfrm xmlns:a="http://schemas.openxmlformats.org/drawingml/2006/main">
            <a:off x="10869540" y="2937029"/>
            <a:ext cx="103260" cy="91921"/>
          </a:xfrm>
          <a:custGeom xmlns:a="http://schemas.openxmlformats.org/drawingml/2006/main">
            <a:pathLst>
              <a:path w="103260" h="91921">
                <a:moveTo>
                  <a:pt x="0" y="74169"/>
                </a:moveTo>
                <a:lnTo>
                  <a:pt x="103260" y="91921"/>
                </a:lnTo>
                <a:lnTo>
                  <a:pt x="52978" y="0"/>
                </a:lnTo>
              </a:path>
            </a:pathLst>
          </a:custGeom>
          <a:noFill xmlns:a="http://schemas.openxmlformats.org/drawingml/2006/main"/>
          <a:ln xmlns:a="http://schemas.openxmlformats.org/drawingml/2006/main" w="28575">
            <a:solidFill>
              <a:srgbClr val="142C40"/>
            </a:solidFill>
          </a:ln>
        </p:spPr>
      </p:sp>
      <p:sp>
        <p:nvSpPr>
          <p:cNvPr id="47" name="">
            <a:extLst xmlns:a="http://schemas.openxmlformats.org/drawingml/2006/main">
              <a:ext uri="{FF2B5EF4-FFF2-40B4-BE49-F238E27FC236}">
                <a16:creationId xmlns:a16="http://schemas.microsoft.com/office/drawing/2014/main" id="{5D1D058C-4A73-4572-BEB0-B2B76F3058F3}"/>
              </a:ext>
            </a:extLst>
          </p:cNvPr>
          <p:cNvSpPr>
            <a:spLocks xmlns:a="http://schemas.openxmlformats.org/drawingml/2006/main" noGrp="1"/>
          </p:cNvSpPr>
          <p:nvPr/>
        </p:nvSpPr>
        <p:spPr>
          <a:xfrm xmlns:a="http://schemas.openxmlformats.org/drawingml/2006/main">
            <a:off x="10972800" y="3028950"/>
            <a:ext cx="9525" cy="190500"/>
          </a:xfrm>
          <a:custGeom xmlns:a="http://schemas.openxmlformats.org/drawingml/2006/main">
            <a:pathLst>
              <a:path w="9525" h="190500">
                <a:moveTo>
                  <a:pt x="0" y="0"/>
                </a:moveTo>
                <a:lnTo>
                  <a:pt x="0" y="190500"/>
                </a:lnTo>
              </a:path>
            </a:pathLst>
          </a:custGeom>
          <a:noFill xmlns:a="http://schemas.openxmlformats.org/drawingml/2006/main"/>
          <a:ln xmlns:a="http://schemas.openxmlformats.org/drawingml/2006/main" w="28575">
            <a:solidFill>
              <a:srgbClr val="142C40"/>
            </a:solidFill>
          </a:ln>
        </p:spPr>
      </p:sp>
      <p:sp>
        <p:nvSpPr>
          <p:cNvPr id="48" name="">
            <a:extLst xmlns:a="http://schemas.openxmlformats.org/drawingml/2006/main">
              <a:ext uri="{FF2B5EF4-FFF2-40B4-BE49-F238E27FC236}">
                <a16:creationId xmlns:a16="http://schemas.microsoft.com/office/drawing/2014/main" id="{61152207-3055-4D34-BDFE-1693DCB6AD7C}"/>
              </a:ext>
            </a:extLst>
          </p:cNvPr>
          <p:cNvSpPr>
            <a:spLocks xmlns:a="http://schemas.openxmlformats.org/drawingml/2006/main" noGrp="1"/>
          </p:cNvSpPr>
          <p:nvPr/>
        </p:nvSpPr>
        <p:spPr>
          <a:xfrm xmlns:a="http://schemas.openxmlformats.org/drawingml/2006/main">
            <a:off x="10972800" y="3219450"/>
            <a:ext cx="9525" cy="114300"/>
          </a:xfrm>
          <a:custGeom xmlns:a="http://schemas.openxmlformats.org/drawingml/2006/main">
            <a:pathLst>
              <a:path w="9525" h="114300">
                <a:moveTo>
                  <a:pt x="0" y="0"/>
                </a:moveTo>
                <a:lnTo>
                  <a:pt x="0" y="114300"/>
                </a:lnTo>
              </a:path>
            </a:pathLst>
          </a:custGeom>
          <a:noFill xmlns:a="http://schemas.openxmlformats.org/drawingml/2006/main"/>
          <a:ln xmlns:a="http://schemas.openxmlformats.org/drawingml/2006/main" w="28575">
            <a:solidFill>
              <a:srgbClr val="142C40"/>
            </a:solidFill>
          </a:ln>
        </p:spPr>
      </p:sp>
      <p:sp>
        <p:nvSpPr>
          <p:cNvPr id="49" name="">
            <a:extLst xmlns:a="http://schemas.openxmlformats.org/drawingml/2006/main">
              <a:ext uri="{FF2B5EF4-FFF2-40B4-BE49-F238E27FC236}">
                <a16:creationId xmlns:a16="http://schemas.microsoft.com/office/drawing/2014/main" id="{87610E75-BD01-4675-ABEE-E94C184561DA}"/>
              </a:ext>
            </a:extLst>
          </p:cNvPr>
          <p:cNvSpPr>
            <a:spLocks xmlns:a="http://schemas.openxmlformats.org/drawingml/2006/main" noGrp="1"/>
          </p:cNvSpPr>
          <p:nvPr/>
        </p:nvSpPr>
        <p:spPr>
          <a:xfrm xmlns:a="http://schemas.openxmlformats.org/drawingml/2006/main">
            <a:off x="10744200" y="3333750"/>
            <a:ext cx="457200" cy="9525"/>
          </a:xfrm>
          <a:custGeom xmlns:a="http://schemas.openxmlformats.org/drawingml/2006/main">
            <a:pathLst>
              <a:path w="457200" h="9525">
                <a:moveTo>
                  <a:pt x="0" y="0"/>
                </a:moveTo>
                <a:lnTo>
                  <a:pt x="457200" y="0"/>
                </a:lnTo>
              </a:path>
            </a:pathLst>
          </a:custGeom>
          <a:noFill xmlns:a="http://schemas.openxmlformats.org/drawingml/2006/main"/>
          <a:ln xmlns:a="http://schemas.openxmlformats.org/drawingml/2006/main" w="19050">
            <a:solidFill>
              <a:srgbClr val="142C40"/>
            </a:solidFill>
          </a:ln>
        </p:spPr>
      </p:sp>
      <p:sp>
        <p:nvSpPr>
          <p:cNvPr id="50" name="">
            <a:extLst xmlns:a="http://schemas.openxmlformats.org/drawingml/2006/main">
              <a:ext uri="{FF2B5EF4-FFF2-40B4-BE49-F238E27FC236}">
                <a16:creationId xmlns:a16="http://schemas.microsoft.com/office/drawing/2014/main" id="{EC52BFDA-1A71-4C04-B5A6-AC2934AF63B0}"/>
              </a:ext>
            </a:extLst>
          </p:cNvPr>
          <p:cNvSpPr>
            <a:spLocks xmlns:a="http://schemas.openxmlformats.org/drawingml/2006/main" noGrp="1"/>
          </p:cNvSpPr>
          <p:nvPr/>
        </p:nvSpPr>
        <p:spPr>
          <a:xfrm xmlns:a="http://schemas.openxmlformats.org/drawingml/2006/main">
            <a:off x="10829925" y="3409950"/>
            <a:ext cx="285750" cy="9525"/>
          </a:xfrm>
          <a:custGeom xmlns:a="http://schemas.openxmlformats.org/drawingml/2006/main">
            <a:pathLst>
              <a:path w="285750" h="9525">
                <a:moveTo>
                  <a:pt x="0" y="0"/>
                </a:moveTo>
                <a:lnTo>
                  <a:pt x="285750" y="0"/>
                </a:lnTo>
              </a:path>
            </a:pathLst>
          </a:custGeom>
          <a:noFill xmlns:a="http://schemas.openxmlformats.org/drawingml/2006/main"/>
          <a:ln xmlns:a="http://schemas.openxmlformats.org/drawingml/2006/main" w="19050">
            <a:solidFill>
              <a:srgbClr val="142C40"/>
            </a:solidFill>
          </a:ln>
        </p:spPr>
      </p:sp>
      <p:sp>
        <p:nvSpPr>
          <p:cNvPr id="51" name="">
            <a:extLst xmlns:a="http://schemas.openxmlformats.org/drawingml/2006/main">
              <a:ext uri="{FF2B5EF4-FFF2-40B4-BE49-F238E27FC236}">
                <a16:creationId xmlns:a16="http://schemas.microsoft.com/office/drawing/2014/main" id="{EC6E6F5A-BC46-4D68-946D-64AD928BB2E7}"/>
              </a:ext>
            </a:extLst>
          </p:cNvPr>
          <p:cNvSpPr>
            <a:spLocks xmlns:a="http://schemas.openxmlformats.org/drawingml/2006/main" noGrp="1"/>
          </p:cNvSpPr>
          <p:nvPr/>
        </p:nvSpPr>
        <p:spPr>
          <a:xfrm xmlns:a="http://schemas.openxmlformats.org/drawingml/2006/main">
            <a:off x="10915650" y="3486150"/>
            <a:ext cx="114300" cy="9525"/>
          </a:xfrm>
          <a:custGeom xmlns:a="http://schemas.openxmlformats.org/drawingml/2006/main">
            <a:pathLst>
              <a:path w="114300" h="9525">
                <a:moveTo>
                  <a:pt x="0" y="0"/>
                </a:moveTo>
                <a:lnTo>
                  <a:pt x="114300" y="0"/>
                </a:lnTo>
              </a:path>
            </a:pathLst>
          </a:custGeom>
          <a:noFill xmlns:a="http://schemas.openxmlformats.org/drawingml/2006/main"/>
          <a:ln xmlns:a="http://schemas.openxmlformats.org/drawingml/2006/main" w="19050">
            <a:solidFill>
              <a:srgbClr val="142C40"/>
            </a:solidFill>
          </a:ln>
        </p:spPr>
      </p:sp>
      <p:sp>
        <p:nvSpPr>
          <p:cNvPr id="52" name="">
            <a:extLst xmlns:a="http://schemas.openxmlformats.org/drawingml/2006/main">
              <a:ext uri="{FF2B5EF4-FFF2-40B4-BE49-F238E27FC236}">
                <a16:creationId xmlns:a16="http://schemas.microsoft.com/office/drawing/2014/main" id="{68EE2718-A099-4085-AED8-F718B09DCD57}"/>
              </a:ext>
            </a:extLst>
          </p:cNvPr>
          <p:cNvSpPr>
            <a:spLocks xmlns:a="http://schemas.openxmlformats.org/drawingml/2006/main" noGrp="1"/>
          </p:cNvSpPr>
          <p:nvPr/>
        </p:nvSpPr>
        <p:spPr>
          <a:xfrm xmlns:a="http://schemas.openxmlformats.org/drawingml/2006/main">
            <a:off x="10972800" y="1190625"/>
            <a:ext cx="9525" cy="190500"/>
          </a:xfrm>
          <a:custGeom xmlns:a="http://schemas.openxmlformats.org/drawingml/2006/main">
            <a:pathLst>
              <a:path w="9525" h="190500">
                <a:moveTo>
                  <a:pt x="0" y="0"/>
                </a:moveTo>
                <a:lnTo>
                  <a:pt x="0" y="190500"/>
                </a:lnTo>
              </a:path>
            </a:pathLst>
          </a:custGeom>
          <a:noFill xmlns:a="http://schemas.openxmlformats.org/drawingml/2006/main"/>
          <a:ln xmlns:a="http://schemas.openxmlformats.org/drawingml/2006/main" w="28575">
            <a:solidFill>
              <a:srgbClr val="142C40"/>
            </a:solidFill>
          </a:ln>
        </p:spPr>
      </p:sp>
      <p:sp>
        <p:nvSpPr>
          <p:cNvPr id="53" name="">
            <a:extLst xmlns:a="http://schemas.openxmlformats.org/drawingml/2006/main">
              <a:ext uri="{FF2B5EF4-FFF2-40B4-BE49-F238E27FC236}">
                <a16:creationId xmlns:a16="http://schemas.microsoft.com/office/drawing/2014/main" id="{143F20B6-3F4C-4293-BAF9-86B892CBA1D5}"/>
              </a:ext>
            </a:extLst>
          </p:cNvPr>
          <p:cNvSpPr>
            <a:spLocks xmlns:a="http://schemas.openxmlformats.org/drawingml/2006/main" noGrp="1"/>
          </p:cNvSpPr>
          <p:nvPr/>
        </p:nvSpPr>
        <p:spPr>
          <a:xfrm xmlns:a="http://schemas.openxmlformats.org/drawingml/2006/main">
            <a:off x="10858500" y="1381125"/>
            <a:ext cx="228600" cy="333375"/>
          </a:xfrm>
          <a:prstGeom xmlns:a="http://schemas.openxmlformats.org/drawingml/2006/main" prst="rect">
            <a:avLst/>
          </a:prstGeom>
          <a:noFill xmlns:a="http://schemas.openxmlformats.org/drawingml/2006/main"/>
          <a:ln xmlns:a="http://schemas.openxmlformats.org/drawingml/2006/main" w="19050">
            <a:solidFill>
              <a:srgbClr val="142C40"/>
            </a:solidFill>
          </a:ln>
        </p:spPr>
      </p:sp>
      <p:sp>
        <p:nvSpPr>
          <p:cNvPr id="54" name="">
            <a:extLst xmlns:a="http://schemas.openxmlformats.org/drawingml/2006/main">
              <a:ext uri="{FF2B5EF4-FFF2-40B4-BE49-F238E27FC236}">
                <a16:creationId xmlns:a16="http://schemas.microsoft.com/office/drawing/2014/main" id="{FB57CC45-5E40-4FE5-BDDD-C8CED62DBA19}"/>
              </a:ext>
            </a:extLst>
          </p:cNvPr>
          <p:cNvSpPr>
            <a:spLocks xmlns:a="http://schemas.openxmlformats.org/drawingml/2006/main" noGrp="1"/>
          </p:cNvSpPr>
          <p:nvPr/>
        </p:nvSpPr>
        <p:spPr>
          <a:xfrm xmlns:a="http://schemas.openxmlformats.org/drawingml/2006/main">
            <a:off x="10972800" y="1714500"/>
            <a:ext cx="9525" cy="190500"/>
          </a:xfrm>
          <a:custGeom xmlns:a="http://schemas.openxmlformats.org/drawingml/2006/main">
            <a:pathLst>
              <a:path w="9525" h="190500">
                <a:moveTo>
                  <a:pt x="0" y="0"/>
                </a:moveTo>
                <a:lnTo>
                  <a:pt x="0" y="190500"/>
                </a:lnTo>
              </a:path>
            </a:pathLst>
          </a:custGeom>
          <a:noFill xmlns:a="http://schemas.openxmlformats.org/drawingml/2006/main"/>
          <a:ln xmlns:a="http://schemas.openxmlformats.org/drawingml/2006/main" w="28575">
            <a:solidFill>
              <a:srgbClr val="142C40"/>
            </a:solidFill>
          </a:ln>
        </p:spPr>
      </p:sp>
      <p:sp>
        <p:nvSpPr>
          <p:cNvPr id="55" name="">
            <a:extLst xmlns:a="http://schemas.openxmlformats.org/drawingml/2006/main">
              <a:ext uri="{FF2B5EF4-FFF2-40B4-BE49-F238E27FC236}">
                <a16:creationId xmlns:a16="http://schemas.microsoft.com/office/drawing/2014/main" id="{DF0349ED-D503-45F4-918E-E73BF017CFA6}"/>
              </a:ext>
            </a:extLst>
          </p:cNvPr>
          <p:cNvSpPr>
            <a:spLocks xmlns:a="http://schemas.openxmlformats.org/drawingml/2006/main" noGrp="1"/>
          </p:cNvSpPr>
          <p:nvPr/>
        </p:nvSpPr>
        <p:spPr>
          <a:xfrm xmlns:a="http://schemas.openxmlformats.org/drawingml/2006/main">
            <a:off x="10972800" y="1047750"/>
            <a:ext cx="9525" cy="142875"/>
          </a:xfrm>
          <a:custGeom xmlns:a="http://schemas.openxmlformats.org/drawingml/2006/main">
            <a:pathLst>
              <a:path w="9525" h="142875">
                <a:moveTo>
                  <a:pt x="0" y="142875"/>
                </a:moveTo>
                <a:lnTo>
                  <a:pt x="0" y="0"/>
                </a:lnTo>
              </a:path>
            </a:pathLst>
          </a:custGeom>
          <a:noFill xmlns:a="http://schemas.openxmlformats.org/drawingml/2006/main"/>
          <a:ln xmlns:a="http://schemas.openxmlformats.org/drawingml/2006/main" w="28575">
            <a:solidFill>
              <a:srgbClr val="142C40"/>
            </a:solidFill>
          </a:ln>
        </p:spPr>
      </p:sp>
      <p:sp>
        <p:nvSpPr>
          <p:cNvPr id="56" name="">
            <a:extLst xmlns:a="http://schemas.openxmlformats.org/drawingml/2006/main">
              <a:ext uri="{FF2B5EF4-FFF2-40B4-BE49-F238E27FC236}">
                <a16:creationId xmlns:a16="http://schemas.microsoft.com/office/drawing/2014/main" id="{B3333851-565E-4197-B3B8-B0DE022C549E}"/>
              </a:ext>
            </a:extLst>
          </p:cNvPr>
          <p:cNvSpPr>
            <a:spLocks xmlns:a="http://schemas.openxmlformats.org/drawingml/2006/main" noGrp="1"/>
          </p:cNvSpPr>
          <p:nvPr/>
        </p:nvSpPr>
        <p:spPr>
          <a:xfrm xmlns:a="http://schemas.openxmlformats.org/drawingml/2006/main">
            <a:off x="9639300" y="1019175"/>
            <a:ext cx="1190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142C40"/>
                </a:solidFill>
                <a:latin typeface="Arial"/>
                <a:ea typeface="Arial"/>
                <a:cs typeface="Arial"/>
              </a:defRPr>
            </a:defPPr>
          </a:lstStyle>
          <a:p xmlns:a="http://schemas.openxmlformats.org/drawingml/2006/main">
            <a:pPr algn="l">
              <a:defRPr sz="2400" b="0">
                <a:solidFill>
                  <a:srgbClr val="142C40"/>
                </a:solidFill>
                <a:latin typeface="Arial"/>
                <a:ea typeface="Arial"/>
                <a:cs typeface="Arial"/>
              </a:defRPr>
            </a:pPr>
            <a:r>
              <a:rPr sz="2400" b="0">
                <a:solidFill>
                  <a:srgbClr val="142C40"/>
                </a:solidFill>
                <a:latin typeface="Arial"/>
                <a:ea typeface="Arial"/>
                <a:cs typeface="Arial"/>
              </a:rPr>
              <a:t>Carga</a:t>
            </a:r>
          </a:p>
        </p:txBody>
      </p:sp>
      <p:sp>
        <p:nvSpPr>
          <p:cNvPr id="57" name="">
            <a:extLst xmlns:a="http://schemas.openxmlformats.org/drawingml/2006/main">
              <a:ext uri="{FF2B5EF4-FFF2-40B4-BE49-F238E27FC236}">
                <a16:creationId xmlns:a16="http://schemas.microsoft.com/office/drawing/2014/main" id="{88F2A9C5-04DA-43E0-9E6A-B0646669CDAE}"/>
              </a:ext>
            </a:extLst>
          </p:cNvPr>
          <p:cNvSpPr>
            <a:spLocks xmlns:a="http://schemas.openxmlformats.org/drawingml/2006/main" noGrp="1"/>
          </p:cNvSpPr>
          <p:nvPr/>
        </p:nvSpPr>
        <p:spPr>
          <a:xfrm xmlns:a="http://schemas.openxmlformats.org/drawingml/2006/main">
            <a:off x="571500" y="1381125"/>
            <a:ext cx="152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142C40"/>
                </a:solidFill>
                <a:latin typeface="Arial"/>
                <a:ea typeface="Arial"/>
                <a:cs typeface="Arial"/>
              </a:defRPr>
            </a:defPPr>
          </a:lstStyle>
          <a:p xmlns:a="http://schemas.openxmlformats.org/drawingml/2006/main">
            <a:pPr algn="l">
              <a:defRPr sz="2400" b="0">
                <a:solidFill>
                  <a:srgbClr val="142C40"/>
                </a:solidFill>
                <a:latin typeface="Arial"/>
                <a:ea typeface="Arial"/>
                <a:cs typeface="Arial"/>
              </a:defRPr>
            </a:pPr>
            <a:r>
              <a:rPr sz="2400" b="0">
                <a:solidFill>
                  <a:srgbClr val="142C40"/>
                </a:solidFill>
                <a:latin typeface="Arial"/>
                <a:ea typeface="Arial"/>
                <a:cs typeface="Arial"/>
              </a:rPr>
              <a:t>Sensor</a:t>
            </a:r>
          </a:p>
        </p:txBody>
      </p:sp>
      <p:sp>
        <p:nvSpPr>
          <p:cNvPr id="58" name="">
            <a:extLst xmlns:a="http://schemas.openxmlformats.org/drawingml/2006/main">
              <a:ext uri="{FF2B5EF4-FFF2-40B4-BE49-F238E27FC236}">
                <a16:creationId xmlns:a16="http://schemas.microsoft.com/office/drawing/2014/main" id="{EA5E470D-139A-48B3-B21B-35D77F39CA53}"/>
              </a:ext>
            </a:extLst>
          </p:cNvPr>
          <p:cNvSpPr>
            <a:spLocks xmlns:a="http://schemas.openxmlformats.org/drawingml/2006/main" noGrp="1"/>
          </p:cNvSpPr>
          <p:nvPr/>
        </p:nvSpPr>
        <p:spPr>
          <a:xfrm xmlns:a="http://schemas.openxmlformats.org/drawingml/2006/main">
            <a:off x="2714625" y="1381125"/>
            <a:ext cx="114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142C40"/>
                </a:solidFill>
                <a:latin typeface="Arial"/>
                <a:ea typeface="Arial"/>
                <a:cs typeface="Arial"/>
              </a:defRPr>
            </a:defPPr>
          </a:lstStyle>
          <a:p xmlns:a="http://schemas.openxmlformats.org/drawingml/2006/main">
            <a:pPr algn="l">
              <a:defRPr sz="2400" b="0">
                <a:solidFill>
                  <a:srgbClr val="142C40"/>
                </a:solidFill>
                <a:latin typeface="Arial"/>
                <a:ea typeface="Arial"/>
                <a:cs typeface="Arial"/>
              </a:defRPr>
            </a:pPr>
            <a:r>
              <a:rPr sz="2400" b="0">
                <a:solidFill>
                  <a:srgbClr val="142C40"/>
                </a:solidFill>
                <a:latin typeface="Arial"/>
                <a:ea typeface="Arial"/>
                <a:cs typeface="Arial"/>
              </a:rPr>
              <a:t>R/C</a:t>
            </a:r>
          </a:p>
        </p:txBody>
      </p:sp>
      <p:sp>
        <p:nvSpPr>
          <p:cNvPr id="59" name="">
            <a:extLst xmlns:a="http://schemas.openxmlformats.org/drawingml/2006/main">
              <a:ext uri="{FF2B5EF4-FFF2-40B4-BE49-F238E27FC236}">
                <a16:creationId xmlns:a16="http://schemas.microsoft.com/office/drawing/2014/main" id="{11FD710C-C18E-4DE3-A0A0-DDCB1227D82E}"/>
              </a:ext>
            </a:extLst>
          </p:cNvPr>
          <p:cNvSpPr>
            <a:spLocks xmlns:a="http://schemas.openxmlformats.org/drawingml/2006/main" noGrp="1"/>
          </p:cNvSpPr>
          <p:nvPr/>
        </p:nvSpPr>
        <p:spPr>
          <a:xfrm xmlns:a="http://schemas.openxmlformats.org/drawingml/2006/main">
            <a:off x="4095750" y="1381125"/>
            <a:ext cx="1666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142C40"/>
                </a:solidFill>
                <a:latin typeface="Arial"/>
                <a:ea typeface="Arial"/>
                <a:cs typeface="Arial"/>
              </a:defRPr>
            </a:defPPr>
          </a:lstStyle>
          <a:p xmlns:a="http://schemas.openxmlformats.org/drawingml/2006/main">
            <a:pPr algn="l">
              <a:defRPr sz="2400" b="0">
                <a:solidFill>
                  <a:srgbClr val="142C40"/>
                </a:solidFill>
                <a:latin typeface="Arial"/>
                <a:ea typeface="Arial"/>
                <a:cs typeface="Arial"/>
              </a:defRPr>
            </a:pPr>
            <a:r>
              <a:rPr sz="2400" b="0">
                <a:solidFill>
                  <a:srgbClr val="142C40"/>
                </a:solidFill>
                <a:latin typeface="Arial"/>
                <a:ea typeface="Arial"/>
                <a:cs typeface="Arial"/>
              </a:rPr>
              <a:t>Amplif.</a:t>
            </a:r>
          </a:p>
        </p:txBody>
      </p:sp>
      <p:sp>
        <p:nvSpPr>
          <p:cNvPr id="60" name="">
            <a:extLst xmlns:a="http://schemas.openxmlformats.org/drawingml/2006/main">
              <a:ext uri="{FF2B5EF4-FFF2-40B4-BE49-F238E27FC236}">
                <a16:creationId xmlns:a16="http://schemas.microsoft.com/office/drawing/2014/main" id="{C05B0577-886D-4FCF-A884-487D6A83CB11}"/>
              </a:ext>
            </a:extLst>
          </p:cNvPr>
          <p:cNvSpPr>
            <a:spLocks xmlns:a="http://schemas.openxmlformats.org/drawingml/2006/main" noGrp="1"/>
          </p:cNvSpPr>
          <p:nvPr/>
        </p:nvSpPr>
        <p:spPr>
          <a:xfrm xmlns:a="http://schemas.openxmlformats.org/drawingml/2006/main">
            <a:off x="5953125" y="1381125"/>
            <a:ext cx="1666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142C40"/>
                </a:solidFill>
                <a:latin typeface="Arial"/>
                <a:ea typeface="Arial"/>
                <a:cs typeface="Arial"/>
              </a:defRPr>
            </a:defPPr>
          </a:lstStyle>
          <a:p xmlns:a="http://schemas.openxmlformats.org/drawingml/2006/main">
            <a:pPr algn="l">
              <a:defRPr sz="2400" b="0">
                <a:solidFill>
                  <a:srgbClr val="142C40"/>
                </a:solidFill>
                <a:latin typeface="Arial"/>
                <a:ea typeface="Arial"/>
                <a:cs typeface="Arial"/>
              </a:defRPr>
            </a:pPr>
            <a:r>
              <a:rPr sz="2400" b="0">
                <a:solidFill>
                  <a:srgbClr val="142C40"/>
                </a:solidFill>
                <a:latin typeface="Arial"/>
                <a:ea typeface="Arial"/>
                <a:cs typeface="Arial"/>
              </a:rPr>
              <a:t>Compar.</a:t>
            </a:r>
          </a:p>
        </p:txBody>
      </p:sp>
      <p:sp>
        <p:nvSpPr>
          <p:cNvPr id="61" name="">
            <a:extLst xmlns:a="http://schemas.openxmlformats.org/drawingml/2006/main">
              <a:ext uri="{FF2B5EF4-FFF2-40B4-BE49-F238E27FC236}">
                <a16:creationId xmlns:a16="http://schemas.microsoft.com/office/drawing/2014/main" id="{FFE1D207-F9EF-496F-90FC-B238262A7898}"/>
              </a:ext>
            </a:extLst>
          </p:cNvPr>
          <p:cNvSpPr>
            <a:spLocks xmlns:a="http://schemas.openxmlformats.org/drawingml/2006/main" noGrp="1"/>
          </p:cNvSpPr>
          <p:nvPr/>
        </p:nvSpPr>
        <p:spPr>
          <a:xfrm xmlns:a="http://schemas.openxmlformats.org/drawingml/2006/main">
            <a:off x="7620000" y="1381125"/>
            <a:ext cx="1809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142C40"/>
                </a:solidFill>
                <a:latin typeface="Arial"/>
                <a:ea typeface="Arial"/>
                <a:cs typeface="Arial"/>
              </a:defRPr>
            </a:defPPr>
          </a:lstStyle>
          <a:p xmlns:a="http://schemas.openxmlformats.org/drawingml/2006/main">
            <a:pPr algn="l">
              <a:defRPr sz="2400" b="0">
                <a:solidFill>
                  <a:srgbClr val="142C40"/>
                </a:solidFill>
                <a:latin typeface="Arial"/>
                <a:ea typeface="Arial"/>
                <a:cs typeface="Arial"/>
              </a:defRPr>
            </a:pPr>
            <a:r>
              <a:rPr sz="2400" b="0">
                <a:solidFill>
                  <a:srgbClr val="142C40"/>
                </a:solidFill>
                <a:latin typeface="Arial"/>
                <a:ea typeface="Arial"/>
                <a:cs typeface="Arial"/>
              </a:rPr>
              <a:t>Registro</a:t>
            </a:r>
          </a:p>
        </p:txBody>
      </p:sp>
      <p:sp>
        <p:nvSpPr>
          <p:cNvPr id="62" name="">
            <a:extLst xmlns:a="http://schemas.openxmlformats.org/drawingml/2006/main">
              <a:ext uri="{FF2B5EF4-FFF2-40B4-BE49-F238E27FC236}">
                <a16:creationId xmlns:a16="http://schemas.microsoft.com/office/drawing/2014/main" id="{14DEAF77-5851-4C25-842F-367DDBFF17EC}"/>
              </a:ext>
            </a:extLst>
          </p:cNvPr>
          <p:cNvSpPr>
            <a:spLocks xmlns:a="http://schemas.openxmlformats.org/drawingml/2006/main" noGrp="1"/>
          </p:cNvSpPr>
          <p:nvPr/>
        </p:nvSpPr>
        <p:spPr>
          <a:xfrm xmlns:a="http://schemas.openxmlformats.org/drawingml/2006/main">
            <a:off x="9858375" y="1381125"/>
            <a:ext cx="152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142C40"/>
                </a:solidFill>
                <a:latin typeface="Arial"/>
                <a:ea typeface="Arial"/>
                <a:cs typeface="Arial"/>
              </a:defRPr>
            </a:defPPr>
          </a:lstStyle>
          <a:p xmlns:a="http://schemas.openxmlformats.org/drawingml/2006/main">
            <a:pPr algn="l">
              <a:defRPr sz="2400" b="0">
                <a:solidFill>
                  <a:srgbClr val="142C40"/>
                </a:solidFill>
                <a:latin typeface="Arial"/>
                <a:ea typeface="Arial"/>
                <a:cs typeface="Arial"/>
              </a:defRPr>
            </a:pPr>
            <a:r>
              <a:rPr sz="2400" b="0">
                <a:solidFill>
                  <a:srgbClr val="142C40"/>
                </a:solidFill>
                <a:latin typeface="Arial"/>
                <a:ea typeface="Arial"/>
                <a:cs typeface="Arial"/>
              </a:rPr>
              <a:t>Mando</a:t>
            </a:r>
          </a:p>
        </p:txBody>
      </p:sp>
      <p:sp>
        <p:nvSpPr>
          <p:cNvPr id="63" name="">
            <a:extLst xmlns:a="http://schemas.openxmlformats.org/drawingml/2006/main">
              <a:ext uri="{FF2B5EF4-FFF2-40B4-BE49-F238E27FC236}">
                <a16:creationId xmlns:a16="http://schemas.microsoft.com/office/drawing/2014/main" id="{8CB9276F-7F74-4CDA-9E97-88983268D737}"/>
              </a:ext>
            </a:extLst>
          </p:cNvPr>
          <p:cNvSpPr>
            <a:spLocks xmlns:a="http://schemas.openxmlformats.org/drawingml/2006/main" noGrp="1"/>
          </p:cNvSpPr>
          <p:nvPr/>
        </p:nvSpPr>
        <p:spPr>
          <a:xfrm xmlns:a="http://schemas.openxmlformats.org/drawingml/2006/main">
            <a:off x="5305425" y="2495550"/>
            <a:ext cx="152400" cy="152400"/>
          </a:xfrm>
          <a:prstGeom xmlns:a="http://schemas.openxmlformats.org/drawingml/2006/main" prst="ellipse">
            <a:avLst/>
          </a:prstGeom>
          <a:solidFill xmlns:a="http://schemas.openxmlformats.org/drawingml/2006/main">
            <a:srgbClr val="146BA4"/>
          </a:solidFill>
          <a:ln xmlns:a="http://schemas.openxmlformats.org/drawingml/2006/main" w="0">
            <a:noFill/>
          </a:ln>
        </p:spPr>
      </p:sp>
      <p:sp>
        <p:nvSpPr>
          <p:cNvPr id="64" name="">
            <a:extLst xmlns:a="http://schemas.openxmlformats.org/drawingml/2006/main">
              <a:ext uri="{FF2B5EF4-FFF2-40B4-BE49-F238E27FC236}">
                <a16:creationId xmlns:a16="http://schemas.microsoft.com/office/drawing/2014/main" id="{48B86122-EB73-43E2-BC6D-9AA8AFD0EB2B}"/>
              </a:ext>
            </a:extLst>
          </p:cNvPr>
          <p:cNvSpPr>
            <a:spLocks xmlns:a="http://schemas.openxmlformats.org/drawingml/2006/main" noGrp="1"/>
          </p:cNvSpPr>
          <p:nvPr/>
        </p:nvSpPr>
        <p:spPr>
          <a:xfrm xmlns:a="http://schemas.openxmlformats.org/drawingml/2006/main">
            <a:off x="5381625" y="2857500"/>
            <a:ext cx="9525" cy="809625"/>
          </a:xfrm>
          <a:custGeom xmlns:a="http://schemas.openxmlformats.org/drawingml/2006/main">
            <a:pathLst>
              <a:path w="9525" h="809625">
                <a:moveTo>
                  <a:pt x="0" y="0"/>
                </a:moveTo>
                <a:lnTo>
                  <a:pt x="0" y="809625"/>
                </a:lnTo>
              </a:path>
            </a:pathLst>
          </a:custGeom>
          <a:noFill xmlns:a="http://schemas.openxmlformats.org/drawingml/2006/main"/>
          <a:ln xmlns:a="http://schemas.openxmlformats.org/drawingml/2006/main" w="19050">
            <a:solidFill>
              <a:srgbClr val="146BA4"/>
            </a:solidFill>
          </a:ln>
        </p:spPr>
      </p:sp>
      <p:sp>
        <p:nvSpPr>
          <p:cNvPr id="65" name="">
            <a:extLst xmlns:a="http://schemas.openxmlformats.org/drawingml/2006/main">
              <a:ext uri="{FF2B5EF4-FFF2-40B4-BE49-F238E27FC236}">
                <a16:creationId xmlns:a16="http://schemas.microsoft.com/office/drawing/2014/main" id="{53876AD6-56BB-4D52-ACB6-6DC3EC58F236}"/>
              </a:ext>
            </a:extLst>
          </p:cNvPr>
          <p:cNvSpPr>
            <a:spLocks xmlns:a="http://schemas.openxmlformats.org/drawingml/2006/main" noGrp="1"/>
          </p:cNvSpPr>
          <p:nvPr/>
        </p:nvSpPr>
        <p:spPr>
          <a:xfrm xmlns:a="http://schemas.openxmlformats.org/drawingml/2006/main">
            <a:off x="5336051" y="3572781"/>
            <a:ext cx="91147" cy="94344"/>
          </a:xfrm>
          <a:custGeom xmlns:a="http://schemas.openxmlformats.org/drawingml/2006/main">
            <a:pathLst>
              <a:path w="91147" h="94344">
                <a:moveTo>
                  <a:pt x="0" y="0"/>
                </a:moveTo>
                <a:lnTo>
                  <a:pt x="45574" y="94344"/>
                </a:lnTo>
                <a:lnTo>
                  <a:pt x="91147" y="0"/>
                </a:lnTo>
              </a:path>
            </a:pathLst>
          </a:custGeom>
          <a:noFill xmlns:a="http://schemas.openxmlformats.org/drawingml/2006/main"/>
          <a:ln xmlns:a="http://schemas.openxmlformats.org/drawingml/2006/main" w="19050">
            <a:solidFill>
              <a:srgbClr val="146BA4"/>
            </a:solidFill>
          </a:ln>
        </p:spPr>
      </p:sp>
      <p:sp>
        <p:nvSpPr>
          <p:cNvPr id="66" name="">
            <a:extLst xmlns:a="http://schemas.openxmlformats.org/drawingml/2006/main">
              <a:ext uri="{FF2B5EF4-FFF2-40B4-BE49-F238E27FC236}">
                <a16:creationId xmlns:a16="http://schemas.microsoft.com/office/drawing/2014/main" id="{D878E71A-ECC1-4E9B-8726-4E8AA38624C7}"/>
              </a:ext>
            </a:extLst>
          </p:cNvPr>
          <p:cNvSpPr>
            <a:spLocks xmlns:a="http://schemas.openxmlformats.org/drawingml/2006/main" noGrp="1"/>
          </p:cNvSpPr>
          <p:nvPr/>
        </p:nvSpPr>
        <p:spPr>
          <a:xfrm xmlns:a="http://schemas.openxmlformats.org/drawingml/2006/main">
            <a:off x="8686800" y="2495550"/>
            <a:ext cx="152400" cy="152400"/>
          </a:xfrm>
          <a:prstGeom xmlns:a="http://schemas.openxmlformats.org/drawingml/2006/main" prst="ellipse">
            <a:avLst/>
          </a:prstGeom>
          <a:solidFill xmlns:a="http://schemas.openxmlformats.org/drawingml/2006/main">
            <a:srgbClr val="146BA4"/>
          </a:solidFill>
          <a:ln xmlns:a="http://schemas.openxmlformats.org/drawingml/2006/main" w="0">
            <a:noFill/>
          </a:ln>
        </p:spPr>
      </p:sp>
      <p:sp>
        <p:nvSpPr>
          <p:cNvPr id="67" name="">
            <a:extLst xmlns:a="http://schemas.openxmlformats.org/drawingml/2006/main">
              <a:ext uri="{FF2B5EF4-FFF2-40B4-BE49-F238E27FC236}">
                <a16:creationId xmlns:a16="http://schemas.microsoft.com/office/drawing/2014/main" id="{5C9DB43E-F816-4A53-A548-20FDC17E2C79}"/>
              </a:ext>
            </a:extLst>
          </p:cNvPr>
          <p:cNvSpPr>
            <a:spLocks xmlns:a="http://schemas.openxmlformats.org/drawingml/2006/main" noGrp="1"/>
          </p:cNvSpPr>
          <p:nvPr/>
        </p:nvSpPr>
        <p:spPr>
          <a:xfrm xmlns:a="http://schemas.openxmlformats.org/drawingml/2006/main">
            <a:off x="8763000" y="2857500"/>
            <a:ext cx="9525" cy="809625"/>
          </a:xfrm>
          <a:custGeom xmlns:a="http://schemas.openxmlformats.org/drawingml/2006/main">
            <a:pathLst>
              <a:path w="9525" h="809625">
                <a:moveTo>
                  <a:pt x="0" y="0"/>
                </a:moveTo>
                <a:lnTo>
                  <a:pt x="0" y="809625"/>
                </a:lnTo>
              </a:path>
            </a:pathLst>
          </a:custGeom>
          <a:noFill xmlns:a="http://schemas.openxmlformats.org/drawingml/2006/main"/>
          <a:ln xmlns:a="http://schemas.openxmlformats.org/drawingml/2006/main" w="19050">
            <a:solidFill>
              <a:srgbClr val="146BA4"/>
            </a:solidFill>
          </a:ln>
        </p:spPr>
      </p:sp>
      <p:sp>
        <p:nvSpPr>
          <p:cNvPr id="68" name="">
            <a:extLst xmlns:a="http://schemas.openxmlformats.org/drawingml/2006/main">
              <a:ext uri="{FF2B5EF4-FFF2-40B4-BE49-F238E27FC236}">
                <a16:creationId xmlns:a16="http://schemas.microsoft.com/office/drawing/2014/main" id="{07F4DEF6-A81F-40D8-BB72-5050564DA3AE}"/>
              </a:ext>
            </a:extLst>
          </p:cNvPr>
          <p:cNvSpPr>
            <a:spLocks xmlns:a="http://schemas.openxmlformats.org/drawingml/2006/main" noGrp="1"/>
          </p:cNvSpPr>
          <p:nvPr/>
        </p:nvSpPr>
        <p:spPr>
          <a:xfrm xmlns:a="http://schemas.openxmlformats.org/drawingml/2006/main">
            <a:off x="8717426" y="3572781"/>
            <a:ext cx="91147" cy="94344"/>
          </a:xfrm>
          <a:custGeom xmlns:a="http://schemas.openxmlformats.org/drawingml/2006/main">
            <a:pathLst>
              <a:path w="91147" h="94344">
                <a:moveTo>
                  <a:pt x="0" y="0"/>
                </a:moveTo>
                <a:lnTo>
                  <a:pt x="45574" y="94344"/>
                </a:lnTo>
                <a:lnTo>
                  <a:pt x="91147" y="0"/>
                </a:lnTo>
              </a:path>
            </a:pathLst>
          </a:custGeom>
          <a:noFill xmlns:a="http://schemas.openxmlformats.org/drawingml/2006/main"/>
          <a:ln xmlns:a="http://schemas.openxmlformats.org/drawingml/2006/main" w="19050">
            <a:solidFill>
              <a:srgbClr val="146BA4"/>
            </a:solidFill>
          </a:ln>
        </p:spPr>
      </p:sp>
      <p:sp>
        <p:nvSpPr>
          <p:cNvPr id="69" name="">
            <a:extLst xmlns:a="http://schemas.openxmlformats.org/drawingml/2006/main">
              <a:ext uri="{FF2B5EF4-FFF2-40B4-BE49-F238E27FC236}">
                <a16:creationId xmlns:a16="http://schemas.microsoft.com/office/drawing/2014/main" id="{70312AB5-050E-4CD4-A910-6E13268EB0CB}"/>
              </a:ext>
            </a:extLst>
          </p:cNvPr>
          <p:cNvSpPr>
            <a:spLocks xmlns:a="http://schemas.openxmlformats.org/drawingml/2006/main" noGrp="1"/>
          </p:cNvSpPr>
          <p:nvPr/>
        </p:nvSpPr>
        <p:spPr>
          <a:xfrm xmlns:a="http://schemas.openxmlformats.org/drawingml/2006/main">
            <a:off x="2571750" y="3714750"/>
            <a:ext cx="3905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6BA4"/>
                </a:solidFill>
                <a:latin typeface="Arial"/>
                <a:ea typeface="Arial"/>
                <a:cs typeface="Arial"/>
              </a:defRPr>
            </a:defPPr>
          </a:lstStyle>
          <a:p xmlns:a="http://schemas.openxmlformats.org/drawingml/2006/main">
            <a:pPr algn="l">
              <a:defRPr sz="2400" b="1">
                <a:solidFill>
                  <a:srgbClr val="146BA4"/>
                </a:solidFill>
                <a:latin typeface="Arial"/>
                <a:ea typeface="Arial"/>
                <a:cs typeface="Arial"/>
              </a:defRPr>
            </a:pPr>
            <a:r>
              <a:rPr sz="2400" b="1">
                <a:solidFill>
                  <a:srgbClr val="146BA4"/>
                </a:solidFill>
                <a:latin typeface="Arial"/>
                <a:ea typeface="Arial"/>
                <a:cs typeface="Arial"/>
              </a:rPr>
              <a:t>Salida analógica</a:t>
            </a:r>
          </a:p>
        </p:txBody>
      </p:sp>
      <p:sp>
        <p:nvSpPr>
          <p:cNvPr id="70" name="">
            <a:extLst xmlns:a="http://schemas.openxmlformats.org/drawingml/2006/main">
              <a:ext uri="{FF2B5EF4-FFF2-40B4-BE49-F238E27FC236}">
                <a16:creationId xmlns:a16="http://schemas.microsoft.com/office/drawing/2014/main" id="{982D4D11-12AB-4CBE-81D1-5A1471C24FB4}"/>
              </a:ext>
            </a:extLst>
          </p:cNvPr>
          <p:cNvSpPr>
            <a:spLocks xmlns:a="http://schemas.openxmlformats.org/drawingml/2006/main" noGrp="1"/>
          </p:cNvSpPr>
          <p:nvPr/>
        </p:nvSpPr>
        <p:spPr>
          <a:xfrm xmlns:a="http://schemas.openxmlformats.org/drawingml/2006/main">
            <a:off x="7429500" y="3714750"/>
            <a:ext cx="3905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6BA4"/>
                </a:solidFill>
                <a:latin typeface="Arial"/>
                <a:ea typeface="Arial"/>
                <a:cs typeface="Arial"/>
              </a:defRPr>
            </a:defPPr>
          </a:lstStyle>
          <a:p xmlns:a="http://schemas.openxmlformats.org/drawingml/2006/main">
            <a:pPr algn="l">
              <a:defRPr sz="2400" b="1">
                <a:solidFill>
                  <a:srgbClr val="146BA4"/>
                </a:solidFill>
                <a:latin typeface="Arial"/>
                <a:ea typeface="Arial"/>
                <a:cs typeface="Arial"/>
              </a:defRPr>
            </a:pPr>
            <a:r>
              <a:rPr sz="2400" b="1">
                <a:solidFill>
                  <a:srgbClr val="146BA4"/>
                </a:solidFill>
                <a:latin typeface="Arial"/>
                <a:ea typeface="Arial"/>
                <a:cs typeface="Arial"/>
              </a:rPr>
              <a:t>Estado retenido</a:t>
            </a:r>
          </a:p>
        </p:txBody>
      </p:sp>
      <p:sp>
        <p:nvSpPr>
          <p:cNvPr id="71" name="">
            <a:extLst xmlns:a="http://schemas.openxmlformats.org/drawingml/2006/main">
              <a:ext uri="{FF2B5EF4-FFF2-40B4-BE49-F238E27FC236}">
                <a16:creationId xmlns:a16="http://schemas.microsoft.com/office/drawing/2014/main" id="{B7B49E43-1BCD-4894-B302-FB981315D221}"/>
              </a:ext>
            </a:extLst>
          </p:cNvPr>
          <p:cNvSpPr>
            <a:spLocks xmlns:a="http://schemas.openxmlformats.org/drawingml/2006/main" noGrp="1"/>
          </p:cNvSpPr>
          <p:nvPr/>
        </p:nvSpPr>
        <p:spPr>
          <a:xfrm xmlns:a="http://schemas.openxmlformats.org/drawingml/2006/main">
            <a:off x="2714625" y="5381625"/>
            <a:ext cx="3333750" cy="9525"/>
          </a:xfrm>
          <a:custGeom xmlns:a="http://schemas.openxmlformats.org/drawingml/2006/main">
            <a:pathLst>
              <a:path w="3333750" h="9525">
                <a:moveTo>
                  <a:pt x="0" y="0"/>
                </a:moveTo>
                <a:lnTo>
                  <a:pt x="3333750" y="0"/>
                </a:lnTo>
              </a:path>
            </a:pathLst>
          </a:custGeom>
          <a:noFill xmlns:a="http://schemas.openxmlformats.org/drawingml/2006/main"/>
          <a:ln xmlns:a="http://schemas.openxmlformats.org/drawingml/2006/main" w="19050">
            <a:solidFill>
              <a:srgbClr val="6C7F8C"/>
            </a:solidFill>
          </a:ln>
        </p:spPr>
      </p:sp>
      <p:sp>
        <p:nvSpPr>
          <p:cNvPr id="72" name="">
            <a:extLst xmlns:a="http://schemas.openxmlformats.org/drawingml/2006/main">
              <a:ext uri="{FF2B5EF4-FFF2-40B4-BE49-F238E27FC236}">
                <a16:creationId xmlns:a16="http://schemas.microsoft.com/office/drawing/2014/main" id="{2657F0DF-031E-4E90-B541-494E3C8FBF83}"/>
              </a:ext>
            </a:extLst>
          </p:cNvPr>
          <p:cNvSpPr>
            <a:spLocks xmlns:a="http://schemas.openxmlformats.org/drawingml/2006/main" noGrp="1"/>
          </p:cNvSpPr>
          <p:nvPr/>
        </p:nvSpPr>
        <p:spPr>
          <a:xfrm xmlns:a="http://schemas.openxmlformats.org/drawingml/2006/main">
            <a:off x="5954031" y="5336051"/>
            <a:ext cx="94344" cy="91147"/>
          </a:xfrm>
          <a:custGeom xmlns:a="http://schemas.openxmlformats.org/drawingml/2006/main">
            <a:pathLst>
              <a:path w="94344" h="91147">
                <a:moveTo>
                  <a:pt x="0" y="91147"/>
                </a:moveTo>
                <a:lnTo>
                  <a:pt x="94344" y="45574"/>
                </a:lnTo>
                <a:lnTo>
                  <a:pt x="0" y="0"/>
                </a:lnTo>
              </a:path>
            </a:pathLst>
          </a:custGeom>
          <a:noFill xmlns:a="http://schemas.openxmlformats.org/drawingml/2006/main"/>
          <a:ln xmlns:a="http://schemas.openxmlformats.org/drawingml/2006/main" w="19050">
            <a:solidFill>
              <a:srgbClr val="6C7F8C"/>
            </a:solidFill>
          </a:ln>
        </p:spPr>
      </p:sp>
      <p:sp>
        <p:nvSpPr>
          <p:cNvPr id="73" name="">
            <a:extLst xmlns:a="http://schemas.openxmlformats.org/drawingml/2006/main">
              <a:ext uri="{FF2B5EF4-FFF2-40B4-BE49-F238E27FC236}">
                <a16:creationId xmlns:a16="http://schemas.microsoft.com/office/drawing/2014/main" id="{7009C1E4-8687-47DE-99B9-2256749DA401}"/>
              </a:ext>
            </a:extLst>
          </p:cNvPr>
          <p:cNvSpPr>
            <a:spLocks xmlns:a="http://schemas.openxmlformats.org/drawingml/2006/main" noGrp="1"/>
          </p:cNvSpPr>
          <p:nvPr/>
        </p:nvSpPr>
        <p:spPr>
          <a:xfrm xmlns:a="http://schemas.openxmlformats.org/drawingml/2006/main">
            <a:off x="2714625" y="4238625"/>
            <a:ext cx="9525" cy="1143000"/>
          </a:xfrm>
          <a:custGeom xmlns:a="http://schemas.openxmlformats.org/drawingml/2006/main">
            <a:pathLst>
              <a:path w="9525" h="1143000">
                <a:moveTo>
                  <a:pt x="0" y="1143000"/>
                </a:moveTo>
                <a:lnTo>
                  <a:pt x="0" y="0"/>
                </a:lnTo>
              </a:path>
            </a:pathLst>
          </a:custGeom>
          <a:noFill xmlns:a="http://schemas.openxmlformats.org/drawingml/2006/main"/>
          <a:ln xmlns:a="http://schemas.openxmlformats.org/drawingml/2006/main" w="19050">
            <a:solidFill>
              <a:srgbClr val="6C7F8C"/>
            </a:solidFill>
          </a:ln>
        </p:spPr>
      </p:sp>
      <p:sp>
        <p:nvSpPr>
          <p:cNvPr id="74" name="">
            <a:extLst xmlns:a="http://schemas.openxmlformats.org/drawingml/2006/main">
              <a:ext uri="{FF2B5EF4-FFF2-40B4-BE49-F238E27FC236}">
                <a16:creationId xmlns:a16="http://schemas.microsoft.com/office/drawing/2014/main" id="{3EE25016-2DB0-457A-BA1D-04BDAD8E0C30}"/>
              </a:ext>
            </a:extLst>
          </p:cNvPr>
          <p:cNvSpPr>
            <a:spLocks xmlns:a="http://schemas.openxmlformats.org/drawingml/2006/main" noGrp="1"/>
          </p:cNvSpPr>
          <p:nvPr/>
        </p:nvSpPr>
        <p:spPr>
          <a:xfrm xmlns:a="http://schemas.openxmlformats.org/drawingml/2006/main">
            <a:off x="2669051" y="4238625"/>
            <a:ext cx="91147" cy="94344"/>
          </a:xfrm>
          <a:custGeom xmlns:a="http://schemas.openxmlformats.org/drawingml/2006/main">
            <a:pathLst>
              <a:path w="91147" h="94344">
                <a:moveTo>
                  <a:pt x="91147" y="94344"/>
                </a:moveTo>
                <a:lnTo>
                  <a:pt x="45574" y="0"/>
                </a:lnTo>
                <a:lnTo>
                  <a:pt x="0" y="94344"/>
                </a:lnTo>
              </a:path>
            </a:pathLst>
          </a:custGeom>
          <a:noFill xmlns:a="http://schemas.openxmlformats.org/drawingml/2006/main"/>
          <a:ln xmlns:a="http://schemas.openxmlformats.org/drawingml/2006/main" w="19050">
            <a:solidFill>
              <a:srgbClr val="6C7F8C"/>
            </a:solidFill>
          </a:ln>
        </p:spPr>
      </p:sp>
      <p:sp>
        <p:nvSpPr>
          <p:cNvPr id="75" name="">
            <a:extLst xmlns:a="http://schemas.openxmlformats.org/drawingml/2006/main">
              <a:ext uri="{FF2B5EF4-FFF2-40B4-BE49-F238E27FC236}">
                <a16:creationId xmlns:a16="http://schemas.microsoft.com/office/drawing/2014/main" id="{BA1A3A19-73AB-43BB-B1AA-F16247A1F27B}"/>
              </a:ext>
            </a:extLst>
          </p:cNvPr>
          <p:cNvSpPr>
            <a:spLocks xmlns:a="http://schemas.openxmlformats.org/drawingml/2006/main" noGrp="1"/>
          </p:cNvSpPr>
          <p:nvPr/>
        </p:nvSpPr>
        <p:spPr>
          <a:xfrm xmlns:a="http://schemas.openxmlformats.org/drawingml/2006/main">
            <a:off x="2714625" y="4429125"/>
            <a:ext cx="3190875" cy="809625"/>
          </a:xfrm>
          <a:custGeom xmlns:a="http://schemas.openxmlformats.org/drawingml/2006/main">
            <a:pathLst>
              <a:path w="3190875" h="809625">
                <a:moveTo>
                  <a:pt x="0" y="809625"/>
                </a:moveTo>
                <a:lnTo>
                  <a:pt x="857250" y="809625"/>
                </a:lnTo>
                <a:lnTo>
                  <a:pt x="857250" y="0"/>
                </a:lnTo>
                <a:lnTo>
                  <a:pt x="1428750" y="0"/>
                </a:lnTo>
                <a:lnTo>
                  <a:pt x="1428750" y="809625"/>
                </a:lnTo>
                <a:lnTo>
                  <a:pt x="3190875" y="809625"/>
                </a:lnTo>
              </a:path>
            </a:pathLst>
          </a:custGeom>
          <a:noFill xmlns:a="http://schemas.openxmlformats.org/drawingml/2006/main"/>
          <a:ln xmlns:a="http://schemas.openxmlformats.org/drawingml/2006/main" w="38100">
            <a:solidFill>
              <a:srgbClr val="146BA4"/>
            </a:solidFill>
          </a:ln>
        </p:spPr>
      </p:sp>
      <p:sp>
        <p:nvSpPr>
          <p:cNvPr id="76" name="">
            <a:extLst xmlns:a="http://schemas.openxmlformats.org/drawingml/2006/main">
              <a:ext uri="{FF2B5EF4-FFF2-40B4-BE49-F238E27FC236}">
                <a16:creationId xmlns:a16="http://schemas.microsoft.com/office/drawing/2014/main" id="{888EC995-E371-4133-A11A-E8B79D0D7590}"/>
              </a:ext>
            </a:extLst>
          </p:cNvPr>
          <p:cNvSpPr>
            <a:spLocks xmlns:a="http://schemas.openxmlformats.org/drawingml/2006/main" noGrp="1"/>
          </p:cNvSpPr>
          <p:nvPr/>
        </p:nvSpPr>
        <p:spPr>
          <a:xfrm xmlns:a="http://schemas.openxmlformats.org/drawingml/2006/main">
            <a:off x="7524750" y="5381625"/>
            <a:ext cx="3333750" cy="9525"/>
          </a:xfrm>
          <a:custGeom xmlns:a="http://schemas.openxmlformats.org/drawingml/2006/main">
            <a:pathLst>
              <a:path w="3333750" h="9525">
                <a:moveTo>
                  <a:pt x="0" y="0"/>
                </a:moveTo>
                <a:lnTo>
                  <a:pt x="3333750" y="0"/>
                </a:lnTo>
              </a:path>
            </a:pathLst>
          </a:custGeom>
          <a:noFill xmlns:a="http://schemas.openxmlformats.org/drawingml/2006/main"/>
          <a:ln xmlns:a="http://schemas.openxmlformats.org/drawingml/2006/main" w="19050">
            <a:solidFill>
              <a:srgbClr val="6C7F8C"/>
            </a:solidFill>
          </a:ln>
        </p:spPr>
      </p:sp>
      <p:sp>
        <p:nvSpPr>
          <p:cNvPr id="77" name="">
            <a:extLst xmlns:a="http://schemas.openxmlformats.org/drawingml/2006/main">
              <a:ext uri="{FF2B5EF4-FFF2-40B4-BE49-F238E27FC236}">
                <a16:creationId xmlns:a16="http://schemas.microsoft.com/office/drawing/2014/main" id="{42F2C52B-4932-4CE2-AB73-16D1E4260FFA}"/>
              </a:ext>
            </a:extLst>
          </p:cNvPr>
          <p:cNvSpPr>
            <a:spLocks xmlns:a="http://schemas.openxmlformats.org/drawingml/2006/main" noGrp="1"/>
          </p:cNvSpPr>
          <p:nvPr/>
        </p:nvSpPr>
        <p:spPr>
          <a:xfrm xmlns:a="http://schemas.openxmlformats.org/drawingml/2006/main">
            <a:off x="10764156" y="5336051"/>
            <a:ext cx="94344" cy="91147"/>
          </a:xfrm>
          <a:custGeom xmlns:a="http://schemas.openxmlformats.org/drawingml/2006/main">
            <a:pathLst>
              <a:path w="94344" h="91147">
                <a:moveTo>
                  <a:pt x="0" y="91147"/>
                </a:moveTo>
                <a:lnTo>
                  <a:pt x="94344" y="45574"/>
                </a:lnTo>
                <a:lnTo>
                  <a:pt x="0" y="0"/>
                </a:lnTo>
              </a:path>
            </a:pathLst>
          </a:custGeom>
          <a:noFill xmlns:a="http://schemas.openxmlformats.org/drawingml/2006/main"/>
          <a:ln xmlns:a="http://schemas.openxmlformats.org/drawingml/2006/main" w="19050">
            <a:solidFill>
              <a:srgbClr val="6C7F8C"/>
            </a:solidFill>
          </a:ln>
        </p:spPr>
      </p:sp>
      <p:sp>
        <p:nvSpPr>
          <p:cNvPr id="78" name="">
            <a:extLst xmlns:a="http://schemas.openxmlformats.org/drawingml/2006/main">
              <a:ext uri="{FF2B5EF4-FFF2-40B4-BE49-F238E27FC236}">
                <a16:creationId xmlns:a16="http://schemas.microsoft.com/office/drawing/2014/main" id="{CAB3C756-882F-4CE0-8000-C4F93228493A}"/>
              </a:ext>
            </a:extLst>
          </p:cNvPr>
          <p:cNvSpPr>
            <a:spLocks xmlns:a="http://schemas.openxmlformats.org/drawingml/2006/main" noGrp="1"/>
          </p:cNvSpPr>
          <p:nvPr/>
        </p:nvSpPr>
        <p:spPr>
          <a:xfrm xmlns:a="http://schemas.openxmlformats.org/drawingml/2006/main">
            <a:off x="7524750" y="4238625"/>
            <a:ext cx="9525" cy="1143000"/>
          </a:xfrm>
          <a:custGeom xmlns:a="http://schemas.openxmlformats.org/drawingml/2006/main">
            <a:pathLst>
              <a:path w="9525" h="1143000">
                <a:moveTo>
                  <a:pt x="0" y="1143000"/>
                </a:moveTo>
                <a:lnTo>
                  <a:pt x="0" y="0"/>
                </a:lnTo>
              </a:path>
            </a:pathLst>
          </a:custGeom>
          <a:noFill xmlns:a="http://schemas.openxmlformats.org/drawingml/2006/main"/>
          <a:ln xmlns:a="http://schemas.openxmlformats.org/drawingml/2006/main" w="19050">
            <a:solidFill>
              <a:srgbClr val="6C7F8C"/>
            </a:solidFill>
          </a:ln>
        </p:spPr>
      </p:sp>
      <p:sp>
        <p:nvSpPr>
          <p:cNvPr id="79" name="">
            <a:extLst xmlns:a="http://schemas.openxmlformats.org/drawingml/2006/main">
              <a:ext uri="{FF2B5EF4-FFF2-40B4-BE49-F238E27FC236}">
                <a16:creationId xmlns:a16="http://schemas.microsoft.com/office/drawing/2014/main" id="{4E903AF1-CFE4-4AE6-BC42-0F98537E3144}"/>
              </a:ext>
            </a:extLst>
          </p:cNvPr>
          <p:cNvSpPr>
            <a:spLocks xmlns:a="http://schemas.openxmlformats.org/drawingml/2006/main" noGrp="1"/>
          </p:cNvSpPr>
          <p:nvPr/>
        </p:nvSpPr>
        <p:spPr>
          <a:xfrm xmlns:a="http://schemas.openxmlformats.org/drawingml/2006/main">
            <a:off x="7479176" y="4238625"/>
            <a:ext cx="91147" cy="94344"/>
          </a:xfrm>
          <a:custGeom xmlns:a="http://schemas.openxmlformats.org/drawingml/2006/main">
            <a:pathLst>
              <a:path w="91147" h="94344">
                <a:moveTo>
                  <a:pt x="91147" y="94344"/>
                </a:moveTo>
                <a:lnTo>
                  <a:pt x="45574" y="0"/>
                </a:lnTo>
                <a:lnTo>
                  <a:pt x="0" y="94344"/>
                </a:lnTo>
              </a:path>
            </a:pathLst>
          </a:custGeom>
          <a:noFill xmlns:a="http://schemas.openxmlformats.org/drawingml/2006/main"/>
          <a:ln xmlns:a="http://schemas.openxmlformats.org/drawingml/2006/main" w="19050">
            <a:solidFill>
              <a:srgbClr val="6C7F8C"/>
            </a:solidFill>
          </a:ln>
        </p:spPr>
      </p:sp>
      <p:sp>
        <p:nvSpPr>
          <p:cNvPr id="80" name="">
            <a:extLst xmlns:a="http://schemas.openxmlformats.org/drawingml/2006/main">
              <a:ext uri="{FF2B5EF4-FFF2-40B4-BE49-F238E27FC236}">
                <a16:creationId xmlns:a16="http://schemas.microsoft.com/office/drawing/2014/main" id="{BB45E4B7-568F-4379-9C0D-AFA4155F2758}"/>
              </a:ext>
            </a:extLst>
          </p:cNvPr>
          <p:cNvSpPr>
            <a:spLocks xmlns:a="http://schemas.openxmlformats.org/drawingml/2006/main" noGrp="1"/>
          </p:cNvSpPr>
          <p:nvPr/>
        </p:nvSpPr>
        <p:spPr>
          <a:xfrm xmlns:a="http://schemas.openxmlformats.org/drawingml/2006/main">
            <a:off x="7524750" y="4429125"/>
            <a:ext cx="3143250" cy="809625"/>
          </a:xfrm>
          <a:custGeom xmlns:a="http://schemas.openxmlformats.org/drawingml/2006/main">
            <a:pathLst>
              <a:path w="3143250" h="809625">
                <a:moveTo>
                  <a:pt x="0" y="809625"/>
                </a:moveTo>
                <a:lnTo>
                  <a:pt x="857250" y="809625"/>
                </a:lnTo>
                <a:lnTo>
                  <a:pt x="857250" y="0"/>
                </a:lnTo>
                <a:lnTo>
                  <a:pt x="3143250" y="0"/>
                </a:lnTo>
              </a:path>
            </a:pathLst>
          </a:custGeom>
          <a:noFill xmlns:a="http://schemas.openxmlformats.org/drawingml/2006/main"/>
          <a:ln xmlns:a="http://schemas.openxmlformats.org/drawingml/2006/main" w="38100">
            <a:solidFill>
              <a:srgbClr val="146BA4"/>
            </a:solidFill>
          </a:ln>
        </p:spPr>
      </p:sp>
      <p:sp>
        <p:nvSpPr>
          <p:cNvPr id="81" name="">
            <a:extLst xmlns:a="http://schemas.openxmlformats.org/drawingml/2006/main">
              <a:ext uri="{FF2B5EF4-FFF2-40B4-BE49-F238E27FC236}">
                <a16:creationId xmlns:a16="http://schemas.microsoft.com/office/drawing/2014/main" id="{49261342-F8FD-4941-B00A-088C175EB059}"/>
              </a:ext>
            </a:extLst>
          </p:cNvPr>
          <p:cNvSpPr>
            <a:spLocks xmlns:a="http://schemas.openxmlformats.org/drawingml/2006/main" noGrp="1"/>
          </p:cNvSpPr>
          <p:nvPr/>
        </p:nvSpPr>
        <p:spPr>
          <a:xfrm xmlns:a="http://schemas.openxmlformats.org/drawingml/2006/main">
            <a:off x="4762500" y="5495925"/>
            <a:ext cx="171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6C7F8C"/>
                </a:solidFill>
                <a:latin typeface="Arial"/>
                <a:ea typeface="Arial"/>
                <a:cs typeface="Arial"/>
              </a:defRPr>
            </a:defPPr>
          </a:lstStyle>
          <a:p xmlns:a="http://schemas.openxmlformats.org/drawingml/2006/main">
            <a:pPr algn="l">
              <a:defRPr sz="2400" b="0">
                <a:solidFill>
                  <a:srgbClr val="6C7F8C"/>
                </a:solidFill>
                <a:latin typeface="Arial"/>
                <a:ea typeface="Arial"/>
                <a:cs typeface="Arial"/>
              </a:defRPr>
            </a:pPr>
            <a:r>
              <a:rPr sz="2400" b="0">
                <a:solidFill>
                  <a:srgbClr val="6C7F8C"/>
                </a:solidFill>
                <a:latin typeface="Arial"/>
                <a:ea typeface="Arial"/>
                <a:cs typeface="Arial"/>
              </a:rPr>
              <a:t>Tiempo</a:t>
            </a:r>
          </a:p>
        </p:txBody>
      </p:sp>
      <p:sp>
        <p:nvSpPr>
          <p:cNvPr id="82" name="">
            <a:extLst xmlns:a="http://schemas.openxmlformats.org/drawingml/2006/main">
              <a:ext uri="{FF2B5EF4-FFF2-40B4-BE49-F238E27FC236}">
                <a16:creationId xmlns:a16="http://schemas.microsoft.com/office/drawing/2014/main" id="{CC159535-70B6-4F03-892A-933448A510B8}"/>
              </a:ext>
            </a:extLst>
          </p:cNvPr>
          <p:cNvSpPr>
            <a:spLocks xmlns:a="http://schemas.openxmlformats.org/drawingml/2006/main" noGrp="1"/>
          </p:cNvSpPr>
          <p:nvPr/>
        </p:nvSpPr>
        <p:spPr>
          <a:xfrm xmlns:a="http://schemas.openxmlformats.org/drawingml/2006/main">
            <a:off x="9572625" y="5495925"/>
            <a:ext cx="171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6C7F8C"/>
                </a:solidFill>
                <a:latin typeface="Arial"/>
                <a:ea typeface="Arial"/>
                <a:cs typeface="Arial"/>
              </a:defRPr>
            </a:defPPr>
          </a:lstStyle>
          <a:p xmlns:a="http://schemas.openxmlformats.org/drawingml/2006/main">
            <a:pPr algn="l">
              <a:defRPr sz="2400" b="0">
                <a:solidFill>
                  <a:srgbClr val="6C7F8C"/>
                </a:solidFill>
                <a:latin typeface="Arial"/>
                <a:ea typeface="Arial"/>
                <a:cs typeface="Arial"/>
              </a:defRPr>
            </a:pPr>
            <a:r>
              <a:rPr sz="2400" b="0">
                <a:solidFill>
                  <a:srgbClr val="6C7F8C"/>
                </a:solidFill>
                <a:latin typeface="Arial"/>
                <a:ea typeface="Arial"/>
                <a:cs typeface="Arial"/>
              </a:rPr>
              <a:t>Tiempo</a:t>
            </a:r>
          </a:p>
        </p:txBody>
      </p:sp>
    </p:spTree>
    <p:extLst>
      <p:ext uri="{BB962C8B-B14F-4D97-AF65-F5344CB8AC3E}">
        <p14:creationId xmlns:p14="http://schemas.microsoft.com/office/powerpoint/2010/main" val="148928879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6" name="">
            <a:extLst xmlns:a="http://schemas.openxmlformats.org/drawingml/2006/main">
              <a:ext uri="{FF2B5EF4-FFF2-40B4-BE49-F238E27FC236}">
                <a16:creationId xmlns:a16="http://schemas.microsoft.com/office/drawing/2014/main" id="{B0B6B51D-A64E-4823-8164-67C29D7BCDEE}"/>
              </a:ext>
            </a:extLst>
          </p:cNvPr>
          <p:cNvSpPr>
            <a:spLocks xmlns:a="http://schemas.openxmlformats.org/drawingml/2006/main" noGrp="1"/>
          </p:cNvSpPr>
          <p:nvPr/>
        </p:nvSpPr>
        <p:spPr>
          <a:xfrm xmlns:a="http://schemas.openxmlformats.org/drawingml/2006/main">
            <a:off x="457200" y="266700"/>
            <a:ext cx="11239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3300" b="1">
                <a:solidFill>
                  <a:srgbClr val="142C40"/>
                </a:solidFill>
                <a:latin typeface="Arial"/>
                <a:ea typeface="Arial"/>
                <a:cs typeface="Arial"/>
              </a:defRPr>
            </a:defPPr>
          </a:lstStyle>
          <a:p xmlns:a="http://schemas.openxmlformats.org/drawingml/2006/main">
            <a:pPr algn="l">
              <a:defRPr sz="3300" b="1">
                <a:solidFill>
                  <a:srgbClr val="142C40"/>
                </a:solidFill>
                <a:latin typeface="Arial"/>
                <a:ea typeface="Arial"/>
                <a:cs typeface="Arial"/>
              </a:defRPr>
            </a:pPr>
            <a:r>
              <a:rPr sz="3300" b="1">
                <a:solidFill>
                  <a:srgbClr val="142C40"/>
                </a:solidFill>
                <a:latin typeface="Arial"/>
                <a:ea typeface="Arial"/>
                <a:cs typeface="Arial"/>
              </a:rPr>
              <a:t>La protección actúa en varios niveles</a:t>
            </a:r>
          </a:p>
        </p:txBody>
      </p:sp>
      <p:sp>
        <p:nvSpPr>
          <p:cNvPr id="2" name="">
            <a:extLst xmlns:a="http://schemas.openxmlformats.org/drawingml/2006/main">
              <a:ext uri="{FF2B5EF4-FFF2-40B4-BE49-F238E27FC236}">
                <a16:creationId xmlns:a16="http://schemas.microsoft.com/office/drawing/2014/main" id="{4CBA4662-E02D-4DE8-967C-F77634E0A0BB}"/>
              </a:ext>
            </a:extLst>
          </p:cNvPr>
          <p:cNvSpPr>
            <a:spLocks xmlns:a="http://schemas.openxmlformats.org/drawingml/2006/main" noGrp="1"/>
          </p:cNvSpPr>
          <p:nvPr/>
        </p:nvSpPr>
        <p:spPr>
          <a:xfrm xmlns:a="http://schemas.openxmlformats.org/drawingml/2006/main">
            <a:off x="457200" y="6096000"/>
            <a:ext cx="11258550" cy="9525"/>
          </a:xfrm>
          <a:custGeom xmlns:a="http://schemas.openxmlformats.org/drawingml/2006/main">
            <a:pathLst>
              <a:path w="11258550" h="9525">
                <a:moveTo>
                  <a:pt x="0" y="0"/>
                </a:moveTo>
                <a:lnTo>
                  <a:pt x="11258550" y="0"/>
                </a:lnTo>
              </a:path>
            </a:pathLst>
          </a:custGeom>
          <a:noFill xmlns:a="http://schemas.openxmlformats.org/drawingml/2006/main"/>
          <a:ln xmlns:a="http://schemas.openxmlformats.org/drawingml/2006/main" w="9525">
            <a:solidFill>
              <a:srgbClr val="B9C8D2"/>
            </a:solidFill>
          </a:ln>
        </p:spPr>
      </p:sp>
      <p:sp>
        <p:nvSpPr>
          <p:cNvPr id="3" name="">
            <a:extLst xmlns:a="http://schemas.openxmlformats.org/drawingml/2006/main">
              <a:ext uri="{FF2B5EF4-FFF2-40B4-BE49-F238E27FC236}">
                <a16:creationId xmlns:a16="http://schemas.microsoft.com/office/drawing/2014/main" id="{E54E98FF-677B-4B98-B2A9-763D069A18F1}"/>
              </a:ext>
            </a:extLst>
          </p:cNvPr>
          <p:cNvSpPr>
            <a:spLocks xmlns:a="http://schemas.openxmlformats.org/drawingml/2006/main" noGrp="1"/>
          </p:cNvSpPr>
          <p:nvPr/>
        </p:nvSpPr>
        <p:spPr>
          <a:xfrm xmlns:a="http://schemas.openxmlformats.org/drawingml/2006/main">
            <a:off x="457200" y="627697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6C7F8C"/>
                </a:solidFill>
                <a:latin typeface="Arial"/>
                <a:ea typeface="Arial"/>
                <a:cs typeface="Arial"/>
              </a:defRPr>
            </a:defPPr>
          </a:lstStyle>
          <a:p xmlns:a="http://schemas.openxmlformats.org/drawingml/2006/main">
            <a:pPr algn="l">
              <a:defRPr sz="2400" b="0">
                <a:solidFill>
                  <a:srgbClr val="6C7F8C"/>
                </a:solidFill>
                <a:latin typeface="Arial"/>
                <a:ea typeface="Arial"/>
                <a:cs typeface="Arial"/>
              </a:defRPr>
            </a:pPr>
            <a:r>
              <a:rPr sz="2400" b="0">
                <a:solidFill>
                  <a:srgbClr val="6C7F8C"/>
                </a:solidFill>
                <a:latin typeface="Arial"/>
                <a:ea typeface="Arial"/>
                <a:cs typeface="Arial"/>
              </a:rPr>
              <a:t>Voyager · S01, S04, S09–S15</a:t>
            </a:r>
          </a:p>
        </p:txBody>
      </p:sp>
      <p:sp>
        <p:nvSpPr>
          <p:cNvPr id="4" name="">
            <a:extLst xmlns:a="http://schemas.openxmlformats.org/drawingml/2006/main">
              <a:ext uri="{FF2B5EF4-FFF2-40B4-BE49-F238E27FC236}">
                <a16:creationId xmlns:a16="http://schemas.microsoft.com/office/drawing/2014/main" id="{6B572D79-69CC-41B6-BCBA-CB486B4A2987}"/>
              </a:ext>
            </a:extLst>
          </p:cNvPr>
          <p:cNvSpPr>
            <a:spLocks xmlns:a="http://schemas.openxmlformats.org/drawingml/2006/main" noGrp="1"/>
          </p:cNvSpPr>
          <p:nvPr/>
        </p:nvSpPr>
        <p:spPr>
          <a:xfrm xmlns:a="http://schemas.openxmlformats.org/drawingml/2006/main">
            <a:off x="11163300" y="6276975"/>
            <a:ext cx="66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6BA4"/>
                </a:solidFill>
                <a:latin typeface="Arial"/>
                <a:ea typeface="Arial"/>
                <a:cs typeface="Arial"/>
              </a:defRPr>
            </a:defPPr>
          </a:lstStyle>
          <a:p xmlns:a="http://schemas.openxmlformats.org/drawingml/2006/main">
            <a:pPr algn="l">
              <a:defRPr sz="2400" b="1">
                <a:solidFill>
                  <a:srgbClr val="146BA4"/>
                </a:solidFill>
                <a:latin typeface="Arial"/>
                <a:ea typeface="Arial"/>
                <a:cs typeface="Arial"/>
              </a:defRPr>
            </a:pPr>
            <a:r>
              <a:rPr sz="2400" b="1">
                <a:solidFill>
                  <a:srgbClr val="146BA4"/>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0D864C0D-D354-47CB-8B13-B03D5BB5FF74}"/>
              </a:ext>
            </a:extLst>
          </p:cNvPr>
          <p:cNvSpPr>
            <a:spLocks xmlns:a="http://schemas.openxmlformats.org/drawingml/2006/main" noGrp="1"/>
          </p:cNvSpPr>
          <p:nvPr/>
        </p:nvSpPr>
        <p:spPr>
          <a:xfrm xmlns:a="http://schemas.openxmlformats.org/drawingml/2006/main">
            <a:off x="952500" y="3476625"/>
            <a:ext cx="9525" cy="238125"/>
          </a:xfrm>
          <a:custGeom xmlns:a="http://schemas.openxmlformats.org/drawingml/2006/main">
            <a:pathLst>
              <a:path w="9525" h="238125">
                <a:moveTo>
                  <a:pt x="0" y="0"/>
                </a:moveTo>
                <a:lnTo>
                  <a:pt x="0" y="238125"/>
                </a:lnTo>
              </a:path>
            </a:pathLst>
          </a:custGeom>
          <a:noFill xmlns:a="http://schemas.openxmlformats.org/drawingml/2006/main"/>
          <a:ln xmlns:a="http://schemas.openxmlformats.org/drawingml/2006/main" w="28575">
            <a:solidFill>
              <a:srgbClr val="142C40"/>
            </a:solidFill>
          </a:ln>
        </p:spPr>
      </p:sp>
      <p:sp>
        <p:nvSpPr>
          <p:cNvPr id="6" name="">
            <a:extLst xmlns:a="http://schemas.openxmlformats.org/drawingml/2006/main">
              <a:ext uri="{FF2B5EF4-FFF2-40B4-BE49-F238E27FC236}">
                <a16:creationId xmlns:a16="http://schemas.microsoft.com/office/drawing/2014/main" id="{E83FB1F0-D9A0-45C1-8CB0-8D7ED9473AD7}"/>
              </a:ext>
            </a:extLst>
          </p:cNvPr>
          <p:cNvSpPr>
            <a:spLocks xmlns:a="http://schemas.openxmlformats.org/drawingml/2006/main" noGrp="1"/>
          </p:cNvSpPr>
          <p:nvPr/>
        </p:nvSpPr>
        <p:spPr>
          <a:xfrm xmlns:a="http://schemas.openxmlformats.org/drawingml/2006/main">
            <a:off x="762000" y="3714750"/>
            <a:ext cx="381000" cy="9525"/>
          </a:xfrm>
          <a:custGeom xmlns:a="http://schemas.openxmlformats.org/drawingml/2006/main">
            <a:pathLst>
              <a:path w="381000" h="9525">
                <a:moveTo>
                  <a:pt x="0" y="0"/>
                </a:moveTo>
                <a:lnTo>
                  <a:pt x="381000" y="0"/>
                </a:lnTo>
              </a:path>
            </a:pathLst>
          </a:custGeom>
          <a:noFill xmlns:a="http://schemas.openxmlformats.org/drawingml/2006/main"/>
          <a:ln xmlns:a="http://schemas.openxmlformats.org/drawingml/2006/main" w="28575">
            <a:solidFill>
              <a:srgbClr val="142C40"/>
            </a:solidFill>
          </a:ln>
        </p:spPr>
      </p:sp>
      <p:sp>
        <p:nvSpPr>
          <p:cNvPr id="7" name="">
            <a:extLst xmlns:a="http://schemas.openxmlformats.org/drawingml/2006/main">
              <a:ext uri="{FF2B5EF4-FFF2-40B4-BE49-F238E27FC236}">
                <a16:creationId xmlns:a16="http://schemas.microsoft.com/office/drawing/2014/main" id="{937CB0E3-AD78-4572-9F00-F54C1EE5C0CB}"/>
              </a:ext>
            </a:extLst>
          </p:cNvPr>
          <p:cNvSpPr>
            <a:spLocks xmlns:a="http://schemas.openxmlformats.org/drawingml/2006/main" noGrp="1"/>
          </p:cNvSpPr>
          <p:nvPr/>
        </p:nvSpPr>
        <p:spPr>
          <a:xfrm xmlns:a="http://schemas.openxmlformats.org/drawingml/2006/main">
            <a:off x="762000" y="3714750"/>
            <a:ext cx="381000" cy="381000"/>
          </a:xfrm>
          <a:custGeom xmlns:a="http://schemas.openxmlformats.org/drawingml/2006/main">
            <a:pathLst>
              <a:path w="381000" h="381000">
                <a:moveTo>
                  <a:pt x="0" y="381000"/>
                </a:moveTo>
                <a:lnTo>
                  <a:pt x="381000" y="381000"/>
                </a:lnTo>
                <a:lnTo>
                  <a:pt x="190500" y="0"/>
                </a:lnTo>
                <a:close/>
              </a:path>
            </a:pathLst>
          </a:custGeom>
          <a:noFill xmlns:a="http://schemas.openxmlformats.org/drawingml/2006/main"/>
          <a:ln xmlns:a="http://schemas.openxmlformats.org/drawingml/2006/main" w="28575">
            <a:solidFill>
              <a:srgbClr val="142C40"/>
            </a:solidFill>
          </a:ln>
        </p:spPr>
      </p:sp>
      <p:sp>
        <p:nvSpPr>
          <p:cNvPr id="8" name="">
            <a:extLst xmlns:a="http://schemas.openxmlformats.org/drawingml/2006/main">
              <a:ext uri="{FF2B5EF4-FFF2-40B4-BE49-F238E27FC236}">
                <a16:creationId xmlns:a16="http://schemas.microsoft.com/office/drawing/2014/main" id="{BF5745AE-C8FE-4FE8-9CCE-FA036D559903}"/>
              </a:ext>
            </a:extLst>
          </p:cNvPr>
          <p:cNvSpPr>
            <a:spLocks xmlns:a="http://schemas.openxmlformats.org/drawingml/2006/main" noGrp="1"/>
          </p:cNvSpPr>
          <p:nvPr/>
        </p:nvSpPr>
        <p:spPr>
          <a:xfrm xmlns:a="http://schemas.openxmlformats.org/drawingml/2006/main">
            <a:off x="952500" y="4095750"/>
            <a:ext cx="9525" cy="238125"/>
          </a:xfrm>
          <a:custGeom xmlns:a="http://schemas.openxmlformats.org/drawingml/2006/main">
            <a:pathLst>
              <a:path w="9525" h="238125">
                <a:moveTo>
                  <a:pt x="0" y="0"/>
                </a:moveTo>
                <a:lnTo>
                  <a:pt x="0" y="238125"/>
                </a:lnTo>
              </a:path>
            </a:pathLst>
          </a:custGeom>
          <a:noFill xmlns:a="http://schemas.openxmlformats.org/drawingml/2006/main"/>
          <a:ln xmlns:a="http://schemas.openxmlformats.org/drawingml/2006/main" w="28575">
            <a:solidFill>
              <a:srgbClr val="142C40"/>
            </a:solidFill>
          </a:ln>
        </p:spPr>
      </p:sp>
      <p:sp>
        <p:nvSpPr>
          <p:cNvPr id="9" name="">
            <a:extLst xmlns:a="http://schemas.openxmlformats.org/drawingml/2006/main">
              <a:ext uri="{FF2B5EF4-FFF2-40B4-BE49-F238E27FC236}">
                <a16:creationId xmlns:a16="http://schemas.microsoft.com/office/drawing/2014/main" id="{85A48234-4DEB-470D-B5E7-C4197E798B49}"/>
              </a:ext>
            </a:extLst>
          </p:cNvPr>
          <p:cNvSpPr>
            <a:spLocks xmlns:a="http://schemas.openxmlformats.org/drawingml/2006/main" noGrp="1"/>
          </p:cNvSpPr>
          <p:nvPr/>
        </p:nvSpPr>
        <p:spPr>
          <a:xfrm xmlns:a="http://schemas.openxmlformats.org/drawingml/2006/main">
            <a:off x="952500" y="4333875"/>
            <a:ext cx="9525" cy="114300"/>
          </a:xfrm>
          <a:custGeom xmlns:a="http://schemas.openxmlformats.org/drawingml/2006/main">
            <a:pathLst>
              <a:path w="9525" h="114300">
                <a:moveTo>
                  <a:pt x="0" y="0"/>
                </a:moveTo>
                <a:lnTo>
                  <a:pt x="0" y="114300"/>
                </a:lnTo>
              </a:path>
            </a:pathLst>
          </a:custGeom>
          <a:noFill xmlns:a="http://schemas.openxmlformats.org/drawingml/2006/main"/>
          <a:ln xmlns:a="http://schemas.openxmlformats.org/drawingml/2006/main" w="28575">
            <a:solidFill>
              <a:srgbClr val="142C40"/>
            </a:solidFill>
          </a:ln>
        </p:spPr>
      </p:sp>
      <p:sp>
        <p:nvSpPr>
          <p:cNvPr id="10" name="">
            <a:extLst xmlns:a="http://schemas.openxmlformats.org/drawingml/2006/main">
              <a:ext uri="{FF2B5EF4-FFF2-40B4-BE49-F238E27FC236}">
                <a16:creationId xmlns:a16="http://schemas.microsoft.com/office/drawing/2014/main" id="{C2F90DAB-D8B0-40A8-912B-2A23B60E48F9}"/>
              </a:ext>
            </a:extLst>
          </p:cNvPr>
          <p:cNvSpPr>
            <a:spLocks xmlns:a="http://schemas.openxmlformats.org/drawingml/2006/main" noGrp="1"/>
          </p:cNvSpPr>
          <p:nvPr/>
        </p:nvSpPr>
        <p:spPr>
          <a:xfrm xmlns:a="http://schemas.openxmlformats.org/drawingml/2006/main">
            <a:off x="723900" y="4448175"/>
            <a:ext cx="457200" cy="9525"/>
          </a:xfrm>
          <a:custGeom xmlns:a="http://schemas.openxmlformats.org/drawingml/2006/main">
            <a:pathLst>
              <a:path w="457200" h="9525">
                <a:moveTo>
                  <a:pt x="0" y="0"/>
                </a:moveTo>
                <a:lnTo>
                  <a:pt x="457200" y="0"/>
                </a:lnTo>
              </a:path>
            </a:pathLst>
          </a:custGeom>
          <a:noFill xmlns:a="http://schemas.openxmlformats.org/drawingml/2006/main"/>
          <a:ln xmlns:a="http://schemas.openxmlformats.org/drawingml/2006/main" w="19050">
            <a:solidFill>
              <a:srgbClr val="142C40"/>
            </a:solidFill>
          </a:ln>
        </p:spPr>
      </p:sp>
      <p:sp>
        <p:nvSpPr>
          <p:cNvPr id="11" name="">
            <a:extLst xmlns:a="http://schemas.openxmlformats.org/drawingml/2006/main">
              <a:ext uri="{FF2B5EF4-FFF2-40B4-BE49-F238E27FC236}">
                <a16:creationId xmlns:a16="http://schemas.microsoft.com/office/drawing/2014/main" id="{4D7BBC0D-969D-4385-8ED2-C973C2596A00}"/>
              </a:ext>
            </a:extLst>
          </p:cNvPr>
          <p:cNvSpPr>
            <a:spLocks xmlns:a="http://schemas.openxmlformats.org/drawingml/2006/main" noGrp="1"/>
          </p:cNvSpPr>
          <p:nvPr/>
        </p:nvSpPr>
        <p:spPr>
          <a:xfrm xmlns:a="http://schemas.openxmlformats.org/drawingml/2006/main">
            <a:off x="809625" y="4524375"/>
            <a:ext cx="285750" cy="9525"/>
          </a:xfrm>
          <a:custGeom xmlns:a="http://schemas.openxmlformats.org/drawingml/2006/main">
            <a:pathLst>
              <a:path w="285750" h="9525">
                <a:moveTo>
                  <a:pt x="0" y="0"/>
                </a:moveTo>
                <a:lnTo>
                  <a:pt x="285750" y="0"/>
                </a:lnTo>
              </a:path>
            </a:pathLst>
          </a:custGeom>
          <a:noFill xmlns:a="http://schemas.openxmlformats.org/drawingml/2006/main"/>
          <a:ln xmlns:a="http://schemas.openxmlformats.org/drawingml/2006/main" w="19050">
            <a:solidFill>
              <a:srgbClr val="142C40"/>
            </a:solidFill>
          </a:ln>
        </p:spPr>
      </p:sp>
      <p:sp>
        <p:nvSpPr>
          <p:cNvPr id="12" name="">
            <a:extLst xmlns:a="http://schemas.openxmlformats.org/drawingml/2006/main">
              <a:ext uri="{FF2B5EF4-FFF2-40B4-BE49-F238E27FC236}">
                <a16:creationId xmlns:a16="http://schemas.microsoft.com/office/drawing/2014/main" id="{A5BC9382-A927-4F50-B3A3-BEB5CF6E73BD}"/>
              </a:ext>
            </a:extLst>
          </p:cNvPr>
          <p:cNvSpPr>
            <a:spLocks xmlns:a="http://schemas.openxmlformats.org/drawingml/2006/main" noGrp="1"/>
          </p:cNvSpPr>
          <p:nvPr/>
        </p:nvSpPr>
        <p:spPr>
          <a:xfrm xmlns:a="http://schemas.openxmlformats.org/drawingml/2006/main">
            <a:off x="895350" y="4600575"/>
            <a:ext cx="114300" cy="9525"/>
          </a:xfrm>
          <a:custGeom xmlns:a="http://schemas.openxmlformats.org/drawingml/2006/main">
            <a:pathLst>
              <a:path w="114300" h="9525">
                <a:moveTo>
                  <a:pt x="0" y="0"/>
                </a:moveTo>
                <a:lnTo>
                  <a:pt x="114300" y="0"/>
                </a:lnTo>
              </a:path>
            </a:pathLst>
          </a:custGeom>
          <a:noFill xmlns:a="http://schemas.openxmlformats.org/drawingml/2006/main"/>
          <a:ln xmlns:a="http://schemas.openxmlformats.org/drawingml/2006/main" w="19050">
            <a:solidFill>
              <a:srgbClr val="142C40"/>
            </a:solidFill>
          </a:ln>
        </p:spPr>
      </p:sp>
      <p:sp>
        <p:nvSpPr>
          <p:cNvPr id="13" name="">
            <a:extLst xmlns:a="http://schemas.openxmlformats.org/drawingml/2006/main">
              <a:ext uri="{FF2B5EF4-FFF2-40B4-BE49-F238E27FC236}">
                <a16:creationId xmlns:a16="http://schemas.microsoft.com/office/drawing/2014/main" id="{58233976-1D0D-4EDE-95C9-E70C9C5843D4}"/>
              </a:ext>
            </a:extLst>
          </p:cNvPr>
          <p:cNvSpPr>
            <a:spLocks xmlns:a="http://schemas.openxmlformats.org/drawingml/2006/main" noGrp="1"/>
          </p:cNvSpPr>
          <p:nvPr/>
        </p:nvSpPr>
        <p:spPr>
          <a:xfrm xmlns:a="http://schemas.openxmlformats.org/drawingml/2006/main">
            <a:off x="952500" y="3476625"/>
            <a:ext cx="857250" cy="9525"/>
          </a:xfrm>
          <a:custGeom xmlns:a="http://schemas.openxmlformats.org/drawingml/2006/main">
            <a:pathLst>
              <a:path w="857250" h="9525">
                <a:moveTo>
                  <a:pt x="0" y="0"/>
                </a:moveTo>
                <a:lnTo>
                  <a:pt x="857250" y="0"/>
                </a:lnTo>
              </a:path>
            </a:pathLst>
          </a:custGeom>
          <a:noFill xmlns:a="http://schemas.openxmlformats.org/drawingml/2006/main"/>
          <a:ln xmlns:a="http://schemas.openxmlformats.org/drawingml/2006/main" w="28575">
            <a:solidFill>
              <a:srgbClr val="142C40"/>
            </a:solidFill>
          </a:ln>
        </p:spPr>
      </p:sp>
      <p:sp>
        <p:nvSpPr>
          <p:cNvPr id="14" name="">
            <a:extLst xmlns:a="http://schemas.openxmlformats.org/drawingml/2006/main">
              <a:ext uri="{FF2B5EF4-FFF2-40B4-BE49-F238E27FC236}">
                <a16:creationId xmlns:a16="http://schemas.microsoft.com/office/drawing/2014/main" id="{DB6B64A6-44DC-49D4-8950-2202F19F5063}"/>
              </a:ext>
            </a:extLst>
          </p:cNvPr>
          <p:cNvSpPr>
            <a:spLocks xmlns:a="http://schemas.openxmlformats.org/drawingml/2006/main" noGrp="1"/>
          </p:cNvSpPr>
          <p:nvPr/>
        </p:nvSpPr>
        <p:spPr>
          <a:xfrm xmlns:a="http://schemas.openxmlformats.org/drawingml/2006/main">
            <a:off x="1809750" y="3476625"/>
            <a:ext cx="190500" cy="9525"/>
          </a:xfrm>
          <a:custGeom xmlns:a="http://schemas.openxmlformats.org/drawingml/2006/main">
            <a:pathLst>
              <a:path w="190500" h="9525">
                <a:moveTo>
                  <a:pt x="0" y="0"/>
                </a:moveTo>
                <a:lnTo>
                  <a:pt x="190500" y="0"/>
                </a:lnTo>
              </a:path>
            </a:pathLst>
          </a:custGeom>
          <a:noFill xmlns:a="http://schemas.openxmlformats.org/drawingml/2006/main"/>
          <a:ln xmlns:a="http://schemas.openxmlformats.org/drawingml/2006/main" w="28575">
            <a:solidFill>
              <a:srgbClr val="142C40"/>
            </a:solidFill>
          </a:ln>
        </p:spPr>
      </p:sp>
      <p:sp>
        <p:nvSpPr>
          <p:cNvPr id="15" name="">
            <a:extLst xmlns:a="http://schemas.openxmlformats.org/drawingml/2006/main">
              <a:ext uri="{FF2B5EF4-FFF2-40B4-BE49-F238E27FC236}">
                <a16:creationId xmlns:a16="http://schemas.microsoft.com/office/drawing/2014/main" id="{327E6D65-8774-406E-9816-15B153FDD327}"/>
              </a:ext>
            </a:extLst>
          </p:cNvPr>
          <p:cNvSpPr>
            <a:spLocks xmlns:a="http://schemas.openxmlformats.org/drawingml/2006/main" noGrp="1"/>
          </p:cNvSpPr>
          <p:nvPr/>
        </p:nvSpPr>
        <p:spPr>
          <a:xfrm xmlns:a="http://schemas.openxmlformats.org/drawingml/2006/main">
            <a:off x="2000250" y="3362325"/>
            <a:ext cx="571500" cy="228600"/>
          </a:xfrm>
          <a:prstGeom xmlns:a="http://schemas.openxmlformats.org/drawingml/2006/main" prst="rect">
            <a:avLst/>
          </a:prstGeom>
          <a:noFill xmlns:a="http://schemas.openxmlformats.org/drawingml/2006/main"/>
          <a:ln xmlns:a="http://schemas.openxmlformats.org/drawingml/2006/main" w="19050">
            <a:solidFill>
              <a:srgbClr val="142C40"/>
            </a:solidFill>
          </a:ln>
        </p:spPr>
      </p:sp>
      <p:sp>
        <p:nvSpPr>
          <p:cNvPr id="16" name="">
            <a:extLst xmlns:a="http://schemas.openxmlformats.org/drawingml/2006/main">
              <a:ext uri="{FF2B5EF4-FFF2-40B4-BE49-F238E27FC236}">
                <a16:creationId xmlns:a16="http://schemas.microsoft.com/office/drawing/2014/main" id="{69EA520F-3128-4662-9641-4D708B692C8A}"/>
              </a:ext>
            </a:extLst>
          </p:cNvPr>
          <p:cNvSpPr>
            <a:spLocks xmlns:a="http://schemas.openxmlformats.org/drawingml/2006/main" noGrp="1"/>
          </p:cNvSpPr>
          <p:nvPr/>
        </p:nvSpPr>
        <p:spPr>
          <a:xfrm xmlns:a="http://schemas.openxmlformats.org/drawingml/2006/main">
            <a:off x="2571750" y="3476625"/>
            <a:ext cx="190500" cy="9525"/>
          </a:xfrm>
          <a:custGeom xmlns:a="http://schemas.openxmlformats.org/drawingml/2006/main">
            <a:pathLst>
              <a:path w="190500" h="9525">
                <a:moveTo>
                  <a:pt x="0" y="0"/>
                </a:moveTo>
                <a:lnTo>
                  <a:pt x="190500" y="0"/>
                </a:lnTo>
              </a:path>
            </a:pathLst>
          </a:custGeom>
          <a:noFill xmlns:a="http://schemas.openxmlformats.org/drawingml/2006/main"/>
          <a:ln xmlns:a="http://schemas.openxmlformats.org/drawingml/2006/main" w="28575">
            <a:solidFill>
              <a:srgbClr val="142C40"/>
            </a:solidFill>
          </a:ln>
        </p:spPr>
      </p:sp>
      <p:sp>
        <p:nvSpPr>
          <p:cNvPr id="17" name="">
            <a:extLst xmlns:a="http://schemas.openxmlformats.org/drawingml/2006/main">
              <a:ext uri="{FF2B5EF4-FFF2-40B4-BE49-F238E27FC236}">
                <a16:creationId xmlns:a16="http://schemas.microsoft.com/office/drawing/2014/main" id="{5D43E299-129F-4A28-962A-537E103059BA}"/>
              </a:ext>
            </a:extLst>
          </p:cNvPr>
          <p:cNvSpPr>
            <a:spLocks xmlns:a="http://schemas.openxmlformats.org/drawingml/2006/main" noGrp="1"/>
          </p:cNvSpPr>
          <p:nvPr/>
        </p:nvSpPr>
        <p:spPr>
          <a:xfrm xmlns:a="http://schemas.openxmlformats.org/drawingml/2006/main">
            <a:off x="2762250" y="3476625"/>
            <a:ext cx="1476375" cy="9525"/>
          </a:xfrm>
          <a:custGeom xmlns:a="http://schemas.openxmlformats.org/drawingml/2006/main">
            <a:pathLst>
              <a:path w="1476375" h="9525">
                <a:moveTo>
                  <a:pt x="0" y="0"/>
                </a:moveTo>
                <a:lnTo>
                  <a:pt x="1476375" y="0"/>
                </a:lnTo>
              </a:path>
            </a:pathLst>
          </a:custGeom>
          <a:noFill xmlns:a="http://schemas.openxmlformats.org/drawingml/2006/main"/>
          <a:ln xmlns:a="http://schemas.openxmlformats.org/drawingml/2006/main" w="28575">
            <a:solidFill>
              <a:srgbClr val="142C40"/>
            </a:solidFill>
          </a:ln>
        </p:spPr>
      </p:sp>
      <p:sp>
        <p:nvSpPr>
          <p:cNvPr id="18" name="">
            <a:extLst xmlns:a="http://schemas.openxmlformats.org/drawingml/2006/main">
              <a:ext uri="{FF2B5EF4-FFF2-40B4-BE49-F238E27FC236}">
                <a16:creationId xmlns:a16="http://schemas.microsoft.com/office/drawing/2014/main" id="{6A6DD8C6-ED95-4270-81A3-7F812DF633A8}"/>
              </a:ext>
            </a:extLst>
          </p:cNvPr>
          <p:cNvSpPr>
            <a:spLocks xmlns:a="http://schemas.openxmlformats.org/drawingml/2006/main" noGrp="1"/>
          </p:cNvSpPr>
          <p:nvPr/>
        </p:nvSpPr>
        <p:spPr>
          <a:xfrm xmlns:a="http://schemas.openxmlformats.org/drawingml/2006/main">
            <a:off x="3190875" y="3429000"/>
            <a:ext cx="95250" cy="95250"/>
          </a:xfrm>
          <a:prstGeom xmlns:a="http://schemas.openxmlformats.org/drawingml/2006/main" prst="ellipse">
            <a:avLst/>
          </a:prstGeom>
          <a:solidFill xmlns:a="http://schemas.openxmlformats.org/drawingml/2006/main">
            <a:srgbClr val="142C40"/>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D083CD72-F001-497C-8BDD-54FCCE12977C}"/>
              </a:ext>
            </a:extLst>
          </p:cNvPr>
          <p:cNvSpPr>
            <a:spLocks xmlns:a="http://schemas.openxmlformats.org/drawingml/2006/main" noGrp="1"/>
          </p:cNvSpPr>
          <p:nvPr/>
        </p:nvSpPr>
        <p:spPr>
          <a:xfrm xmlns:a="http://schemas.openxmlformats.org/drawingml/2006/main">
            <a:off x="3238500" y="3476625"/>
            <a:ext cx="9525" cy="371475"/>
          </a:xfrm>
          <a:custGeom xmlns:a="http://schemas.openxmlformats.org/drawingml/2006/main">
            <a:pathLst>
              <a:path w="9525" h="371475">
                <a:moveTo>
                  <a:pt x="0" y="0"/>
                </a:moveTo>
                <a:lnTo>
                  <a:pt x="0" y="371475"/>
                </a:lnTo>
              </a:path>
            </a:pathLst>
          </a:custGeom>
          <a:noFill xmlns:a="http://schemas.openxmlformats.org/drawingml/2006/main"/>
          <a:ln xmlns:a="http://schemas.openxmlformats.org/drawingml/2006/main" w="28575">
            <a:solidFill>
              <a:srgbClr val="142C40"/>
            </a:solidFill>
          </a:ln>
        </p:spPr>
      </p:sp>
      <p:sp>
        <p:nvSpPr>
          <p:cNvPr id="20" name="">
            <a:extLst xmlns:a="http://schemas.openxmlformats.org/drawingml/2006/main">
              <a:ext uri="{FF2B5EF4-FFF2-40B4-BE49-F238E27FC236}">
                <a16:creationId xmlns:a16="http://schemas.microsoft.com/office/drawing/2014/main" id="{747DA654-9B8B-4C01-888E-9B798A4CD592}"/>
              </a:ext>
            </a:extLst>
          </p:cNvPr>
          <p:cNvSpPr>
            <a:spLocks xmlns:a="http://schemas.openxmlformats.org/drawingml/2006/main" noGrp="1"/>
          </p:cNvSpPr>
          <p:nvPr/>
        </p:nvSpPr>
        <p:spPr>
          <a:xfrm xmlns:a="http://schemas.openxmlformats.org/drawingml/2006/main">
            <a:off x="3009900" y="3848100"/>
            <a:ext cx="457200" cy="9525"/>
          </a:xfrm>
          <a:custGeom xmlns:a="http://schemas.openxmlformats.org/drawingml/2006/main">
            <a:pathLst>
              <a:path w="457200" h="9525">
                <a:moveTo>
                  <a:pt x="0" y="0"/>
                </a:moveTo>
                <a:lnTo>
                  <a:pt x="457200" y="0"/>
                </a:lnTo>
              </a:path>
            </a:pathLst>
          </a:custGeom>
          <a:noFill xmlns:a="http://schemas.openxmlformats.org/drawingml/2006/main"/>
          <a:ln xmlns:a="http://schemas.openxmlformats.org/drawingml/2006/main" w="28575">
            <a:solidFill>
              <a:srgbClr val="142C40"/>
            </a:solidFill>
          </a:ln>
        </p:spPr>
      </p:sp>
      <p:sp>
        <p:nvSpPr>
          <p:cNvPr id="21" name="">
            <a:extLst xmlns:a="http://schemas.openxmlformats.org/drawingml/2006/main">
              <a:ext uri="{FF2B5EF4-FFF2-40B4-BE49-F238E27FC236}">
                <a16:creationId xmlns:a16="http://schemas.microsoft.com/office/drawing/2014/main" id="{418434EE-B313-453B-AD80-7BCD24DE5FD9}"/>
              </a:ext>
            </a:extLst>
          </p:cNvPr>
          <p:cNvSpPr>
            <a:spLocks xmlns:a="http://schemas.openxmlformats.org/drawingml/2006/main" noGrp="1"/>
          </p:cNvSpPr>
          <p:nvPr/>
        </p:nvSpPr>
        <p:spPr>
          <a:xfrm xmlns:a="http://schemas.openxmlformats.org/drawingml/2006/main">
            <a:off x="3009900" y="3981450"/>
            <a:ext cx="457200" cy="9525"/>
          </a:xfrm>
          <a:custGeom xmlns:a="http://schemas.openxmlformats.org/drawingml/2006/main">
            <a:pathLst>
              <a:path w="457200" h="9525">
                <a:moveTo>
                  <a:pt x="0" y="0"/>
                </a:moveTo>
                <a:lnTo>
                  <a:pt x="457200" y="0"/>
                </a:lnTo>
              </a:path>
            </a:pathLst>
          </a:custGeom>
          <a:noFill xmlns:a="http://schemas.openxmlformats.org/drawingml/2006/main"/>
          <a:ln xmlns:a="http://schemas.openxmlformats.org/drawingml/2006/main" w="28575">
            <a:solidFill>
              <a:srgbClr val="142C40"/>
            </a:solidFill>
          </a:ln>
        </p:spPr>
      </p:sp>
      <p:sp>
        <p:nvSpPr>
          <p:cNvPr id="22" name="">
            <a:extLst xmlns:a="http://schemas.openxmlformats.org/drawingml/2006/main">
              <a:ext uri="{FF2B5EF4-FFF2-40B4-BE49-F238E27FC236}">
                <a16:creationId xmlns:a16="http://schemas.microsoft.com/office/drawing/2014/main" id="{08B66CC0-15F5-4F2E-9080-DA94CB24B8C8}"/>
              </a:ext>
            </a:extLst>
          </p:cNvPr>
          <p:cNvSpPr>
            <a:spLocks xmlns:a="http://schemas.openxmlformats.org/drawingml/2006/main" noGrp="1"/>
          </p:cNvSpPr>
          <p:nvPr/>
        </p:nvSpPr>
        <p:spPr>
          <a:xfrm xmlns:a="http://schemas.openxmlformats.org/drawingml/2006/main">
            <a:off x="3238500" y="3981450"/>
            <a:ext cx="9525" cy="371475"/>
          </a:xfrm>
          <a:custGeom xmlns:a="http://schemas.openxmlformats.org/drawingml/2006/main">
            <a:pathLst>
              <a:path w="9525" h="371475">
                <a:moveTo>
                  <a:pt x="0" y="0"/>
                </a:moveTo>
                <a:lnTo>
                  <a:pt x="0" y="371475"/>
                </a:lnTo>
              </a:path>
            </a:pathLst>
          </a:custGeom>
          <a:noFill xmlns:a="http://schemas.openxmlformats.org/drawingml/2006/main"/>
          <a:ln xmlns:a="http://schemas.openxmlformats.org/drawingml/2006/main" w="28575">
            <a:solidFill>
              <a:srgbClr val="142C40"/>
            </a:solidFill>
          </a:ln>
        </p:spPr>
      </p:sp>
      <p:sp>
        <p:nvSpPr>
          <p:cNvPr id="23" name="">
            <a:extLst xmlns:a="http://schemas.openxmlformats.org/drawingml/2006/main">
              <a:ext uri="{FF2B5EF4-FFF2-40B4-BE49-F238E27FC236}">
                <a16:creationId xmlns:a16="http://schemas.microsoft.com/office/drawing/2014/main" id="{BB8DCA4E-6E3C-4BA5-853A-0AF68D0869B2}"/>
              </a:ext>
            </a:extLst>
          </p:cNvPr>
          <p:cNvSpPr>
            <a:spLocks xmlns:a="http://schemas.openxmlformats.org/drawingml/2006/main" noGrp="1"/>
          </p:cNvSpPr>
          <p:nvPr/>
        </p:nvSpPr>
        <p:spPr>
          <a:xfrm xmlns:a="http://schemas.openxmlformats.org/drawingml/2006/main">
            <a:off x="3238500" y="4352925"/>
            <a:ext cx="9525" cy="114300"/>
          </a:xfrm>
          <a:custGeom xmlns:a="http://schemas.openxmlformats.org/drawingml/2006/main">
            <a:pathLst>
              <a:path w="9525" h="114300">
                <a:moveTo>
                  <a:pt x="0" y="0"/>
                </a:moveTo>
                <a:lnTo>
                  <a:pt x="0" y="114300"/>
                </a:lnTo>
              </a:path>
            </a:pathLst>
          </a:custGeom>
          <a:noFill xmlns:a="http://schemas.openxmlformats.org/drawingml/2006/main"/>
          <a:ln xmlns:a="http://schemas.openxmlformats.org/drawingml/2006/main" w="28575">
            <a:solidFill>
              <a:srgbClr val="142C40"/>
            </a:solidFill>
          </a:ln>
        </p:spPr>
      </p:sp>
      <p:sp>
        <p:nvSpPr>
          <p:cNvPr id="24" name="">
            <a:extLst xmlns:a="http://schemas.openxmlformats.org/drawingml/2006/main">
              <a:ext uri="{FF2B5EF4-FFF2-40B4-BE49-F238E27FC236}">
                <a16:creationId xmlns:a16="http://schemas.microsoft.com/office/drawing/2014/main" id="{F2AB2B19-2AF6-42E8-85FB-66D12D652747}"/>
              </a:ext>
            </a:extLst>
          </p:cNvPr>
          <p:cNvSpPr>
            <a:spLocks xmlns:a="http://schemas.openxmlformats.org/drawingml/2006/main" noGrp="1"/>
          </p:cNvSpPr>
          <p:nvPr/>
        </p:nvSpPr>
        <p:spPr>
          <a:xfrm xmlns:a="http://schemas.openxmlformats.org/drawingml/2006/main">
            <a:off x="3009900" y="4467225"/>
            <a:ext cx="457200" cy="9525"/>
          </a:xfrm>
          <a:custGeom xmlns:a="http://schemas.openxmlformats.org/drawingml/2006/main">
            <a:pathLst>
              <a:path w="457200" h="9525">
                <a:moveTo>
                  <a:pt x="0" y="0"/>
                </a:moveTo>
                <a:lnTo>
                  <a:pt x="457200" y="0"/>
                </a:lnTo>
              </a:path>
            </a:pathLst>
          </a:custGeom>
          <a:noFill xmlns:a="http://schemas.openxmlformats.org/drawingml/2006/main"/>
          <a:ln xmlns:a="http://schemas.openxmlformats.org/drawingml/2006/main" w="19050">
            <a:solidFill>
              <a:srgbClr val="142C40"/>
            </a:solidFill>
          </a:ln>
        </p:spPr>
      </p:sp>
      <p:sp>
        <p:nvSpPr>
          <p:cNvPr id="25" name="">
            <a:extLst xmlns:a="http://schemas.openxmlformats.org/drawingml/2006/main">
              <a:ext uri="{FF2B5EF4-FFF2-40B4-BE49-F238E27FC236}">
                <a16:creationId xmlns:a16="http://schemas.microsoft.com/office/drawing/2014/main" id="{0927CA4D-331F-430C-80ED-A58BBEAE8859}"/>
              </a:ext>
            </a:extLst>
          </p:cNvPr>
          <p:cNvSpPr>
            <a:spLocks xmlns:a="http://schemas.openxmlformats.org/drawingml/2006/main" noGrp="1"/>
          </p:cNvSpPr>
          <p:nvPr/>
        </p:nvSpPr>
        <p:spPr>
          <a:xfrm xmlns:a="http://schemas.openxmlformats.org/drawingml/2006/main">
            <a:off x="3095625" y="4543425"/>
            <a:ext cx="285750" cy="9525"/>
          </a:xfrm>
          <a:custGeom xmlns:a="http://schemas.openxmlformats.org/drawingml/2006/main">
            <a:pathLst>
              <a:path w="285750" h="9525">
                <a:moveTo>
                  <a:pt x="0" y="0"/>
                </a:moveTo>
                <a:lnTo>
                  <a:pt x="285750" y="0"/>
                </a:lnTo>
              </a:path>
            </a:pathLst>
          </a:custGeom>
          <a:noFill xmlns:a="http://schemas.openxmlformats.org/drawingml/2006/main"/>
          <a:ln xmlns:a="http://schemas.openxmlformats.org/drawingml/2006/main" w="19050">
            <a:solidFill>
              <a:srgbClr val="142C40"/>
            </a:solidFill>
          </a:ln>
        </p:spPr>
      </p:sp>
      <p:sp>
        <p:nvSpPr>
          <p:cNvPr id="26" name="">
            <a:extLst xmlns:a="http://schemas.openxmlformats.org/drawingml/2006/main">
              <a:ext uri="{FF2B5EF4-FFF2-40B4-BE49-F238E27FC236}">
                <a16:creationId xmlns:a16="http://schemas.microsoft.com/office/drawing/2014/main" id="{8822CA7A-6ACF-434B-A99B-F59F7FD0A63B}"/>
              </a:ext>
            </a:extLst>
          </p:cNvPr>
          <p:cNvSpPr>
            <a:spLocks xmlns:a="http://schemas.openxmlformats.org/drawingml/2006/main" noGrp="1"/>
          </p:cNvSpPr>
          <p:nvPr/>
        </p:nvSpPr>
        <p:spPr>
          <a:xfrm xmlns:a="http://schemas.openxmlformats.org/drawingml/2006/main">
            <a:off x="3181350" y="4619625"/>
            <a:ext cx="114300" cy="9525"/>
          </a:xfrm>
          <a:custGeom xmlns:a="http://schemas.openxmlformats.org/drawingml/2006/main">
            <a:pathLst>
              <a:path w="114300" h="9525">
                <a:moveTo>
                  <a:pt x="0" y="0"/>
                </a:moveTo>
                <a:lnTo>
                  <a:pt x="114300" y="0"/>
                </a:lnTo>
              </a:path>
            </a:pathLst>
          </a:custGeom>
          <a:noFill xmlns:a="http://schemas.openxmlformats.org/drawingml/2006/main"/>
          <a:ln xmlns:a="http://schemas.openxmlformats.org/drawingml/2006/main" w="19050">
            <a:solidFill>
              <a:srgbClr val="142C40"/>
            </a:solidFill>
          </a:ln>
        </p:spPr>
      </p:sp>
      <p:sp>
        <p:nvSpPr>
          <p:cNvPr id="27" name="">
            <a:extLst xmlns:a="http://schemas.openxmlformats.org/drawingml/2006/main">
              <a:ext uri="{FF2B5EF4-FFF2-40B4-BE49-F238E27FC236}">
                <a16:creationId xmlns:a16="http://schemas.microsoft.com/office/drawing/2014/main" id="{72E0421F-A55C-4EE6-B288-64FFB6C3A3B7}"/>
              </a:ext>
            </a:extLst>
          </p:cNvPr>
          <p:cNvSpPr>
            <a:spLocks xmlns:a="http://schemas.openxmlformats.org/drawingml/2006/main" noGrp="1"/>
          </p:cNvSpPr>
          <p:nvPr/>
        </p:nvSpPr>
        <p:spPr>
          <a:xfrm xmlns:a="http://schemas.openxmlformats.org/drawingml/2006/main">
            <a:off x="4238625" y="3048000"/>
            <a:ext cx="809625" cy="857250"/>
          </a:xfrm>
          <a:custGeom xmlns:a="http://schemas.openxmlformats.org/drawingml/2006/main">
            <a:pathLst>
              <a:path w="809625" h="857250">
                <a:moveTo>
                  <a:pt x="0" y="0"/>
                </a:moveTo>
                <a:lnTo>
                  <a:pt x="0" y="857250"/>
                </a:lnTo>
                <a:lnTo>
                  <a:pt x="809625" y="428625"/>
                </a:lnTo>
                <a:close/>
              </a:path>
            </a:pathLst>
          </a:custGeom>
          <a:noFill xmlns:a="http://schemas.openxmlformats.org/drawingml/2006/main"/>
          <a:ln xmlns:a="http://schemas.openxmlformats.org/drawingml/2006/main" w="28575">
            <a:solidFill>
              <a:srgbClr val="142C40"/>
            </a:solidFill>
          </a:ln>
        </p:spPr>
      </p:sp>
      <p:sp>
        <p:nvSpPr>
          <p:cNvPr id="28" name="">
            <a:extLst xmlns:a="http://schemas.openxmlformats.org/drawingml/2006/main">
              <a:ext uri="{FF2B5EF4-FFF2-40B4-BE49-F238E27FC236}">
                <a16:creationId xmlns:a16="http://schemas.microsoft.com/office/drawing/2014/main" id="{1ABFFFB1-801D-41F5-9AC3-C32C6D2B3CE6}"/>
              </a:ext>
            </a:extLst>
          </p:cNvPr>
          <p:cNvSpPr>
            <a:spLocks xmlns:a="http://schemas.openxmlformats.org/drawingml/2006/main" noGrp="1"/>
          </p:cNvSpPr>
          <p:nvPr/>
        </p:nvSpPr>
        <p:spPr>
          <a:xfrm xmlns:a="http://schemas.openxmlformats.org/drawingml/2006/main">
            <a:off x="4352925" y="3276600"/>
            <a:ext cx="57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142C40"/>
                </a:solidFill>
                <a:latin typeface="Arial"/>
                <a:ea typeface="Arial"/>
                <a:cs typeface="Arial"/>
              </a:defRPr>
            </a:defPPr>
          </a:lstStyle>
          <a:p xmlns:a="http://schemas.openxmlformats.org/drawingml/2006/main">
            <a:pPr algn="l">
              <a:defRPr sz="2400" b="0">
                <a:solidFill>
                  <a:srgbClr val="142C40"/>
                </a:solidFill>
                <a:latin typeface="Arial"/>
                <a:ea typeface="Arial"/>
                <a:cs typeface="Arial"/>
              </a:defRPr>
            </a:pPr>
            <a:r>
              <a:rPr sz="2400" b="0">
                <a:solidFill>
                  <a:srgbClr val="142C40"/>
                </a:solidFill>
                <a:latin typeface="Arial"/>
                <a:ea typeface="Arial"/>
                <a:cs typeface="Arial"/>
              </a:rPr>
              <a:t>＋</a:t>
            </a:r>
          </a:p>
        </p:txBody>
      </p:sp>
      <p:sp>
        <p:nvSpPr>
          <p:cNvPr id="29" name="">
            <a:extLst xmlns:a="http://schemas.openxmlformats.org/drawingml/2006/main">
              <a:ext uri="{FF2B5EF4-FFF2-40B4-BE49-F238E27FC236}">
                <a16:creationId xmlns:a16="http://schemas.microsoft.com/office/drawing/2014/main" id="{E6A7158C-3AB4-4814-B142-37FCFE0FBFA0}"/>
              </a:ext>
            </a:extLst>
          </p:cNvPr>
          <p:cNvSpPr>
            <a:spLocks xmlns:a="http://schemas.openxmlformats.org/drawingml/2006/main" noGrp="1"/>
          </p:cNvSpPr>
          <p:nvPr/>
        </p:nvSpPr>
        <p:spPr>
          <a:xfrm xmlns:a="http://schemas.openxmlformats.org/drawingml/2006/main">
            <a:off x="5048250" y="3476625"/>
            <a:ext cx="809625" cy="9525"/>
          </a:xfrm>
          <a:custGeom xmlns:a="http://schemas.openxmlformats.org/drawingml/2006/main">
            <a:pathLst>
              <a:path w="809625" h="9525">
                <a:moveTo>
                  <a:pt x="0" y="0"/>
                </a:moveTo>
                <a:lnTo>
                  <a:pt x="809625" y="0"/>
                </a:lnTo>
              </a:path>
            </a:pathLst>
          </a:custGeom>
          <a:noFill xmlns:a="http://schemas.openxmlformats.org/drawingml/2006/main"/>
          <a:ln xmlns:a="http://schemas.openxmlformats.org/drawingml/2006/main" w="28575">
            <a:solidFill>
              <a:srgbClr val="142C40"/>
            </a:solidFill>
          </a:ln>
        </p:spPr>
      </p:sp>
      <p:sp>
        <p:nvSpPr>
          <p:cNvPr id="30" name="">
            <a:extLst xmlns:a="http://schemas.openxmlformats.org/drawingml/2006/main">
              <a:ext uri="{FF2B5EF4-FFF2-40B4-BE49-F238E27FC236}">
                <a16:creationId xmlns:a16="http://schemas.microsoft.com/office/drawing/2014/main" id="{73B3F0A0-1E5E-4F51-AFF7-4C41AE6352F5}"/>
              </a:ext>
            </a:extLst>
          </p:cNvPr>
          <p:cNvSpPr>
            <a:spLocks xmlns:a="http://schemas.openxmlformats.org/drawingml/2006/main" noGrp="1"/>
          </p:cNvSpPr>
          <p:nvPr/>
        </p:nvSpPr>
        <p:spPr>
          <a:xfrm xmlns:a="http://schemas.openxmlformats.org/drawingml/2006/main">
            <a:off x="5857875" y="3048000"/>
            <a:ext cx="809625" cy="857250"/>
          </a:xfrm>
          <a:custGeom xmlns:a="http://schemas.openxmlformats.org/drawingml/2006/main">
            <a:pathLst>
              <a:path w="809625" h="857250">
                <a:moveTo>
                  <a:pt x="0" y="0"/>
                </a:moveTo>
                <a:lnTo>
                  <a:pt x="0" y="857250"/>
                </a:lnTo>
                <a:lnTo>
                  <a:pt x="809625" y="428625"/>
                </a:lnTo>
                <a:close/>
              </a:path>
            </a:pathLst>
          </a:custGeom>
          <a:noFill xmlns:a="http://schemas.openxmlformats.org/drawingml/2006/main"/>
          <a:ln xmlns:a="http://schemas.openxmlformats.org/drawingml/2006/main" w="28575">
            <a:solidFill>
              <a:srgbClr val="142C40"/>
            </a:solidFill>
          </a:ln>
        </p:spPr>
      </p:sp>
      <p:sp>
        <p:nvSpPr>
          <p:cNvPr id="31" name="">
            <a:extLst xmlns:a="http://schemas.openxmlformats.org/drawingml/2006/main">
              <a:ext uri="{FF2B5EF4-FFF2-40B4-BE49-F238E27FC236}">
                <a16:creationId xmlns:a16="http://schemas.microsoft.com/office/drawing/2014/main" id="{2B6E126F-E3B4-4E29-A6C0-3F28B679FA8A}"/>
              </a:ext>
            </a:extLst>
          </p:cNvPr>
          <p:cNvSpPr>
            <a:spLocks xmlns:a="http://schemas.openxmlformats.org/drawingml/2006/main" noGrp="1"/>
          </p:cNvSpPr>
          <p:nvPr/>
        </p:nvSpPr>
        <p:spPr>
          <a:xfrm xmlns:a="http://schemas.openxmlformats.org/drawingml/2006/main">
            <a:off x="5972175" y="3276600"/>
            <a:ext cx="57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142C40"/>
                </a:solidFill>
                <a:latin typeface="Arial"/>
                <a:ea typeface="Arial"/>
                <a:cs typeface="Arial"/>
              </a:defRPr>
            </a:defPPr>
          </a:lstStyle>
          <a:p xmlns:a="http://schemas.openxmlformats.org/drawingml/2006/main">
            <a:pPr algn="l">
              <a:defRPr sz="2400" b="0">
                <a:solidFill>
                  <a:srgbClr val="142C40"/>
                </a:solidFill>
                <a:latin typeface="Arial"/>
                <a:ea typeface="Arial"/>
                <a:cs typeface="Arial"/>
              </a:defRPr>
            </a:pPr>
            <a:r>
              <a:rPr sz="2400" b="0">
                <a:solidFill>
                  <a:srgbClr val="142C40"/>
                </a:solidFill>
                <a:latin typeface="Arial"/>
                <a:ea typeface="Arial"/>
                <a:cs typeface="Arial"/>
              </a:rPr>
              <a:t>&gt;</a:t>
            </a:r>
          </a:p>
        </p:txBody>
      </p:sp>
      <p:sp>
        <p:nvSpPr>
          <p:cNvPr id="32" name="">
            <a:extLst xmlns:a="http://schemas.openxmlformats.org/drawingml/2006/main">
              <a:ext uri="{FF2B5EF4-FFF2-40B4-BE49-F238E27FC236}">
                <a16:creationId xmlns:a16="http://schemas.microsoft.com/office/drawing/2014/main" id="{1C1C2E55-C2AB-43E2-B71C-7E074BDDA588}"/>
              </a:ext>
            </a:extLst>
          </p:cNvPr>
          <p:cNvSpPr>
            <a:spLocks xmlns:a="http://schemas.openxmlformats.org/drawingml/2006/main" noGrp="1"/>
          </p:cNvSpPr>
          <p:nvPr/>
        </p:nvSpPr>
        <p:spPr>
          <a:xfrm xmlns:a="http://schemas.openxmlformats.org/drawingml/2006/main">
            <a:off x="6667500" y="3476625"/>
            <a:ext cx="809625" cy="9525"/>
          </a:xfrm>
          <a:custGeom xmlns:a="http://schemas.openxmlformats.org/drawingml/2006/main">
            <a:pathLst>
              <a:path w="809625" h="9525">
                <a:moveTo>
                  <a:pt x="0" y="0"/>
                </a:moveTo>
                <a:lnTo>
                  <a:pt x="809625" y="0"/>
                </a:lnTo>
              </a:path>
            </a:pathLst>
          </a:custGeom>
          <a:noFill xmlns:a="http://schemas.openxmlformats.org/drawingml/2006/main"/>
          <a:ln xmlns:a="http://schemas.openxmlformats.org/drawingml/2006/main" w="28575">
            <a:solidFill>
              <a:srgbClr val="142C40"/>
            </a:solidFill>
          </a:ln>
        </p:spPr>
      </p:sp>
      <p:sp>
        <p:nvSpPr>
          <p:cNvPr id="33" name="">
            <a:extLst xmlns:a="http://schemas.openxmlformats.org/drawingml/2006/main">
              <a:ext uri="{FF2B5EF4-FFF2-40B4-BE49-F238E27FC236}">
                <a16:creationId xmlns:a16="http://schemas.microsoft.com/office/drawing/2014/main" id="{1AC70F27-2EE7-4C7A-8763-C32DEB27545C}"/>
              </a:ext>
            </a:extLst>
          </p:cNvPr>
          <p:cNvSpPr>
            <a:spLocks xmlns:a="http://schemas.openxmlformats.org/drawingml/2006/main" noGrp="1"/>
          </p:cNvSpPr>
          <p:nvPr/>
        </p:nvSpPr>
        <p:spPr>
          <a:xfrm xmlns:a="http://schemas.openxmlformats.org/drawingml/2006/main">
            <a:off x="7477125" y="3067050"/>
            <a:ext cx="1190625" cy="819150"/>
          </a:xfrm>
          <a:prstGeom xmlns:a="http://schemas.openxmlformats.org/drawingml/2006/main" prst="rect">
            <a:avLst/>
          </a:prstGeom>
          <a:noFill xmlns:a="http://schemas.openxmlformats.org/drawingml/2006/main"/>
          <a:ln xmlns:a="http://schemas.openxmlformats.org/drawingml/2006/main" w="28575">
            <a:solidFill>
              <a:srgbClr val="142C40"/>
            </a:solidFill>
          </a:ln>
        </p:spPr>
      </p:sp>
      <p:sp>
        <p:nvSpPr>
          <p:cNvPr id="34" name="">
            <a:extLst xmlns:a="http://schemas.openxmlformats.org/drawingml/2006/main">
              <a:ext uri="{FF2B5EF4-FFF2-40B4-BE49-F238E27FC236}">
                <a16:creationId xmlns:a16="http://schemas.microsoft.com/office/drawing/2014/main" id="{22D3DE4C-A437-4BEC-926D-D3BE9B0DF411}"/>
              </a:ext>
            </a:extLst>
          </p:cNvPr>
          <p:cNvSpPr>
            <a:spLocks xmlns:a="http://schemas.openxmlformats.org/drawingml/2006/main" noGrp="1"/>
          </p:cNvSpPr>
          <p:nvPr/>
        </p:nvSpPr>
        <p:spPr>
          <a:xfrm xmlns:a="http://schemas.openxmlformats.org/drawingml/2006/main">
            <a:off x="7629525" y="3286125"/>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2C40"/>
                </a:solidFill>
                <a:latin typeface="Arial"/>
                <a:ea typeface="Arial"/>
                <a:cs typeface="Arial"/>
              </a:defRPr>
            </a:defPPr>
          </a:lstStyle>
          <a:p xmlns:a="http://schemas.openxmlformats.org/drawingml/2006/main">
            <a:pPr algn="l">
              <a:defRPr sz="2400" b="1">
                <a:solidFill>
                  <a:srgbClr val="142C40"/>
                </a:solidFill>
                <a:latin typeface="Arial"/>
                <a:ea typeface="Arial"/>
                <a:cs typeface="Arial"/>
              </a:defRPr>
            </a:pPr>
            <a:r>
              <a:rPr sz="2400" b="1">
                <a:solidFill>
                  <a:srgbClr val="142C40"/>
                </a:solidFill>
                <a:latin typeface="Arial"/>
                <a:ea typeface="Arial"/>
                <a:cs typeface="Arial"/>
              </a:rPr>
              <a:t>D   Q</a:t>
            </a:r>
          </a:p>
        </p:txBody>
      </p:sp>
      <p:sp>
        <p:nvSpPr>
          <p:cNvPr id="35" name="">
            <a:extLst xmlns:a="http://schemas.openxmlformats.org/drawingml/2006/main">
              <a:ext uri="{FF2B5EF4-FFF2-40B4-BE49-F238E27FC236}">
                <a16:creationId xmlns:a16="http://schemas.microsoft.com/office/drawing/2014/main" id="{989786E0-4D1D-45E7-AA0A-052AD7302ECC}"/>
              </a:ext>
            </a:extLst>
          </p:cNvPr>
          <p:cNvSpPr>
            <a:spLocks xmlns:a="http://schemas.openxmlformats.org/drawingml/2006/main" noGrp="1"/>
          </p:cNvSpPr>
          <p:nvPr/>
        </p:nvSpPr>
        <p:spPr>
          <a:xfrm xmlns:a="http://schemas.openxmlformats.org/drawingml/2006/main">
            <a:off x="7477125" y="3590925"/>
            <a:ext cx="114300" cy="152400"/>
          </a:xfrm>
          <a:custGeom xmlns:a="http://schemas.openxmlformats.org/drawingml/2006/main">
            <a:pathLst>
              <a:path w="114300" h="152400">
                <a:moveTo>
                  <a:pt x="0" y="0"/>
                </a:moveTo>
                <a:lnTo>
                  <a:pt x="114300" y="76200"/>
                </a:lnTo>
                <a:lnTo>
                  <a:pt x="0" y="152400"/>
                </a:lnTo>
              </a:path>
            </a:pathLst>
          </a:custGeom>
          <a:noFill xmlns:a="http://schemas.openxmlformats.org/drawingml/2006/main"/>
          <a:ln xmlns:a="http://schemas.openxmlformats.org/drawingml/2006/main" w="19050">
            <a:solidFill>
              <a:srgbClr val="142C40"/>
            </a:solidFill>
          </a:ln>
        </p:spPr>
      </p:sp>
      <p:sp>
        <p:nvSpPr>
          <p:cNvPr id="36" name="">
            <a:extLst xmlns:a="http://schemas.openxmlformats.org/drawingml/2006/main">
              <a:ext uri="{FF2B5EF4-FFF2-40B4-BE49-F238E27FC236}">
                <a16:creationId xmlns:a16="http://schemas.microsoft.com/office/drawing/2014/main" id="{2AEE2204-F482-4757-802F-7234699ED0F0}"/>
              </a:ext>
            </a:extLst>
          </p:cNvPr>
          <p:cNvSpPr>
            <a:spLocks xmlns:a="http://schemas.openxmlformats.org/drawingml/2006/main" noGrp="1"/>
          </p:cNvSpPr>
          <p:nvPr/>
        </p:nvSpPr>
        <p:spPr>
          <a:xfrm xmlns:a="http://schemas.openxmlformats.org/drawingml/2006/main">
            <a:off x="8667750" y="3476625"/>
            <a:ext cx="523875" cy="9525"/>
          </a:xfrm>
          <a:custGeom xmlns:a="http://schemas.openxmlformats.org/drawingml/2006/main">
            <a:pathLst>
              <a:path w="523875" h="9525">
                <a:moveTo>
                  <a:pt x="0" y="0"/>
                </a:moveTo>
                <a:lnTo>
                  <a:pt x="523875" y="0"/>
                </a:lnTo>
              </a:path>
            </a:pathLst>
          </a:custGeom>
          <a:noFill xmlns:a="http://schemas.openxmlformats.org/drawingml/2006/main"/>
          <a:ln xmlns:a="http://schemas.openxmlformats.org/drawingml/2006/main" w="28575">
            <a:solidFill>
              <a:srgbClr val="142C40"/>
            </a:solidFill>
          </a:ln>
        </p:spPr>
      </p:sp>
      <p:sp>
        <p:nvSpPr>
          <p:cNvPr id="37" name="">
            <a:extLst xmlns:a="http://schemas.openxmlformats.org/drawingml/2006/main">
              <a:ext uri="{FF2B5EF4-FFF2-40B4-BE49-F238E27FC236}">
                <a16:creationId xmlns:a16="http://schemas.microsoft.com/office/drawing/2014/main" id="{33B674CD-B963-4336-A87F-24C8C79F12EE}"/>
              </a:ext>
            </a:extLst>
          </p:cNvPr>
          <p:cNvSpPr>
            <a:spLocks xmlns:a="http://schemas.openxmlformats.org/drawingml/2006/main" noGrp="1"/>
          </p:cNvSpPr>
          <p:nvPr/>
        </p:nvSpPr>
        <p:spPr>
          <a:xfrm xmlns:a="http://schemas.openxmlformats.org/drawingml/2006/main">
            <a:off x="9191625" y="3476625"/>
            <a:ext cx="190500" cy="9525"/>
          </a:xfrm>
          <a:custGeom xmlns:a="http://schemas.openxmlformats.org/drawingml/2006/main">
            <a:pathLst>
              <a:path w="190500" h="9525">
                <a:moveTo>
                  <a:pt x="0" y="0"/>
                </a:moveTo>
                <a:lnTo>
                  <a:pt x="190500" y="0"/>
                </a:lnTo>
              </a:path>
            </a:pathLst>
          </a:custGeom>
          <a:noFill xmlns:a="http://schemas.openxmlformats.org/drawingml/2006/main"/>
          <a:ln xmlns:a="http://schemas.openxmlformats.org/drawingml/2006/main" w="28575">
            <a:solidFill>
              <a:srgbClr val="142C40"/>
            </a:solidFill>
          </a:ln>
        </p:spPr>
      </p:sp>
      <p:sp>
        <p:nvSpPr>
          <p:cNvPr id="38" name="">
            <a:extLst xmlns:a="http://schemas.openxmlformats.org/drawingml/2006/main">
              <a:ext uri="{FF2B5EF4-FFF2-40B4-BE49-F238E27FC236}">
                <a16:creationId xmlns:a16="http://schemas.microsoft.com/office/drawing/2014/main" id="{B7895298-4958-4A3E-A399-F87DD60887C8}"/>
              </a:ext>
            </a:extLst>
          </p:cNvPr>
          <p:cNvSpPr>
            <a:spLocks xmlns:a="http://schemas.openxmlformats.org/drawingml/2006/main" noGrp="1"/>
          </p:cNvSpPr>
          <p:nvPr/>
        </p:nvSpPr>
        <p:spPr>
          <a:xfrm xmlns:a="http://schemas.openxmlformats.org/drawingml/2006/main">
            <a:off x="9382125" y="3362325"/>
            <a:ext cx="476250" cy="228600"/>
          </a:xfrm>
          <a:prstGeom xmlns:a="http://schemas.openxmlformats.org/drawingml/2006/main" prst="rect">
            <a:avLst/>
          </a:prstGeom>
          <a:noFill xmlns:a="http://schemas.openxmlformats.org/drawingml/2006/main"/>
          <a:ln xmlns:a="http://schemas.openxmlformats.org/drawingml/2006/main" w="19050">
            <a:solidFill>
              <a:srgbClr val="142C40"/>
            </a:solidFill>
          </a:ln>
        </p:spPr>
      </p:sp>
      <p:sp>
        <p:nvSpPr>
          <p:cNvPr id="39" name="">
            <a:extLst xmlns:a="http://schemas.openxmlformats.org/drawingml/2006/main">
              <a:ext uri="{FF2B5EF4-FFF2-40B4-BE49-F238E27FC236}">
                <a16:creationId xmlns:a16="http://schemas.microsoft.com/office/drawing/2014/main" id="{996832BA-2487-4038-88A8-1D76138FD99E}"/>
              </a:ext>
            </a:extLst>
          </p:cNvPr>
          <p:cNvSpPr>
            <a:spLocks xmlns:a="http://schemas.openxmlformats.org/drawingml/2006/main" noGrp="1"/>
          </p:cNvSpPr>
          <p:nvPr/>
        </p:nvSpPr>
        <p:spPr>
          <a:xfrm xmlns:a="http://schemas.openxmlformats.org/drawingml/2006/main">
            <a:off x="9858375" y="3476625"/>
            <a:ext cx="190500" cy="9525"/>
          </a:xfrm>
          <a:custGeom xmlns:a="http://schemas.openxmlformats.org/drawingml/2006/main">
            <a:pathLst>
              <a:path w="190500" h="9525">
                <a:moveTo>
                  <a:pt x="0" y="0"/>
                </a:moveTo>
                <a:lnTo>
                  <a:pt x="190500" y="0"/>
                </a:lnTo>
              </a:path>
            </a:pathLst>
          </a:custGeom>
          <a:noFill xmlns:a="http://schemas.openxmlformats.org/drawingml/2006/main"/>
          <a:ln xmlns:a="http://schemas.openxmlformats.org/drawingml/2006/main" w="28575">
            <a:solidFill>
              <a:srgbClr val="142C40"/>
            </a:solidFill>
          </a:ln>
        </p:spPr>
      </p:sp>
      <p:sp>
        <p:nvSpPr>
          <p:cNvPr id="40" name="">
            <a:extLst xmlns:a="http://schemas.openxmlformats.org/drawingml/2006/main">
              <a:ext uri="{FF2B5EF4-FFF2-40B4-BE49-F238E27FC236}">
                <a16:creationId xmlns:a16="http://schemas.microsoft.com/office/drawing/2014/main" id="{644F6F7A-990B-418F-827F-15B98BD05C4B}"/>
              </a:ext>
            </a:extLst>
          </p:cNvPr>
          <p:cNvSpPr>
            <a:spLocks xmlns:a="http://schemas.openxmlformats.org/drawingml/2006/main" noGrp="1"/>
          </p:cNvSpPr>
          <p:nvPr/>
        </p:nvSpPr>
        <p:spPr>
          <a:xfrm xmlns:a="http://schemas.openxmlformats.org/drawingml/2006/main">
            <a:off x="10048875" y="3476625"/>
            <a:ext cx="238125" cy="9525"/>
          </a:xfrm>
          <a:custGeom xmlns:a="http://schemas.openxmlformats.org/drawingml/2006/main">
            <a:pathLst>
              <a:path w="238125" h="9525">
                <a:moveTo>
                  <a:pt x="0" y="0"/>
                </a:moveTo>
                <a:lnTo>
                  <a:pt x="238125" y="0"/>
                </a:lnTo>
              </a:path>
            </a:pathLst>
          </a:custGeom>
          <a:noFill xmlns:a="http://schemas.openxmlformats.org/drawingml/2006/main"/>
          <a:ln xmlns:a="http://schemas.openxmlformats.org/drawingml/2006/main" w="28575">
            <a:solidFill>
              <a:srgbClr val="142C40"/>
            </a:solidFill>
          </a:ln>
        </p:spPr>
      </p:sp>
      <p:sp>
        <p:nvSpPr>
          <p:cNvPr id="41" name="">
            <a:extLst xmlns:a="http://schemas.openxmlformats.org/drawingml/2006/main">
              <a:ext uri="{FF2B5EF4-FFF2-40B4-BE49-F238E27FC236}">
                <a16:creationId xmlns:a16="http://schemas.microsoft.com/office/drawing/2014/main" id="{A88F6332-D170-48F5-A883-DABAE5641658}"/>
              </a:ext>
            </a:extLst>
          </p:cNvPr>
          <p:cNvSpPr>
            <a:spLocks xmlns:a="http://schemas.openxmlformats.org/drawingml/2006/main" noGrp="1"/>
          </p:cNvSpPr>
          <p:nvPr/>
        </p:nvSpPr>
        <p:spPr>
          <a:xfrm xmlns:a="http://schemas.openxmlformats.org/drawingml/2006/main">
            <a:off x="10572750" y="3171825"/>
            <a:ext cx="9525" cy="609600"/>
          </a:xfrm>
          <a:custGeom xmlns:a="http://schemas.openxmlformats.org/drawingml/2006/main">
            <a:pathLst>
              <a:path w="9525" h="609600">
                <a:moveTo>
                  <a:pt x="0" y="0"/>
                </a:moveTo>
                <a:lnTo>
                  <a:pt x="0" y="609600"/>
                </a:lnTo>
              </a:path>
            </a:pathLst>
          </a:custGeom>
          <a:noFill xmlns:a="http://schemas.openxmlformats.org/drawingml/2006/main"/>
          <a:ln xmlns:a="http://schemas.openxmlformats.org/drawingml/2006/main" w="28575">
            <a:solidFill>
              <a:srgbClr val="142C40"/>
            </a:solidFill>
          </a:ln>
        </p:spPr>
      </p:sp>
      <p:sp>
        <p:nvSpPr>
          <p:cNvPr id="42" name="">
            <a:extLst xmlns:a="http://schemas.openxmlformats.org/drawingml/2006/main">
              <a:ext uri="{FF2B5EF4-FFF2-40B4-BE49-F238E27FC236}">
                <a16:creationId xmlns:a16="http://schemas.microsoft.com/office/drawing/2014/main" id="{58B3441A-3A53-4E5A-A61D-22BB2841F14A}"/>
              </a:ext>
            </a:extLst>
          </p:cNvPr>
          <p:cNvSpPr>
            <a:spLocks xmlns:a="http://schemas.openxmlformats.org/drawingml/2006/main" noGrp="1"/>
          </p:cNvSpPr>
          <p:nvPr/>
        </p:nvSpPr>
        <p:spPr>
          <a:xfrm xmlns:a="http://schemas.openxmlformats.org/drawingml/2006/main">
            <a:off x="10287000" y="3476625"/>
            <a:ext cx="285750" cy="9525"/>
          </a:xfrm>
          <a:custGeom xmlns:a="http://schemas.openxmlformats.org/drawingml/2006/main">
            <a:pathLst>
              <a:path w="285750" h="9525">
                <a:moveTo>
                  <a:pt x="0" y="0"/>
                </a:moveTo>
                <a:lnTo>
                  <a:pt x="285750" y="0"/>
                </a:lnTo>
              </a:path>
            </a:pathLst>
          </a:custGeom>
          <a:noFill xmlns:a="http://schemas.openxmlformats.org/drawingml/2006/main"/>
          <a:ln xmlns:a="http://schemas.openxmlformats.org/drawingml/2006/main" w="28575">
            <a:solidFill>
              <a:srgbClr val="142C40"/>
            </a:solidFill>
          </a:ln>
        </p:spPr>
      </p:sp>
      <p:sp>
        <p:nvSpPr>
          <p:cNvPr id="43" name="">
            <a:extLst xmlns:a="http://schemas.openxmlformats.org/drawingml/2006/main">
              <a:ext uri="{FF2B5EF4-FFF2-40B4-BE49-F238E27FC236}">
                <a16:creationId xmlns:a16="http://schemas.microsoft.com/office/drawing/2014/main" id="{AC0BD28C-3CDA-4979-8A4C-307369F61AB9}"/>
              </a:ext>
            </a:extLst>
          </p:cNvPr>
          <p:cNvSpPr>
            <a:spLocks xmlns:a="http://schemas.openxmlformats.org/drawingml/2006/main" noGrp="1"/>
          </p:cNvSpPr>
          <p:nvPr/>
        </p:nvSpPr>
        <p:spPr>
          <a:xfrm xmlns:a="http://schemas.openxmlformats.org/drawingml/2006/main">
            <a:off x="10572750" y="3019425"/>
            <a:ext cx="400050" cy="285750"/>
          </a:xfrm>
          <a:custGeom xmlns:a="http://schemas.openxmlformats.org/drawingml/2006/main">
            <a:pathLst>
              <a:path w="400050" h="285750">
                <a:moveTo>
                  <a:pt x="0" y="285750"/>
                </a:moveTo>
                <a:lnTo>
                  <a:pt x="400050" y="0"/>
                </a:lnTo>
              </a:path>
            </a:pathLst>
          </a:custGeom>
          <a:noFill xmlns:a="http://schemas.openxmlformats.org/drawingml/2006/main"/>
          <a:ln xmlns:a="http://schemas.openxmlformats.org/drawingml/2006/main" w="28575">
            <a:solidFill>
              <a:srgbClr val="142C40"/>
            </a:solidFill>
          </a:ln>
        </p:spPr>
      </p:sp>
      <p:sp>
        <p:nvSpPr>
          <p:cNvPr id="44" name="">
            <a:extLst xmlns:a="http://schemas.openxmlformats.org/drawingml/2006/main">
              <a:ext uri="{FF2B5EF4-FFF2-40B4-BE49-F238E27FC236}">
                <a16:creationId xmlns:a16="http://schemas.microsoft.com/office/drawing/2014/main" id="{6E071C0A-8C91-4D89-8468-A2F699BB75DA}"/>
              </a:ext>
            </a:extLst>
          </p:cNvPr>
          <p:cNvSpPr>
            <a:spLocks xmlns:a="http://schemas.openxmlformats.org/drawingml/2006/main" noGrp="1"/>
          </p:cNvSpPr>
          <p:nvPr/>
        </p:nvSpPr>
        <p:spPr>
          <a:xfrm xmlns:a="http://schemas.openxmlformats.org/drawingml/2006/main">
            <a:off x="10972800" y="2809875"/>
            <a:ext cx="9525" cy="209550"/>
          </a:xfrm>
          <a:custGeom xmlns:a="http://schemas.openxmlformats.org/drawingml/2006/main">
            <a:pathLst>
              <a:path w="9525" h="209550">
                <a:moveTo>
                  <a:pt x="0" y="209550"/>
                </a:moveTo>
                <a:lnTo>
                  <a:pt x="0" y="0"/>
                </a:lnTo>
              </a:path>
            </a:pathLst>
          </a:custGeom>
          <a:noFill xmlns:a="http://schemas.openxmlformats.org/drawingml/2006/main"/>
          <a:ln xmlns:a="http://schemas.openxmlformats.org/drawingml/2006/main" w="28575">
            <a:solidFill>
              <a:srgbClr val="142C40"/>
            </a:solidFill>
          </a:ln>
        </p:spPr>
      </p:sp>
      <p:sp>
        <p:nvSpPr>
          <p:cNvPr id="45" name="">
            <a:extLst xmlns:a="http://schemas.openxmlformats.org/drawingml/2006/main">
              <a:ext uri="{FF2B5EF4-FFF2-40B4-BE49-F238E27FC236}">
                <a16:creationId xmlns:a16="http://schemas.microsoft.com/office/drawing/2014/main" id="{412D722E-8A34-46CB-981B-8E2D6D347B0D}"/>
              </a:ext>
            </a:extLst>
          </p:cNvPr>
          <p:cNvSpPr>
            <a:spLocks xmlns:a="http://schemas.openxmlformats.org/drawingml/2006/main" noGrp="1"/>
          </p:cNvSpPr>
          <p:nvPr/>
        </p:nvSpPr>
        <p:spPr>
          <a:xfrm xmlns:a="http://schemas.openxmlformats.org/drawingml/2006/main">
            <a:off x="10572750" y="3648075"/>
            <a:ext cx="400050" cy="285750"/>
          </a:xfrm>
          <a:custGeom xmlns:a="http://schemas.openxmlformats.org/drawingml/2006/main">
            <a:pathLst>
              <a:path w="400050" h="285750">
                <a:moveTo>
                  <a:pt x="0" y="0"/>
                </a:moveTo>
                <a:lnTo>
                  <a:pt x="400050" y="285750"/>
                </a:lnTo>
              </a:path>
            </a:pathLst>
          </a:custGeom>
          <a:noFill xmlns:a="http://schemas.openxmlformats.org/drawingml/2006/main"/>
          <a:ln xmlns:a="http://schemas.openxmlformats.org/drawingml/2006/main" w="28575">
            <a:solidFill>
              <a:srgbClr val="142C40"/>
            </a:solidFill>
          </a:ln>
        </p:spPr>
      </p:sp>
      <p:sp>
        <p:nvSpPr>
          <p:cNvPr id="46" name="">
            <a:extLst xmlns:a="http://schemas.openxmlformats.org/drawingml/2006/main">
              <a:ext uri="{FF2B5EF4-FFF2-40B4-BE49-F238E27FC236}">
                <a16:creationId xmlns:a16="http://schemas.microsoft.com/office/drawing/2014/main" id="{8F8394BE-A0C8-4879-8D22-A68BB8A13365}"/>
              </a:ext>
            </a:extLst>
          </p:cNvPr>
          <p:cNvSpPr>
            <a:spLocks xmlns:a="http://schemas.openxmlformats.org/drawingml/2006/main" noGrp="1"/>
          </p:cNvSpPr>
          <p:nvPr/>
        </p:nvSpPr>
        <p:spPr>
          <a:xfrm xmlns:a="http://schemas.openxmlformats.org/drawingml/2006/main">
            <a:off x="10869540" y="3841904"/>
            <a:ext cx="103260" cy="91921"/>
          </a:xfrm>
          <a:custGeom xmlns:a="http://schemas.openxmlformats.org/drawingml/2006/main">
            <a:pathLst>
              <a:path w="103260" h="91921">
                <a:moveTo>
                  <a:pt x="0" y="74169"/>
                </a:moveTo>
                <a:lnTo>
                  <a:pt x="103260" y="91921"/>
                </a:lnTo>
                <a:lnTo>
                  <a:pt x="52978" y="0"/>
                </a:lnTo>
              </a:path>
            </a:pathLst>
          </a:custGeom>
          <a:noFill xmlns:a="http://schemas.openxmlformats.org/drawingml/2006/main"/>
          <a:ln xmlns:a="http://schemas.openxmlformats.org/drawingml/2006/main" w="28575">
            <a:solidFill>
              <a:srgbClr val="142C40"/>
            </a:solidFill>
          </a:ln>
        </p:spPr>
      </p:sp>
      <p:sp>
        <p:nvSpPr>
          <p:cNvPr id="47" name="">
            <a:extLst xmlns:a="http://schemas.openxmlformats.org/drawingml/2006/main">
              <a:ext uri="{FF2B5EF4-FFF2-40B4-BE49-F238E27FC236}">
                <a16:creationId xmlns:a16="http://schemas.microsoft.com/office/drawing/2014/main" id="{18CEF714-7E42-4B23-B663-592E1E9B938E}"/>
              </a:ext>
            </a:extLst>
          </p:cNvPr>
          <p:cNvSpPr>
            <a:spLocks xmlns:a="http://schemas.openxmlformats.org/drawingml/2006/main" noGrp="1"/>
          </p:cNvSpPr>
          <p:nvPr/>
        </p:nvSpPr>
        <p:spPr>
          <a:xfrm xmlns:a="http://schemas.openxmlformats.org/drawingml/2006/main">
            <a:off x="10972800" y="3933825"/>
            <a:ext cx="9525" cy="190500"/>
          </a:xfrm>
          <a:custGeom xmlns:a="http://schemas.openxmlformats.org/drawingml/2006/main">
            <a:pathLst>
              <a:path w="9525" h="190500">
                <a:moveTo>
                  <a:pt x="0" y="0"/>
                </a:moveTo>
                <a:lnTo>
                  <a:pt x="0" y="190500"/>
                </a:lnTo>
              </a:path>
            </a:pathLst>
          </a:custGeom>
          <a:noFill xmlns:a="http://schemas.openxmlformats.org/drawingml/2006/main"/>
          <a:ln xmlns:a="http://schemas.openxmlformats.org/drawingml/2006/main" w="28575">
            <a:solidFill>
              <a:srgbClr val="142C40"/>
            </a:solidFill>
          </a:ln>
        </p:spPr>
      </p:sp>
      <p:sp>
        <p:nvSpPr>
          <p:cNvPr id="48" name="">
            <a:extLst xmlns:a="http://schemas.openxmlformats.org/drawingml/2006/main">
              <a:ext uri="{FF2B5EF4-FFF2-40B4-BE49-F238E27FC236}">
                <a16:creationId xmlns:a16="http://schemas.microsoft.com/office/drawing/2014/main" id="{006FBD28-79AE-4D71-AB4D-25FDBA71E2BE}"/>
              </a:ext>
            </a:extLst>
          </p:cNvPr>
          <p:cNvSpPr>
            <a:spLocks xmlns:a="http://schemas.openxmlformats.org/drawingml/2006/main" noGrp="1"/>
          </p:cNvSpPr>
          <p:nvPr/>
        </p:nvSpPr>
        <p:spPr>
          <a:xfrm xmlns:a="http://schemas.openxmlformats.org/drawingml/2006/main">
            <a:off x="10972800" y="4124325"/>
            <a:ext cx="9525" cy="114300"/>
          </a:xfrm>
          <a:custGeom xmlns:a="http://schemas.openxmlformats.org/drawingml/2006/main">
            <a:pathLst>
              <a:path w="9525" h="114300">
                <a:moveTo>
                  <a:pt x="0" y="0"/>
                </a:moveTo>
                <a:lnTo>
                  <a:pt x="0" y="114300"/>
                </a:lnTo>
              </a:path>
            </a:pathLst>
          </a:custGeom>
          <a:noFill xmlns:a="http://schemas.openxmlformats.org/drawingml/2006/main"/>
          <a:ln xmlns:a="http://schemas.openxmlformats.org/drawingml/2006/main" w="28575">
            <a:solidFill>
              <a:srgbClr val="142C40"/>
            </a:solidFill>
          </a:ln>
        </p:spPr>
      </p:sp>
      <p:sp>
        <p:nvSpPr>
          <p:cNvPr id="49" name="">
            <a:extLst xmlns:a="http://schemas.openxmlformats.org/drawingml/2006/main">
              <a:ext uri="{FF2B5EF4-FFF2-40B4-BE49-F238E27FC236}">
                <a16:creationId xmlns:a16="http://schemas.microsoft.com/office/drawing/2014/main" id="{838484B6-176B-46C1-B99F-2D1DDAC1502D}"/>
              </a:ext>
            </a:extLst>
          </p:cNvPr>
          <p:cNvSpPr>
            <a:spLocks xmlns:a="http://schemas.openxmlformats.org/drawingml/2006/main" noGrp="1"/>
          </p:cNvSpPr>
          <p:nvPr/>
        </p:nvSpPr>
        <p:spPr>
          <a:xfrm xmlns:a="http://schemas.openxmlformats.org/drawingml/2006/main">
            <a:off x="10744200" y="4238625"/>
            <a:ext cx="457200" cy="9525"/>
          </a:xfrm>
          <a:custGeom xmlns:a="http://schemas.openxmlformats.org/drawingml/2006/main">
            <a:pathLst>
              <a:path w="457200" h="9525">
                <a:moveTo>
                  <a:pt x="0" y="0"/>
                </a:moveTo>
                <a:lnTo>
                  <a:pt x="457200" y="0"/>
                </a:lnTo>
              </a:path>
            </a:pathLst>
          </a:custGeom>
          <a:noFill xmlns:a="http://schemas.openxmlformats.org/drawingml/2006/main"/>
          <a:ln xmlns:a="http://schemas.openxmlformats.org/drawingml/2006/main" w="19050">
            <a:solidFill>
              <a:srgbClr val="142C40"/>
            </a:solidFill>
          </a:ln>
        </p:spPr>
      </p:sp>
      <p:sp>
        <p:nvSpPr>
          <p:cNvPr id="50" name="">
            <a:extLst xmlns:a="http://schemas.openxmlformats.org/drawingml/2006/main">
              <a:ext uri="{FF2B5EF4-FFF2-40B4-BE49-F238E27FC236}">
                <a16:creationId xmlns:a16="http://schemas.microsoft.com/office/drawing/2014/main" id="{A983D725-995E-4F76-B48E-9EA035817140}"/>
              </a:ext>
            </a:extLst>
          </p:cNvPr>
          <p:cNvSpPr>
            <a:spLocks xmlns:a="http://schemas.openxmlformats.org/drawingml/2006/main" noGrp="1"/>
          </p:cNvSpPr>
          <p:nvPr/>
        </p:nvSpPr>
        <p:spPr>
          <a:xfrm xmlns:a="http://schemas.openxmlformats.org/drawingml/2006/main">
            <a:off x="10829925" y="4314825"/>
            <a:ext cx="285750" cy="9525"/>
          </a:xfrm>
          <a:custGeom xmlns:a="http://schemas.openxmlformats.org/drawingml/2006/main">
            <a:pathLst>
              <a:path w="285750" h="9525">
                <a:moveTo>
                  <a:pt x="0" y="0"/>
                </a:moveTo>
                <a:lnTo>
                  <a:pt x="285750" y="0"/>
                </a:lnTo>
              </a:path>
            </a:pathLst>
          </a:custGeom>
          <a:noFill xmlns:a="http://schemas.openxmlformats.org/drawingml/2006/main"/>
          <a:ln xmlns:a="http://schemas.openxmlformats.org/drawingml/2006/main" w="19050">
            <a:solidFill>
              <a:srgbClr val="142C40"/>
            </a:solidFill>
          </a:ln>
        </p:spPr>
      </p:sp>
      <p:sp>
        <p:nvSpPr>
          <p:cNvPr id="51" name="">
            <a:extLst xmlns:a="http://schemas.openxmlformats.org/drawingml/2006/main">
              <a:ext uri="{FF2B5EF4-FFF2-40B4-BE49-F238E27FC236}">
                <a16:creationId xmlns:a16="http://schemas.microsoft.com/office/drawing/2014/main" id="{E66EA9A7-27CE-4F4D-8262-4E61EB1A55E9}"/>
              </a:ext>
            </a:extLst>
          </p:cNvPr>
          <p:cNvSpPr>
            <a:spLocks xmlns:a="http://schemas.openxmlformats.org/drawingml/2006/main" noGrp="1"/>
          </p:cNvSpPr>
          <p:nvPr/>
        </p:nvSpPr>
        <p:spPr>
          <a:xfrm xmlns:a="http://schemas.openxmlformats.org/drawingml/2006/main">
            <a:off x="10915650" y="4391025"/>
            <a:ext cx="114300" cy="9525"/>
          </a:xfrm>
          <a:custGeom xmlns:a="http://schemas.openxmlformats.org/drawingml/2006/main">
            <a:pathLst>
              <a:path w="114300" h="9525">
                <a:moveTo>
                  <a:pt x="0" y="0"/>
                </a:moveTo>
                <a:lnTo>
                  <a:pt x="114300" y="0"/>
                </a:lnTo>
              </a:path>
            </a:pathLst>
          </a:custGeom>
          <a:noFill xmlns:a="http://schemas.openxmlformats.org/drawingml/2006/main"/>
          <a:ln xmlns:a="http://schemas.openxmlformats.org/drawingml/2006/main" w="19050">
            <a:solidFill>
              <a:srgbClr val="142C40"/>
            </a:solidFill>
          </a:ln>
        </p:spPr>
      </p:sp>
      <p:sp>
        <p:nvSpPr>
          <p:cNvPr id="52" name="">
            <a:extLst xmlns:a="http://schemas.openxmlformats.org/drawingml/2006/main">
              <a:ext uri="{FF2B5EF4-FFF2-40B4-BE49-F238E27FC236}">
                <a16:creationId xmlns:a16="http://schemas.microsoft.com/office/drawing/2014/main" id="{A15CFFDE-43DD-4715-9EB4-B56AD372FAAB}"/>
              </a:ext>
            </a:extLst>
          </p:cNvPr>
          <p:cNvSpPr>
            <a:spLocks xmlns:a="http://schemas.openxmlformats.org/drawingml/2006/main" noGrp="1"/>
          </p:cNvSpPr>
          <p:nvPr/>
        </p:nvSpPr>
        <p:spPr>
          <a:xfrm xmlns:a="http://schemas.openxmlformats.org/drawingml/2006/main">
            <a:off x="10972800" y="2524125"/>
            <a:ext cx="9525" cy="285750"/>
          </a:xfrm>
          <a:custGeom xmlns:a="http://schemas.openxmlformats.org/drawingml/2006/main">
            <a:pathLst>
              <a:path w="9525" h="285750">
                <a:moveTo>
                  <a:pt x="0" y="285750"/>
                </a:moveTo>
                <a:lnTo>
                  <a:pt x="0" y="0"/>
                </a:lnTo>
              </a:path>
            </a:pathLst>
          </a:custGeom>
          <a:noFill xmlns:a="http://schemas.openxmlformats.org/drawingml/2006/main"/>
          <a:ln xmlns:a="http://schemas.openxmlformats.org/drawingml/2006/main" w="28575">
            <a:solidFill>
              <a:srgbClr val="142C40"/>
            </a:solidFill>
          </a:ln>
        </p:spPr>
      </p:sp>
      <p:sp>
        <p:nvSpPr>
          <p:cNvPr id="53" name="">
            <a:extLst xmlns:a="http://schemas.openxmlformats.org/drawingml/2006/main">
              <a:ext uri="{FF2B5EF4-FFF2-40B4-BE49-F238E27FC236}">
                <a16:creationId xmlns:a16="http://schemas.microsoft.com/office/drawing/2014/main" id="{5EFDC9D7-EF6E-4C6F-9B6C-AC262FBFA4EB}"/>
              </a:ext>
            </a:extLst>
          </p:cNvPr>
          <p:cNvSpPr>
            <a:spLocks xmlns:a="http://schemas.openxmlformats.org/drawingml/2006/main" noGrp="1"/>
          </p:cNvSpPr>
          <p:nvPr/>
        </p:nvSpPr>
        <p:spPr>
          <a:xfrm xmlns:a="http://schemas.openxmlformats.org/drawingml/2006/main">
            <a:off x="10972800" y="1571625"/>
            <a:ext cx="9525" cy="95250"/>
          </a:xfrm>
          <a:custGeom xmlns:a="http://schemas.openxmlformats.org/drawingml/2006/main">
            <a:pathLst>
              <a:path w="9525" h="95250">
                <a:moveTo>
                  <a:pt x="0" y="0"/>
                </a:moveTo>
                <a:lnTo>
                  <a:pt x="0" y="95250"/>
                </a:lnTo>
              </a:path>
            </a:pathLst>
          </a:custGeom>
          <a:noFill xmlns:a="http://schemas.openxmlformats.org/drawingml/2006/main"/>
          <a:ln xmlns:a="http://schemas.openxmlformats.org/drawingml/2006/main" w="28575">
            <a:solidFill>
              <a:srgbClr val="142C40"/>
            </a:solidFill>
          </a:ln>
        </p:spPr>
      </p:sp>
      <p:sp>
        <p:nvSpPr>
          <p:cNvPr id="54" name="">
            <a:extLst xmlns:a="http://schemas.openxmlformats.org/drawingml/2006/main">
              <a:ext uri="{FF2B5EF4-FFF2-40B4-BE49-F238E27FC236}">
                <a16:creationId xmlns:a16="http://schemas.microsoft.com/office/drawing/2014/main" id="{F14C1ABE-7436-490A-AACB-F55F422E4820}"/>
              </a:ext>
            </a:extLst>
          </p:cNvPr>
          <p:cNvSpPr>
            <a:spLocks xmlns:a="http://schemas.openxmlformats.org/drawingml/2006/main" noGrp="1"/>
          </p:cNvSpPr>
          <p:nvPr/>
        </p:nvSpPr>
        <p:spPr>
          <a:xfrm xmlns:a="http://schemas.openxmlformats.org/drawingml/2006/main">
            <a:off x="10810875" y="1666875"/>
            <a:ext cx="323850" cy="190500"/>
          </a:xfrm>
          <a:custGeom xmlns:a="http://schemas.openxmlformats.org/drawingml/2006/main">
            <a:pathLst>
              <a:path w="323850" h="190500">
                <a:moveTo>
                  <a:pt x="161925" y="0"/>
                </a:moveTo>
                <a:cubicBezTo>
                  <a:pt x="381000" y="0"/>
                  <a:pt x="381000" y="190500"/>
                  <a:pt x="161925" y="190500"/>
                </a:cubicBezTo>
              </a:path>
            </a:pathLst>
          </a:custGeom>
          <a:noFill xmlns:a="http://schemas.openxmlformats.org/drawingml/2006/main"/>
          <a:ln xmlns:a="http://schemas.openxmlformats.org/drawingml/2006/main" w="28575">
            <a:solidFill>
              <a:srgbClr val="142C40"/>
            </a:solidFill>
          </a:ln>
        </p:spPr>
      </p:sp>
      <p:sp>
        <p:nvSpPr>
          <p:cNvPr id="55" name="">
            <a:extLst xmlns:a="http://schemas.openxmlformats.org/drawingml/2006/main">
              <a:ext uri="{FF2B5EF4-FFF2-40B4-BE49-F238E27FC236}">
                <a16:creationId xmlns:a16="http://schemas.microsoft.com/office/drawing/2014/main" id="{6135260C-6994-4233-917C-0F0D8F015BC0}"/>
              </a:ext>
            </a:extLst>
          </p:cNvPr>
          <p:cNvSpPr>
            <a:spLocks xmlns:a="http://schemas.openxmlformats.org/drawingml/2006/main" noGrp="1"/>
          </p:cNvSpPr>
          <p:nvPr/>
        </p:nvSpPr>
        <p:spPr>
          <a:xfrm xmlns:a="http://schemas.openxmlformats.org/drawingml/2006/main">
            <a:off x="10810875" y="1857375"/>
            <a:ext cx="323850" cy="190500"/>
          </a:xfrm>
          <a:custGeom xmlns:a="http://schemas.openxmlformats.org/drawingml/2006/main">
            <a:pathLst>
              <a:path w="323850" h="190500">
                <a:moveTo>
                  <a:pt x="161925" y="0"/>
                </a:moveTo>
                <a:cubicBezTo>
                  <a:pt x="381000" y="0"/>
                  <a:pt x="381000" y="190500"/>
                  <a:pt x="161925" y="190500"/>
                </a:cubicBezTo>
              </a:path>
            </a:pathLst>
          </a:custGeom>
          <a:noFill xmlns:a="http://schemas.openxmlformats.org/drawingml/2006/main"/>
          <a:ln xmlns:a="http://schemas.openxmlformats.org/drawingml/2006/main" w="28575">
            <a:solidFill>
              <a:srgbClr val="142C40"/>
            </a:solidFill>
          </a:ln>
        </p:spPr>
      </p:sp>
      <p:sp>
        <p:nvSpPr>
          <p:cNvPr id="56" name="">
            <a:extLst xmlns:a="http://schemas.openxmlformats.org/drawingml/2006/main">
              <a:ext uri="{FF2B5EF4-FFF2-40B4-BE49-F238E27FC236}">
                <a16:creationId xmlns:a16="http://schemas.microsoft.com/office/drawing/2014/main" id="{B79B8A3B-5C71-44CC-91D3-59D28BD524D1}"/>
              </a:ext>
            </a:extLst>
          </p:cNvPr>
          <p:cNvSpPr>
            <a:spLocks xmlns:a="http://schemas.openxmlformats.org/drawingml/2006/main" noGrp="1"/>
          </p:cNvSpPr>
          <p:nvPr/>
        </p:nvSpPr>
        <p:spPr>
          <a:xfrm xmlns:a="http://schemas.openxmlformats.org/drawingml/2006/main">
            <a:off x="10810875" y="2047875"/>
            <a:ext cx="323850" cy="190500"/>
          </a:xfrm>
          <a:custGeom xmlns:a="http://schemas.openxmlformats.org/drawingml/2006/main">
            <a:pathLst>
              <a:path w="323850" h="190500">
                <a:moveTo>
                  <a:pt x="161925" y="0"/>
                </a:moveTo>
                <a:cubicBezTo>
                  <a:pt x="381000" y="0"/>
                  <a:pt x="381000" y="190500"/>
                  <a:pt x="161925" y="190500"/>
                </a:cubicBezTo>
              </a:path>
            </a:pathLst>
          </a:custGeom>
          <a:noFill xmlns:a="http://schemas.openxmlformats.org/drawingml/2006/main"/>
          <a:ln xmlns:a="http://schemas.openxmlformats.org/drawingml/2006/main" w="28575">
            <a:solidFill>
              <a:srgbClr val="142C40"/>
            </a:solidFill>
          </a:ln>
        </p:spPr>
      </p:sp>
      <p:sp>
        <p:nvSpPr>
          <p:cNvPr id="57" name="">
            <a:extLst xmlns:a="http://schemas.openxmlformats.org/drawingml/2006/main">
              <a:ext uri="{FF2B5EF4-FFF2-40B4-BE49-F238E27FC236}">
                <a16:creationId xmlns:a16="http://schemas.microsoft.com/office/drawing/2014/main" id="{E76661F4-5B46-44DA-B453-CF64CD9BA7A1}"/>
              </a:ext>
            </a:extLst>
          </p:cNvPr>
          <p:cNvSpPr>
            <a:spLocks xmlns:a="http://schemas.openxmlformats.org/drawingml/2006/main" noGrp="1"/>
          </p:cNvSpPr>
          <p:nvPr/>
        </p:nvSpPr>
        <p:spPr>
          <a:xfrm xmlns:a="http://schemas.openxmlformats.org/drawingml/2006/main">
            <a:off x="10810875" y="2238375"/>
            <a:ext cx="323850" cy="190500"/>
          </a:xfrm>
          <a:custGeom xmlns:a="http://schemas.openxmlformats.org/drawingml/2006/main">
            <a:pathLst>
              <a:path w="323850" h="190500">
                <a:moveTo>
                  <a:pt x="161925" y="0"/>
                </a:moveTo>
                <a:cubicBezTo>
                  <a:pt x="381000" y="0"/>
                  <a:pt x="381000" y="190500"/>
                  <a:pt x="161925" y="190500"/>
                </a:cubicBezTo>
              </a:path>
            </a:pathLst>
          </a:custGeom>
          <a:noFill xmlns:a="http://schemas.openxmlformats.org/drawingml/2006/main"/>
          <a:ln xmlns:a="http://schemas.openxmlformats.org/drawingml/2006/main" w="28575">
            <a:solidFill>
              <a:srgbClr val="142C40"/>
            </a:solidFill>
          </a:ln>
        </p:spPr>
      </p:sp>
      <p:sp>
        <p:nvSpPr>
          <p:cNvPr id="58" name="">
            <a:extLst xmlns:a="http://schemas.openxmlformats.org/drawingml/2006/main">
              <a:ext uri="{FF2B5EF4-FFF2-40B4-BE49-F238E27FC236}">
                <a16:creationId xmlns:a16="http://schemas.microsoft.com/office/drawing/2014/main" id="{F93B7990-75F6-4C57-8BF4-9B268C59DE03}"/>
              </a:ext>
            </a:extLst>
          </p:cNvPr>
          <p:cNvSpPr>
            <a:spLocks xmlns:a="http://schemas.openxmlformats.org/drawingml/2006/main" noGrp="1"/>
          </p:cNvSpPr>
          <p:nvPr/>
        </p:nvSpPr>
        <p:spPr>
          <a:xfrm xmlns:a="http://schemas.openxmlformats.org/drawingml/2006/main">
            <a:off x="10972800" y="2428875"/>
            <a:ext cx="9525" cy="95250"/>
          </a:xfrm>
          <a:custGeom xmlns:a="http://schemas.openxmlformats.org/drawingml/2006/main">
            <a:pathLst>
              <a:path w="9525" h="95250">
                <a:moveTo>
                  <a:pt x="0" y="0"/>
                </a:moveTo>
                <a:lnTo>
                  <a:pt x="0" y="95250"/>
                </a:lnTo>
              </a:path>
            </a:pathLst>
          </a:custGeom>
          <a:noFill xmlns:a="http://schemas.openxmlformats.org/drawingml/2006/main"/>
          <a:ln xmlns:a="http://schemas.openxmlformats.org/drawingml/2006/main" w="28575">
            <a:solidFill>
              <a:srgbClr val="142C40"/>
            </a:solidFill>
          </a:ln>
        </p:spPr>
      </p:sp>
      <p:sp>
        <p:nvSpPr>
          <p:cNvPr id="59" name="">
            <a:extLst xmlns:a="http://schemas.openxmlformats.org/drawingml/2006/main">
              <a:ext uri="{FF2B5EF4-FFF2-40B4-BE49-F238E27FC236}">
                <a16:creationId xmlns:a16="http://schemas.microsoft.com/office/drawing/2014/main" id="{6741A686-7D09-451E-B547-491C0825B53F}"/>
              </a:ext>
            </a:extLst>
          </p:cNvPr>
          <p:cNvSpPr>
            <a:spLocks xmlns:a="http://schemas.openxmlformats.org/drawingml/2006/main" noGrp="1"/>
          </p:cNvSpPr>
          <p:nvPr/>
        </p:nvSpPr>
        <p:spPr>
          <a:xfrm xmlns:a="http://schemas.openxmlformats.org/drawingml/2006/main">
            <a:off x="10972800" y="1333500"/>
            <a:ext cx="9525" cy="238125"/>
          </a:xfrm>
          <a:custGeom xmlns:a="http://schemas.openxmlformats.org/drawingml/2006/main">
            <a:pathLst>
              <a:path w="9525" h="238125">
                <a:moveTo>
                  <a:pt x="0" y="238125"/>
                </a:moveTo>
                <a:lnTo>
                  <a:pt x="0" y="0"/>
                </a:lnTo>
              </a:path>
            </a:pathLst>
          </a:custGeom>
          <a:noFill xmlns:a="http://schemas.openxmlformats.org/drawingml/2006/main"/>
          <a:ln xmlns:a="http://schemas.openxmlformats.org/drawingml/2006/main" w="28575">
            <a:solidFill>
              <a:srgbClr val="142C40"/>
            </a:solidFill>
          </a:ln>
        </p:spPr>
      </p:sp>
      <p:sp>
        <p:nvSpPr>
          <p:cNvPr id="60" name="">
            <a:extLst xmlns:a="http://schemas.openxmlformats.org/drawingml/2006/main">
              <a:ext uri="{FF2B5EF4-FFF2-40B4-BE49-F238E27FC236}">
                <a16:creationId xmlns:a16="http://schemas.microsoft.com/office/drawing/2014/main" id="{024A2FD3-0108-4F5B-AE31-EF3311423DA3}"/>
              </a:ext>
            </a:extLst>
          </p:cNvPr>
          <p:cNvSpPr>
            <a:spLocks xmlns:a="http://schemas.openxmlformats.org/drawingml/2006/main" noGrp="1"/>
          </p:cNvSpPr>
          <p:nvPr/>
        </p:nvSpPr>
        <p:spPr>
          <a:xfrm xmlns:a="http://schemas.openxmlformats.org/drawingml/2006/main">
            <a:off x="4524375" y="1333500"/>
            <a:ext cx="6448425" cy="9525"/>
          </a:xfrm>
          <a:custGeom xmlns:a="http://schemas.openxmlformats.org/drawingml/2006/main">
            <a:pathLst>
              <a:path w="6448425" h="9525">
                <a:moveTo>
                  <a:pt x="0" y="0"/>
                </a:moveTo>
                <a:lnTo>
                  <a:pt x="6448425" y="0"/>
                </a:lnTo>
              </a:path>
            </a:pathLst>
          </a:custGeom>
          <a:noFill xmlns:a="http://schemas.openxmlformats.org/drawingml/2006/main"/>
          <a:ln xmlns:a="http://schemas.openxmlformats.org/drawingml/2006/main" w="19050">
            <a:solidFill>
              <a:srgbClr val="6C7F8C"/>
            </a:solidFill>
          </a:ln>
        </p:spPr>
      </p:sp>
      <p:sp>
        <p:nvSpPr>
          <p:cNvPr id="61" name="">
            <a:extLst xmlns:a="http://schemas.openxmlformats.org/drawingml/2006/main">
              <a:ext uri="{FF2B5EF4-FFF2-40B4-BE49-F238E27FC236}">
                <a16:creationId xmlns:a16="http://schemas.microsoft.com/office/drawing/2014/main" id="{3ABCB503-D483-40B2-977C-30C92BFA32EA}"/>
              </a:ext>
            </a:extLst>
          </p:cNvPr>
          <p:cNvSpPr>
            <a:spLocks xmlns:a="http://schemas.openxmlformats.org/drawingml/2006/main" noGrp="1"/>
          </p:cNvSpPr>
          <p:nvPr/>
        </p:nvSpPr>
        <p:spPr>
          <a:xfrm xmlns:a="http://schemas.openxmlformats.org/drawingml/2006/main">
            <a:off x="4524375" y="1333500"/>
            <a:ext cx="9525" cy="1714500"/>
          </a:xfrm>
          <a:custGeom xmlns:a="http://schemas.openxmlformats.org/drawingml/2006/main">
            <a:pathLst>
              <a:path w="9525" h="1714500">
                <a:moveTo>
                  <a:pt x="0" y="0"/>
                </a:moveTo>
                <a:lnTo>
                  <a:pt x="0" y="1714500"/>
                </a:lnTo>
              </a:path>
            </a:pathLst>
          </a:custGeom>
          <a:noFill xmlns:a="http://schemas.openxmlformats.org/drawingml/2006/main"/>
          <a:ln xmlns:a="http://schemas.openxmlformats.org/drawingml/2006/main" w="19050">
            <a:solidFill>
              <a:srgbClr val="6C7F8C"/>
            </a:solidFill>
          </a:ln>
        </p:spPr>
      </p:sp>
      <p:sp>
        <p:nvSpPr>
          <p:cNvPr id="62" name="">
            <a:extLst xmlns:a="http://schemas.openxmlformats.org/drawingml/2006/main">
              <a:ext uri="{FF2B5EF4-FFF2-40B4-BE49-F238E27FC236}">
                <a16:creationId xmlns:a16="http://schemas.microsoft.com/office/drawing/2014/main" id="{199578A4-E8EB-4B1F-9B44-F69C6678B2BF}"/>
              </a:ext>
            </a:extLst>
          </p:cNvPr>
          <p:cNvSpPr>
            <a:spLocks xmlns:a="http://schemas.openxmlformats.org/drawingml/2006/main" noGrp="1"/>
          </p:cNvSpPr>
          <p:nvPr/>
        </p:nvSpPr>
        <p:spPr>
          <a:xfrm xmlns:a="http://schemas.openxmlformats.org/drawingml/2006/main">
            <a:off x="6143625" y="1333500"/>
            <a:ext cx="9525" cy="1714500"/>
          </a:xfrm>
          <a:custGeom xmlns:a="http://schemas.openxmlformats.org/drawingml/2006/main">
            <a:pathLst>
              <a:path w="9525" h="1714500">
                <a:moveTo>
                  <a:pt x="0" y="0"/>
                </a:moveTo>
                <a:lnTo>
                  <a:pt x="0" y="1714500"/>
                </a:lnTo>
              </a:path>
            </a:pathLst>
          </a:custGeom>
          <a:noFill xmlns:a="http://schemas.openxmlformats.org/drawingml/2006/main"/>
          <a:ln xmlns:a="http://schemas.openxmlformats.org/drawingml/2006/main" w="19050">
            <a:solidFill>
              <a:srgbClr val="6C7F8C"/>
            </a:solidFill>
          </a:ln>
        </p:spPr>
      </p:sp>
      <p:sp>
        <p:nvSpPr>
          <p:cNvPr id="63" name="">
            <a:extLst xmlns:a="http://schemas.openxmlformats.org/drawingml/2006/main">
              <a:ext uri="{FF2B5EF4-FFF2-40B4-BE49-F238E27FC236}">
                <a16:creationId xmlns:a16="http://schemas.microsoft.com/office/drawing/2014/main" id="{CB7A98B3-578A-4547-99B3-DDC650C5AE6A}"/>
              </a:ext>
            </a:extLst>
          </p:cNvPr>
          <p:cNvSpPr>
            <a:spLocks xmlns:a="http://schemas.openxmlformats.org/drawingml/2006/main" noGrp="1"/>
          </p:cNvSpPr>
          <p:nvPr/>
        </p:nvSpPr>
        <p:spPr>
          <a:xfrm xmlns:a="http://schemas.openxmlformats.org/drawingml/2006/main">
            <a:off x="8048625" y="1333500"/>
            <a:ext cx="9525" cy="1733550"/>
          </a:xfrm>
          <a:custGeom xmlns:a="http://schemas.openxmlformats.org/drawingml/2006/main">
            <a:pathLst>
              <a:path w="9525" h="1733550">
                <a:moveTo>
                  <a:pt x="0" y="0"/>
                </a:moveTo>
                <a:lnTo>
                  <a:pt x="0" y="1733550"/>
                </a:lnTo>
              </a:path>
            </a:pathLst>
          </a:custGeom>
          <a:noFill xmlns:a="http://schemas.openxmlformats.org/drawingml/2006/main"/>
          <a:ln xmlns:a="http://schemas.openxmlformats.org/drawingml/2006/main" w="19050">
            <a:solidFill>
              <a:srgbClr val="6C7F8C"/>
            </a:solidFill>
          </a:ln>
        </p:spPr>
      </p:sp>
      <p:sp>
        <p:nvSpPr>
          <p:cNvPr id="64" name="">
            <a:extLst xmlns:a="http://schemas.openxmlformats.org/drawingml/2006/main">
              <a:ext uri="{FF2B5EF4-FFF2-40B4-BE49-F238E27FC236}">
                <a16:creationId xmlns:a16="http://schemas.microsoft.com/office/drawing/2014/main" id="{755A3B2A-9930-461F-829C-0DF69739C44D}"/>
              </a:ext>
            </a:extLst>
          </p:cNvPr>
          <p:cNvSpPr>
            <a:spLocks xmlns:a="http://schemas.openxmlformats.org/drawingml/2006/main" noGrp="1"/>
          </p:cNvSpPr>
          <p:nvPr/>
        </p:nvSpPr>
        <p:spPr>
          <a:xfrm xmlns:a="http://schemas.openxmlformats.org/drawingml/2006/main">
            <a:off x="4524375" y="857250"/>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6C7F8C"/>
                </a:solidFill>
                <a:latin typeface="Arial"/>
                <a:ea typeface="Arial"/>
                <a:cs typeface="Arial"/>
              </a:defRPr>
            </a:defPPr>
          </a:lstStyle>
          <a:p xmlns:a="http://schemas.openxmlformats.org/drawingml/2006/main">
            <a:pPr algn="l">
              <a:defRPr sz="2400" b="0">
                <a:solidFill>
                  <a:srgbClr val="6C7F8C"/>
                </a:solidFill>
                <a:latin typeface="Arial"/>
                <a:ea typeface="Arial"/>
                <a:cs typeface="Arial"/>
              </a:defRPr>
            </a:pPr>
            <a:r>
              <a:rPr sz="2400" b="0">
                <a:solidFill>
                  <a:srgbClr val="6C7F8C"/>
                </a:solidFill>
                <a:latin typeface="Arial"/>
                <a:ea typeface="Arial"/>
                <a:cs typeface="Arial"/>
              </a:rPr>
              <a:t>Alimentación</a:t>
            </a:r>
          </a:p>
        </p:txBody>
      </p:sp>
      <p:sp>
        <p:nvSpPr>
          <p:cNvPr id="65" name="">
            <a:extLst xmlns:a="http://schemas.openxmlformats.org/drawingml/2006/main">
              <a:ext uri="{FF2B5EF4-FFF2-40B4-BE49-F238E27FC236}">
                <a16:creationId xmlns:a16="http://schemas.microsoft.com/office/drawing/2014/main" id="{280E4F9F-6D45-47CB-85F3-C18729944F56}"/>
              </a:ext>
            </a:extLst>
          </p:cNvPr>
          <p:cNvSpPr>
            <a:spLocks xmlns:a="http://schemas.openxmlformats.org/drawingml/2006/main" noGrp="1"/>
          </p:cNvSpPr>
          <p:nvPr/>
        </p:nvSpPr>
        <p:spPr>
          <a:xfrm xmlns:a="http://schemas.openxmlformats.org/drawingml/2006/main">
            <a:off x="571500" y="2667000"/>
            <a:ext cx="11049000" cy="1714500"/>
          </a:xfrm>
          <a:prstGeom xmlns:a="http://schemas.openxmlformats.org/drawingml/2006/main" prst="rect">
            <a:avLst/>
          </a:prstGeom>
          <a:noFill xmlns:a="http://schemas.openxmlformats.org/drawingml/2006/main"/>
          <a:ln xmlns:a="http://schemas.openxmlformats.org/drawingml/2006/main" w="19050">
            <a:solidFill>
              <a:srgbClr val="B9C8D2"/>
            </a:solidFill>
          </a:ln>
        </p:spPr>
      </p:sp>
      <p:sp>
        <p:nvSpPr>
          <p:cNvPr id="66" name="">
            <a:extLst xmlns:a="http://schemas.openxmlformats.org/drawingml/2006/main">
              <a:ext uri="{FF2B5EF4-FFF2-40B4-BE49-F238E27FC236}">
                <a16:creationId xmlns:a16="http://schemas.microsoft.com/office/drawing/2014/main" id="{FBE3EF38-DFCE-43A0-BDA7-244ED522B36A}"/>
              </a:ext>
            </a:extLst>
          </p:cNvPr>
          <p:cNvSpPr>
            <a:spLocks xmlns:a="http://schemas.openxmlformats.org/drawingml/2006/main" noGrp="1"/>
          </p:cNvSpPr>
          <p:nvPr/>
        </p:nvSpPr>
        <p:spPr>
          <a:xfrm xmlns:a="http://schemas.openxmlformats.org/drawingml/2006/main">
            <a:off x="619125" y="4667250"/>
            <a:ext cx="238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6BA4"/>
                </a:solidFill>
                <a:latin typeface="Arial"/>
                <a:ea typeface="Arial"/>
                <a:cs typeface="Arial"/>
              </a:defRPr>
            </a:defPPr>
          </a:lstStyle>
          <a:p xmlns:a="http://schemas.openxmlformats.org/drawingml/2006/main">
            <a:pPr algn="l">
              <a:defRPr sz="2400" b="1">
                <a:solidFill>
                  <a:srgbClr val="146BA4"/>
                </a:solidFill>
                <a:latin typeface="Arial"/>
                <a:ea typeface="Arial"/>
                <a:cs typeface="Arial"/>
              </a:defRPr>
            </a:pPr>
            <a:r>
              <a:rPr sz="2400" b="1">
                <a:solidFill>
                  <a:srgbClr val="146BA4"/>
                </a:solidFill>
                <a:latin typeface="Arial"/>
                <a:ea typeface="Arial"/>
                <a:cs typeface="Arial"/>
              </a:rPr>
              <a:t>Blindaje</a:t>
            </a:r>
          </a:p>
        </p:txBody>
      </p:sp>
      <p:sp>
        <p:nvSpPr>
          <p:cNvPr id="67" name="">
            <a:extLst xmlns:a="http://schemas.openxmlformats.org/drawingml/2006/main">
              <a:ext uri="{FF2B5EF4-FFF2-40B4-BE49-F238E27FC236}">
                <a16:creationId xmlns:a16="http://schemas.microsoft.com/office/drawing/2014/main" id="{0D37714A-48B5-49CD-B925-1A618DB733A7}"/>
              </a:ext>
            </a:extLst>
          </p:cNvPr>
          <p:cNvSpPr>
            <a:spLocks xmlns:a="http://schemas.openxmlformats.org/drawingml/2006/main" noGrp="1"/>
          </p:cNvSpPr>
          <p:nvPr/>
        </p:nvSpPr>
        <p:spPr>
          <a:xfrm xmlns:a="http://schemas.openxmlformats.org/drawingml/2006/main">
            <a:off x="1619250" y="4381500"/>
            <a:ext cx="9525" cy="266700"/>
          </a:xfrm>
          <a:custGeom xmlns:a="http://schemas.openxmlformats.org/drawingml/2006/main">
            <a:pathLst>
              <a:path w="9525" h="266700">
                <a:moveTo>
                  <a:pt x="0" y="266700"/>
                </a:moveTo>
                <a:lnTo>
                  <a:pt x="0" y="0"/>
                </a:lnTo>
              </a:path>
            </a:pathLst>
          </a:custGeom>
          <a:noFill xmlns:a="http://schemas.openxmlformats.org/drawingml/2006/main"/>
          <a:ln xmlns:a="http://schemas.openxmlformats.org/drawingml/2006/main" w="19050">
            <a:solidFill>
              <a:srgbClr val="146BA4"/>
            </a:solidFill>
          </a:ln>
        </p:spPr>
      </p:sp>
      <p:sp>
        <p:nvSpPr>
          <p:cNvPr id="68" name="">
            <a:extLst xmlns:a="http://schemas.openxmlformats.org/drawingml/2006/main">
              <a:ext uri="{FF2B5EF4-FFF2-40B4-BE49-F238E27FC236}">
                <a16:creationId xmlns:a16="http://schemas.microsoft.com/office/drawing/2014/main" id="{4923F121-D231-4B00-A864-42D547169BE0}"/>
              </a:ext>
            </a:extLst>
          </p:cNvPr>
          <p:cNvSpPr>
            <a:spLocks xmlns:a="http://schemas.openxmlformats.org/drawingml/2006/main" noGrp="1"/>
          </p:cNvSpPr>
          <p:nvPr/>
        </p:nvSpPr>
        <p:spPr>
          <a:xfrm xmlns:a="http://schemas.openxmlformats.org/drawingml/2006/main">
            <a:off x="1573676" y="4381500"/>
            <a:ext cx="91147" cy="94344"/>
          </a:xfrm>
          <a:custGeom xmlns:a="http://schemas.openxmlformats.org/drawingml/2006/main">
            <a:pathLst>
              <a:path w="91147" h="94344">
                <a:moveTo>
                  <a:pt x="91147" y="94344"/>
                </a:moveTo>
                <a:lnTo>
                  <a:pt x="45574" y="0"/>
                </a:lnTo>
                <a:lnTo>
                  <a:pt x="0" y="94344"/>
                </a:lnTo>
              </a:path>
            </a:pathLst>
          </a:custGeom>
          <a:noFill xmlns:a="http://schemas.openxmlformats.org/drawingml/2006/main"/>
          <a:ln xmlns:a="http://schemas.openxmlformats.org/drawingml/2006/main" w="19050">
            <a:solidFill>
              <a:srgbClr val="146BA4"/>
            </a:solidFill>
          </a:ln>
        </p:spPr>
      </p:sp>
      <p:sp>
        <p:nvSpPr>
          <p:cNvPr id="69" name="">
            <a:extLst xmlns:a="http://schemas.openxmlformats.org/drawingml/2006/main">
              <a:ext uri="{FF2B5EF4-FFF2-40B4-BE49-F238E27FC236}">
                <a16:creationId xmlns:a16="http://schemas.microsoft.com/office/drawing/2014/main" id="{ED1A971F-B2D9-477E-A647-E6BB79F9591D}"/>
              </a:ext>
            </a:extLst>
          </p:cNvPr>
          <p:cNvSpPr>
            <a:spLocks xmlns:a="http://schemas.openxmlformats.org/drawingml/2006/main" noGrp="1"/>
          </p:cNvSpPr>
          <p:nvPr/>
        </p:nvSpPr>
        <p:spPr>
          <a:xfrm xmlns:a="http://schemas.openxmlformats.org/drawingml/2006/main">
            <a:off x="3524250" y="4667250"/>
            <a:ext cx="447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6BA4"/>
                </a:solidFill>
                <a:latin typeface="Arial"/>
                <a:ea typeface="Arial"/>
                <a:cs typeface="Arial"/>
              </a:defRPr>
            </a:defPPr>
          </a:lstStyle>
          <a:p xmlns:a="http://schemas.openxmlformats.org/drawingml/2006/main">
            <a:pPr algn="l">
              <a:defRPr sz="2400" b="1">
                <a:solidFill>
                  <a:srgbClr val="146BA4"/>
                </a:solidFill>
                <a:latin typeface="Arial"/>
                <a:ea typeface="Arial"/>
                <a:cs typeface="Arial"/>
              </a:defRPr>
            </a:pPr>
            <a:r>
              <a:rPr sz="2400" b="1">
                <a:solidFill>
                  <a:srgbClr val="146BA4"/>
                </a:solidFill>
                <a:latin typeface="Arial"/>
                <a:ea typeface="Arial"/>
                <a:cs typeface="Arial"/>
              </a:rPr>
              <a:t>Selección y márgenes</a:t>
            </a:r>
          </a:p>
        </p:txBody>
      </p:sp>
      <p:sp>
        <p:nvSpPr>
          <p:cNvPr id="70" name="">
            <a:extLst xmlns:a="http://schemas.openxmlformats.org/drawingml/2006/main">
              <a:ext uri="{FF2B5EF4-FFF2-40B4-BE49-F238E27FC236}">
                <a16:creationId xmlns:a16="http://schemas.microsoft.com/office/drawing/2014/main" id="{6F7C33A1-32D1-40A6-AD99-1204791754B7}"/>
              </a:ext>
            </a:extLst>
          </p:cNvPr>
          <p:cNvSpPr>
            <a:spLocks xmlns:a="http://schemas.openxmlformats.org/drawingml/2006/main" noGrp="1"/>
          </p:cNvSpPr>
          <p:nvPr/>
        </p:nvSpPr>
        <p:spPr>
          <a:xfrm xmlns:a="http://schemas.openxmlformats.org/drawingml/2006/main">
            <a:off x="4572000" y="3952875"/>
            <a:ext cx="381000" cy="695325"/>
          </a:xfrm>
          <a:custGeom xmlns:a="http://schemas.openxmlformats.org/drawingml/2006/main">
            <a:pathLst>
              <a:path w="381000" h="695325">
                <a:moveTo>
                  <a:pt x="381000" y="695325"/>
                </a:moveTo>
                <a:lnTo>
                  <a:pt x="0" y="0"/>
                </a:lnTo>
              </a:path>
            </a:pathLst>
          </a:custGeom>
          <a:noFill xmlns:a="http://schemas.openxmlformats.org/drawingml/2006/main"/>
          <a:ln xmlns:a="http://schemas.openxmlformats.org/drawingml/2006/main" w="19050">
            <a:solidFill>
              <a:srgbClr val="146BA4"/>
            </a:solidFill>
          </a:ln>
        </p:spPr>
      </p:sp>
      <p:sp>
        <p:nvSpPr>
          <p:cNvPr id="71" name="">
            <a:extLst xmlns:a="http://schemas.openxmlformats.org/drawingml/2006/main">
              <a:ext uri="{FF2B5EF4-FFF2-40B4-BE49-F238E27FC236}">
                <a16:creationId xmlns:a16="http://schemas.microsoft.com/office/drawing/2014/main" id="{ED9E1DD0-81F3-4B44-80C8-E49AD708F83D}"/>
              </a:ext>
            </a:extLst>
          </p:cNvPr>
          <p:cNvSpPr>
            <a:spLocks xmlns:a="http://schemas.openxmlformats.org/drawingml/2006/main" noGrp="1"/>
          </p:cNvSpPr>
          <p:nvPr/>
        </p:nvSpPr>
        <p:spPr>
          <a:xfrm xmlns:a="http://schemas.openxmlformats.org/drawingml/2006/main">
            <a:off x="4572000" y="3952875"/>
            <a:ext cx="85303" cy="104637"/>
          </a:xfrm>
          <a:custGeom xmlns:a="http://schemas.openxmlformats.org/drawingml/2006/main">
            <a:pathLst>
              <a:path w="85303" h="104637">
                <a:moveTo>
                  <a:pt x="85303" y="60838"/>
                </a:moveTo>
                <a:lnTo>
                  <a:pt x="0" y="0"/>
                </a:lnTo>
                <a:lnTo>
                  <a:pt x="5369" y="104637"/>
                </a:lnTo>
              </a:path>
            </a:pathLst>
          </a:custGeom>
          <a:noFill xmlns:a="http://schemas.openxmlformats.org/drawingml/2006/main"/>
          <a:ln xmlns:a="http://schemas.openxmlformats.org/drawingml/2006/main" w="19050">
            <a:solidFill>
              <a:srgbClr val="146BA4"/>
            </a:solidFill>
          </a:ln>
        </p:spPr>
      </p:sp>
      <p:sp>
        <p:nvSpPr>
          <p:cNvPr id="72" name="">
            <a:extLst xmlns:a="http://schemas.openxmlformats.org/drawingml/2006/main">
              <a:ext uri="{FF2B5EF4-FFF2-40B4-BE49-F238E27FC236}">
                <a16:creationId xmlns:a16="http://schemas.microsoft.com/office/drawing/2014/main" id="{7AE17239-C372-4532-BB72-29C1950FC9D4}"/>
              </a:ext>
            </a:extLst>
          </p:cNvPr>
          <p:cNvSpPr>
            <a:spLocks xmlns:a="http://schemas.openxmlformats.org/drawingml/2006/main" noGrp="1"/>
          </p:cNvSpPr>
          <p:nvPr/>
        </p:nvSpPr>
        <p:spPr>
          <a:xfrm xmlns:a="http://schemas.openxmlformats.org/drawingml/2006/main">
            <a:off x="8286750" y="4667250"/>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6BA4"/>
                </a:solidFill>
                <a:latin typeface="Arial"/>
                <a:ea typeface="Arial"/>
                <a:cs typeface="Arial"/>
              </a:defRPr>
            </a:defPPr>
          </a:lstStyle>
          <a:p xmlns:a="http://schemas.openxmlformats.org/drawingml/2006/main">
            <a:pPr algn="l">
              <a:defRPr sz="2400" b="1">
                <a:solidFill>
                  <a:srgbClr val="146BA4"/>
                </a:solidFill>
                <a:latin typeface="Arial"/>
                <a:ea typeface="Arial"/>
                <a:cs typeface="Arial"/>
              </a:defRPr>
            </a:pPr>
            <a:r>
              <a:rPr sz="2400" b="1">
                <a:solidFill>
                  <a:srgbClr val="146BA4"/>
                </a:solidFill>
                <a:latin typeface="Arial"/>
                <a:ea typeface="Arial"/>
                <a:cs typeface="Arial"/>
              </a:rPr>
              <a:t>Recuperación</a:t>
            </a:r>
          </a:p>
        </p:txBody>
      </p:sp>
      <p:sp>
        <p:nvSpPr>
          <p:cNvPr id="73" name="">
            <a:extLst xmlns:a="http://schemas.openxmlformats.org/drawingml/2006/main">
              <a:ext uri="{FF2B5EF4-FFF2-40B4-BE49-F238E27FC236}">
                <a16:creationId xmlns:a16="http://schemas.microsoft.com/office/drawing/2014/main" id="{4CCBA972-4CC6-4A62-8D3D-BA11498EC119}"/>
              </a:ext>
            </a:extLst>
          </p:cNvPr>
          <p:cNvSpPr>
            <a:spLocks xmlns:a="http://schemas.openxmlformats.org/drawingml/2006/main" noGrp="1"/>
          </p:cNvSpPr>
          <p:nvPr/>
        </p:nvSpPr>
        <p:spPr>
          <a:xfrm xmlns:a="http://schemas.openxmlformats.org/drawingml/2006/main">
            <a:off x="8096250" y="3952875"/>
            <a:ext cx="1428750" cy="695325"/>
          </a:xfrm>
          <a:custGeom xmlns:a="http://schemas.openxmlformats.org/drawingml/2006/main">
            <a:pathLst>
              <a:path w="1428750" h="695325">
                <a:moveTo>
                  <a:pt x="1428750" y="695325"/>
                </a:moveTo>
                <a:lnTo>
                  <a:pt x="0" y="0"/>
                </a:lnTo>
              </a:path>
            </a:pathLst>
          </a:custGeom>
          <a:noFill xmlns:a="http://schemas.openxmlformats.org/drawingml/2006/main"/>
          <a:ln xmlns:a="http://schemas.openxmlformats.org/drawingml/2006/main" w="19050">
            <a:solidFill>
              <a:srgbClr val="146BA4"/>
            </a:solidFill>
          </a:ln>
        </p:spPr>
      </p:sp>
      <p:sp>
        <p:nvSpPr>
          <p:cNvPr id="74" name="">
            <a:extLst xmlns:a="http://schemas.openxmlformats.org/drawingml/2006/main">
              <a:ext uri="{FF2B5EF4-FFF2-40B4-BE49-F238E27FC236}">
                <a16:creationId xmlns:a16="http://schemas.microsoft.com/office/drawing/2014/main" id="{382DFC51-8CBF-46D4-A074-D5CB5A1612CE}"/>
              </a:ext>
            </a:extLst>
          </p:cNvPr>
          <p:cNvSpPr>
            <a:spLocks xmlns:a="http://schemas.openxmlformats.org/drawingml/2006/main" noGrp="1"/>
          </p:cNvSpPr>
          <p:nvPr/>
        </p:nvSpPr>
        <p:spPr>
          <a:xfrm xmlns:a="http://schemas.openxmlformats.org/drawingml/2006/main">
            <a:off x="8096250" y="3952875"/>
            <a:ext cx="104775" cy="82263"/>
          </a:xfrm>
          <a:custGeom xmlns:a="http://schemas.openxmlformats.org/drawingml/2006/main">
            <a:pathLst>
              <a:path w="104775" h="82263">
                <a:moveTo>
                  <a:pt x="104775" y="306"/>
                </a:moveTo>
                <a:lnTo>
                  <a:pt x="0" y="0"/>
                </a:lnTo>
                <a:lnTo>
                  <a:pt x="64889" y="82263"/>
                </a:lnTo>
              </a:path>
            </a:pathLst>
          </a:custGeom>
          <a:noFill xmlns:a="http://schemas.openxmlformats.org/drawingml/2006/main"/>
          <a:ln xmlns:a="http://schemas.openxmlformats.org/drawingml/2006/main" w="19050">
            <a:solidFill>
              <a:srgbClr val="146BA4"/>
            </a:solidFill>
          </a:ln>
        </p:spPr>
      </p:sp>
      <p:sp>
        <p:nvSpPr>
          <p:cNvPr id="75" name="">
            <a:extLst xmlns:a="http://schemas.openxmlformats.org/drawingml/2006/main">
              <a:ext uri="{FF2B5EF4-FFF2-40B4-BE49-F238E27FC236}">
                <a16:creationId xmlns:a16="http://schemas.microsoft.com/office/drawing/2014/main" id="{C60D4D05-2288-4485-A2E0-462FBDBC36A6}"/>
              </a:ext>
            </a:extLst>
          </p:cNvPr>
          <p:cNvSpPr>
            <a:spLocks xmlns:a="http://schemas.openxmlformats.org/drawingml/2006/main" noGrp="1"/>
          </p:cNvSpPr>
          <p:nvPr/>
        </p:nvSpPr>
        <p:spPr>
          <a:xfrm xmlns:a="http://schemas.openxmlformats.org/drawingml/2006/main">
            <a:off x="457200" y="5476875"/>
            <a:ext cx="1123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700" b="1">
                <a:solidFill>
                  <a:srgbClr val="142C40"/>
                </a:solidFill>
                <a:latin typeface="Arial"/>
                <a:ea typeface="Arial"/>
                <a:cs typeface="Arial"/>
              </a:defRPr>
            </a:defPPr>
          </a:lstStyle>
          <a:p xmlns:a="http://schemas.openxmlformats.org/drawingml/2006/main">
            <a:pPr algn="l">
              <a:defRPr sz="2700" b="1">
                <a:solidFill>
                  <a:srgbClr val="142C40"/>
                </a:solidFill>
                <a:latin typeface="Arial"/>
                <a:ea typeface="Arial"/>
                <a:cs typeface="Arial"/>
              </a:defRPr>
            </a:pPr>
            <a:r>
              <a:rPr sz="2700" b="1">
                <a:solidFill>
                  <a:srgbClr val="142C40"/>
                </a:solidFill>
                <a:latin typeface="Arial"/>
                <a:ea typeface="Arial"/>
                <a:cs typeface="Arial"/>
              </a:rPr>
              <a:t>Ciencia útil con capacidades reducidas</a:t>
            </a:r>
          </a:p>
        </p:txBody>
      </p:sp>
    </p:spTree>
    <p:extLst>
      <p:ext uri="{BB962C8B-B14F-4D97-AF65-F5344CB8AC3E}">
        <p14:creationId xmlns:p14="http://schemas.microsoft.com/office/powerpoint/2010/main" val="52144451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6689302-5491-4922-8754-457E5D6A16E2}"/>
              </a:ext>
            </a:extLst>
          </p:cNvPr>
          <p:cNvSpPr>
            <a:spLocks xmlns:a="http://schemas.openxmlformats.org/drawingml/2006/main" noGrp="1"/>
          </p:cNvSpPr>
          <p:nvPr/>
        </p:nvSpPr>
        <p:spPr>
          <a:xfrm xmlns:a="http://schemas.openxmlformats.org/drawingml/2006/main">
            <a:off x="457200" y="266700"/>
            <a:ext cx="11239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3300" b="1">
                <a:solidFill>
                  <a:srgbClr val="142C40"/>
                </a:solidFill>
                <a:latin typeface="Arial"/>
                <a:ea typeface="Arial"/>
                <a:cs typeface="Arial"/>
              </a:defRPr>
            </a:defPPr>
          </a:lstStyle>
          <a:p xmlns:a="http://schemas.openxmlformats.org/drawingml/2006/main">
            <a:pPr algn="l">
              <a:defRPr sz="3300" b="1">
                <a:solidFill>
                  <a:srgbClr val="142C40"/>
                </a:solidFill>
                <a:latin typeface="Arial"/>
                <a:ea typeface="Arial"/>
                <a:cs typeface="Arial"/>
              </a:defRPr>
            </a:pPr>
            <a:r>
              <a:rPr sz="3300" b="1">
                <a:solidFill>
                  <a:srgbClr val="142C40"/>
                </a:solidFill>
                <a:latin typeface="Arial"/>
                <a:ea typeface="Arial"/>
                <a:cs typeface="Arial"/>
              </a:rPr>
              <a:t>Fuentes para seguir la explicación</a:t>
            </a:r>
          </a:p>
        </p:txBody>
      </p:sp>
      <p:sp>
        <p:nvSpPr>
          <p:cNvPr id="2" name="">
            <a:extLst xmlns:a="http://schemas.openxmlformats.org/drawingml/2006/main">
              <a:ext uri="{FF2B5EF4-FFF2-40B4-BE49-F238E27FC236}">
                <a16:creationId xmlns:a16="http://schemas.microsoft.com/office/drawing/2014/main" id="{B4FFFB39-65BF-4E4E-933A-B332968DCDFF}"/>
              </a:ext>
            </a:extLst>
          </p:cNvPr>
          <p:cNvSpPr>
            <a:spLocks xmlns:a="http://schemas.openxmlformats.org/drawingml/2006/main" noGrp="1"/>
          </p:cNvSpPr>
          <p:nvPr/>
        </p:nvSpPr>
        <p:spPr>
          <a:xfrm xmlns:a="http://schemas.openxmlformats.org/drawingml/2006/main">
            <a:off x="457200" y="6096000"/>
            <a:ext cx="11258550" cy="9525"/>
          </a:xfrm>
          <a:custGeom xmlns:a="http://schemas.openxmlformats.org/drawingml/2006/main">
            <a:pathLst>
              <a:path w="11258550" h="9525">
                <a:moveTo>
                  <a:pt x="0" y="0"/>
                </a:moveTo>
                <a:lnTo>
                  <a:pt x="11258550" y="0"/>
                </a:lnTo>
              </a:path>
            </a:pathLst>
          </a:custGeom>
          <a:noFill xmlns:a="http://schemas.openxmlformats.org/drawingml/2006/main"/>
          <a:ln xmlns:a="http://schemas.openxmlformats.org/drawingml/2006/main" w="9525">
            <a:solidFill>
              <a:srgbClr val="B9C8D2"/>
            </a:solidFill>
          </a:ln>
        </p:spPr>
      </p:sp>
      <p:sp>
        <p:nvSpPr>
          <p:cNvPr id="3" name="">
            <a:extLst xmlns:a="http://schemas.openxmlformats.org/drawingml/2006/main">
              <a:ext uri="{FF2B5EF4-FFF2-40B4-BE49-F238E27FC236}">
                <a16:creationId xmlns:a16="http://schemas.microsoft.com/office/drawing/2014/main" id="{BDA46394-6D6D-4CC2-ABBF-7CAEE3EBD944}"/>
              </a:ext>
            </a:extLst>
          </p:cNvPr>
          <p:cNvSpPr>
            <a:spLocks xmlns:a="http://schemas.openxmlformats.org/drawingml/2006/main" noGrp="1"/>
          </p:cNvSpPr>
          <p:nvPr/>
        </p:nvSpPr>
        <p:spPr>
          <a:xfrm xmlns:a="http://schemas.openxmlformats.org/drawingml/2006/main">
            <a:off x="457200" y="627697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6C7F8C"/>
                </a:solidFill>
                <a:latin typeface="Arial"/>
                <a:ea typeface="Arial"/>
                <a:cs typeface="Arial"/>
              </a:defRPr>
            </a:defPPr>
          </a:lstStyle>
          <a:p xmlns:a="http://schemas.openxmlformats.org/drawingml/2006/main">
            <a:pPr algn="l">
              <a:defRPr sz="2400" b="0">
                <a:solidFill>
                  <a:srgbClr val="6C7F8C"/>
                </a:solidFill>
                <a:latin typeface="Arial"/>
                <a:ea typeface="Arial"/>
                <a:cs typeface="Arial"/>
              </a:defRPr>
            </a:pPr>
            <a:r>
              <a:rPr sz="2400" b="0">
                <a:solidFill>
                  <a:srgbClr val="6C7F8C"/>
                </a:solidFill>
                <a:latin typeface="Arial"/>
                <a:ea typeface="Arial"/>
                <a:cs typeface="Arial"/>
              </a:rPr>
              <a:t>Bibliografía completa en notas y dossier</a:t>
            </a:r>
          </a:p>
        </p:txBody>
      </p:sp>
      <p:sp>
        <p:nvSpPr>
          <p:cNvPr id="4" name="">
            <a:extLst xmlns:a="http://schemas.openxmlformats.org/drawingml/2006/main">
              <a:ext uri="{FF2B5EF4-FFF2-40B4-BE49-F238E27FC236}">
                <a16:creationId xmlns:a16="http://schemas.microsoft.com/office/drawing/2014/main" id="{FD86C37A-4E60-482F-B17C-84CAD0FF4190}"/>
              </a:ext>
            </a:extLst>
          </p:cNvPr>
          <p:cNvSpPr>
            <a:spLocks xmlns:a="http://schemas.openxmlformats.org/drawingml/2006/main" noGrp="1"/>
          </p:cNvSpPr>
          <p:nvPr/>
        </p:nvSpPr>
        <p:spPr>
          <a:xfrm xmlns:a="http://schemas.openxmlformats.org/drawingml/2006/main">
            <a:off x="11163300" y="6276975"/>
            <a:ext cx="66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6BA4"/>
                </a:solidFill>
                <a:latin typeface="Arial"/>
                <a:ea typeface="Arial"/>
                <a:cs typeface="Arial"/>
              </a:defRPr>
            </a:defPPr>
          </a:lstStyle>
          <a:p xmlns:a="http://schemas.openxmlformats.org/drawingml/2006/main">
            <a:pPr algn="l">
              <a:defRPr sz="2400" b="1">
                <a:solidFill>
                  <a:srgbClr val="146BA4"/>
                </a:solidFill>
                <a:latin typeface="Arial"/>
                <a:ea typeface="Arial"/>
                <a:cs typeface="Arial"/>
              </a:defRPr>
            </a:pPr>
            <a:r>
              <a:rPr sz="2400" b="1">
                <a:solidFill>
                  <a:srgbClr val="146BA4"/>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28E70F17-6130-4CA8-93FD-C9216085331F}"/>
              </a:ext>
            </a:extLst>
          </p:cNvPr>
          <p:cNvSpPr>
            <a:spLocks xmlns:a="http://schemas.openxmlformats.org/drawingml/2006/main" noGrp="1"/>
          </p:cNvSpPr>
          <p:nvPr/>
        </p:nvSpPr>
        <p:spPr>
          <a:xfrm xmlns:a="http://schemas.openxmlformats.org/drawingml/2006/main">
            <a:off x="457200" y="1381125"/>
            <a:ext cx="2000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6BA4"/>
                </a:solidFill>
                <a:latin typeface="Arial"/>
                <a:ea typeface="Arial"/>
                <a:cs typeface="Arial"/>
              </a:defRPr>
            </a:defPPr>
          </a:lstStyle>
          <a:p xmlns:a="http://schemas.openxmlformats.org/drawingml/2006/main">
            <a:pPr algn="l">
              <a:defRPr sz="2400" b="1">
                <a:solidFill>
                  <a:srgbClr val="146BA4"/>
                </a:solidFill>
                <a:latin typeface="Arial"/>
                <a:ea typeface="Arial"/>
                <a:cs typeface="Arial"/>
              </a:defRPr>
            </a:pPr>
            <a:r>
              <a:rPr sz="2400" b="1">
                <a:solidFill>
                  <a:srgbClr val="146BA4"/>
                </a:solidFill>
                <a:latin typeface="Arial"/>
                <a:ea typeface="Arial"/>
                <a:cs typeface="Arial"/>
              </a:rPr>
              <a:t>1977–78</a:t>
            </a:r>
          </a:p>
        </p:txBody>
      </p:sp>
      <p:sp>
        <p:nvSpPr>
          <p:cNvPr id="6" name="">
            <a:extLst xmlns:a="http://schemas.openxmlformats.org/drawingml/2006/main">
              <a:ext uri="{FF2B5EF4-FFF2-40B4-BE49-F238E27FC236}">
                <a16:creationId xmlns:a16="http://schemas.microsoft.com/office/drawing/2014/main" id="{EFEC06AD-02F7-49F0-8E0B-7A2114AB7FD8}"/>
              </a:ext>
            </a:extLst>
          </p:cNvPr>
          <p:cNvSpPr>
            <a:spLocks xmlns:a="http://schemas.openxmlformats.org/drawingml/2006/main" noGrp="1"/>
          </p:cNvSpPr>
          <p:nvPr/>
        </p:nvSpPr>
        <p:spPr>
          <a:xfrm xmlns:a="http://schemas.openxmlformats.org/drawingml/2006/main">
            <a:off x="2571750" y="1381125"/>
            <a:ext cx="904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142C40"/>
                </a:solidFill>
                <a:latin typeface="Arial"/>
                <a:ea typeface="Arial"/>
                <a:cs typeface="Arial"/>
              </a:defRPr>
            </a:defPPr>
          </a:lstStyle>
          <a:p xmlns:a="http://schemas.openxmlformats.org/drawingml/2006/main">
            <a:pPr algn="l">
              <a:defRPr sz="2400" b="0">
                <a:solidFill>
                  <a:srgbClr val="142C40"/>
                </a:solidFill>
                <a:latin typeface="Arial"/>
                <a:ea typeface="Arial"/>
                <a:cs typeface="Arial"/>
              </a:defRPr>
            </a:pPr>
            <a:r>
              <a:rPr sz="2400" b="0">
                <a:solidFill>
                  <a:srgbClr val="142C40"/>
                </a:solidFill>
                <a:latin typeface="Arial"/>
                <a:ea typeface="Arial"/>
                <a:cs typeface="Arial"/>
              </a:rPr>
              <a:t>JPL 77-41: programa de radiación</a:t>
            </a:r>
          </a:p>
        </p:txBody>
      </p:sp>
      <p:sp>
        <p:nvSpPr>
          <p:cNvPr id="7" name="">
            <a:extLst xmlns:a="http://schemas.openxmlformats.org/drawingml/2006/main">
              <a:ext uri="{FF2B5EF4-FFF2-40B4-BE49-F238E27FC236}">
                <a16:creationId xmlns:a16="http://schemas.microsoft.com/office/drawing/2014/main" id="{78750B78-EB97-42FC-972E-FDD135CEB814}"/>
              </a:ext>
            </a:extLst>
          </p:cNvPr>
          <p:cNvSpPr>
            <a:spLocks xmlns:a="http://schemas.openxmlformats.org/drawingml/2006/main" noGrp="1"/>
          </p:cNvSpPr>
          <p:nvPr/>
        </p:nvSpPr>
        <p:spPr>
          <a:xfrm xmlns:a="http://schemas.openxmlformats.org/drawingml/2006/main">
            <a:off x="457200" y="2238375"/>
            <a:ext cx="2000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6BA4"/>
                </a:solidFill>
                <a:latin typeface="Arial"/>
                <a:ea typeface="Arial"/>
                <a:cs typeface="Arial"/>
              </a:defRPr>
            </a:defPPr>
          </a:lstStyle>
          <a:p xmlns:a="http://schemas.openxmlformats.org/drawingml/2006/main">
            <a:pPr algn="l">
              <a:defRPr sz="2400" b="1">
                <a:solidFill>
                  <a:srgbClr val="146BA4"/>
                </a:solidFill>
                <a:latin typeface="Arial"/>
                <a:ea typeface="Arial"/>
                <a:cs typeface="Arial"/>
              </a:defRPr>
            </a:pPr>
            <a:r>
              <a:rPr sz="2400" b="1">
                <a:solidFill>
                  <a:srgbClr val="146BA4"/>
                </a:solidFill>
                <a:latin typeface="Arial"/>
                <a:ea typeface="Arial"/>
                <a:cs typeface="Arial"/>
              </a:rPr>
              <a:t>1988</a:t>
            </a:r>
          </a:p>
        </p:txBody>
      </p:sp>
      <p:sp>
        <p:nvSpPr>
          <p:cNvPr id="8" name="">
            <a:extLst xmlns:a="http://schemas.openxmlformats.org/drawingml/2006/main">
              <a:ext uri="{FF2B5EF4-FFF2-40B4-BE49-F238E27FC236}">
                <a16:creationId xmlns:a16="http://schemas.microsoft.com/office/drawing/2014/main" id="{FA448402-234B-4660-BC9F-C5301A1B78BF}"/>
              </a:ext>
            </a:extLst>
          </p:cNvPr>
          <p:cNvSpPr>
            <a:spLocks xmlns:a="http://schemas.openxmlformats.org/drawingml/2006/main" noGrp="1"/>
          </p:cNvSpPr>
          <p:nvPr/>
        </p:nvSpPr>
        <p:spPr>
          <a:xfrm xmlns:a="http://schemas.openxmlformats.org/drawingml/2006/main">
            <a:off x="2571750" y="2238375"/>
            <a:ext cx="904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142C40"/>
                </a:solidFill>
                <a:latin typeface="Arial"/>
                <a:ea typeface="Arial"/>
                <a:cs typeface="Arial"/>
              </a:defRPr>
            </a:defPPr>
          </a:lstStyle>
          <a:p xmlns:a="http://schemas.openxmlformats.org/drawingml/2006/main">
            <a:pPr algn="l">
              <a:defRPr sz="2400" b="0">
                <a:solidFill>
                  <a:srgbClr val="142C40"/>
                </a:solidFill>
                <a:latin typeface="Arial"/>
                <a:ea typeface="Arial"/>
                <a:cs typeface="Arial"/>
              </a:defRPr>
            </a:pPr>
            <a:r>
              <a:rPr sz="2400" b="0">
                <a:solidFill>
                  <a:srgbClr val="142C40"/>
                </a:solidFill>
                <a:latin typeface="Arial"/>
                <a:ea typeface="Arial"/>
                <a:cs typeface="Arial"/>
              </a:rPr>
              <a:t>NASA: Computers in Spaceflight</a:t>
            </a:r>
          </a:p>
        </p:txBody>
      </p:sp>
      <p:sp>
        <p:nvSpPr>
          <p:cNvPr id="9" name="">
            <a:extLst xmlns:a="http://schemas.openxmlformats.org/drawingml/2006/main">
              <a:ext uri="{FF2B5EF4-FFF2-40B4-BE49-F238E27FC236}">
                <a16:creationId xmlns:a16="http://schemas.microsoft.com/office/drawing/2014/main" id="{6686FC2D-C92F-4334-9EE2-7B5E52A1F937}"/>
              </a:ext>
            </a:extLst>
          </p:cNvPr>
          <p:cNvSpPr>
            <a:spLocks xmlns:a="http://schemas.openxmlformats.org/drawingml/2006/main" noGrp="1"/>
          </p:cNvSpPr>
          <p:nvPr/>
        </p:nvSpPr>
        <p:spPr>
          <a:xfrm xmlns:a="http://schemas.openxmlformats.org/drawingml/2006/main">
            <a:off x="457200" y="3095625"/>
            <a:ext cx="2000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6BA4"/>
                </a:solidFill>
                <a:latin typeface="Arial"/>
                <a:ea typeface="Arial"/>
                <a:cs typeface="Arial"/>
              </a:defRPr>
            </a:defPPr>
          </a:lstStyle>
          <a:p xmlns:a="http://schemas.openxmlformats.org/drawingml/2006/main">
            <a:pPr algn="l">
              <a:defRPr sz="2400" b="1">
                <a:solidFill>
                  <a:srgbClr val="146BA4"/>
                </a:solidFill>
                <a:latin typeface="Arial"/>
                <a:ea typeface="Arial"/>
                <a:cs typeface="Arial"/>
              </a:defRPr>
            </a:pPr>
            <a:r>
              <a:rPr sz="2400" b="1">
                <a:solidFill>
                  <a:srgbClr val="146BA4"/>
                </a:solidFill>
                <a:latin typeface="Arial"/>
                <a:ea typeface="Arial"/>
                <a:cs typeface="Arial"/>
              </a:rPr>
              <a:t>2005</a:t>
            </a:r>
          </a:p>
        </p:txBody>
      </p:sp>
      <p:sp>
        <p:nvSpPr>
          <p:cNvPr id="10" name="">
            <a:extLst xmlns:a="http://schemas.openxmlformats.org/drawingml/2006/main">
              <a:ext uri="{FF2B5EF4-FFF2-40B4-BE49-F238E27FC236}">
                <a16:creationId xmlns:a16="http://schemas.microsoft.com/office/drawing/2014/main" id="{271298F0-0A43-45DC-9C26-6B8BD616D5E4}"/>
              </a:ext>
            </a:extLst>
          </p:cNvPr>
          <p:cNvSpPr>
            <a:spLocks xmlns:a="http://schemas.openxmlformats.org/drawingml/2006/main" noGrp="1"/>
          </p:cNvSpPr>
          <p:nvPr/>
        </p:nvSpPr>
        <p:spPr>
          <a:xfrm xmlns:a="http://schemas.openxmlformats.org/drawingml/2006/main">
            <a:off x="2571750" y="3095625"/>
            <a:ext cx="904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142C40"/>
                </a:solidFill>
                <a:latin typeface="Arial"/>
                <a:ea typeface="Arial"/>
                <a:cs typeface="Arial"/>
              </a:defRPr>
            </a:defPPr>
          </a:lstStyle>
          <a:p xmlns:a="http://schemas.openxmlformats.org/drawingml/2006/main">
            <a:pPr algn="l">
              <a:defRPr sz="2400" b="0">
                <a:solidFill>
                  <a:srgbClr val="142C40"/>
                </a:solidFill>
                <a:latin typeface="Arial"/>
                <a:ea typeface="Arial"/>
                <a:cs typeface="Arial"/>
              </a:defRPr>
            </a:pPr>
            <a:r>
              <a:rPr sz="2400" b="0">
                <a:solidFill>
                  <a:srgbClr val="142C40"/>
                </a:solidFill>
                <a:latin typeface="Arial"/>
                <a:ea typeface="Arial"/>
                <a:cs typeface="Arial"/>
              </a:rPr>
              <a:t>NEPP: transitorios en circuitos lineales</a:t>
            </a:r>
          </a:p>
        </p:txBody>
      </p:sp>
      <p:sp>
        <p:nvSpPr>
          <p:cNvPr id="11" name="">
            <a:extLst xmlns:a="http://schemas.openxmlformats.org/drawingml/2006/main">
              <a:ext uri="{FF2B5EF4-FFF2-40B4-BE49-F238E27FC236}">
                <a16:creationId xmlns:a16="http://schemas.microsoft.com/office/drawing/2014/main" id="{3159017A-3A15-45A6-A80F-26CD0CB69949}"/>
              </a:ext>
            </a:extLst>
          </p:cNvPr>
          <p:cNvSpPr>
            <a:spLocks xmlns:a="http://schemas.openxmlformats.org/drawingml/2006/main" noGrp="1"/>
          </p:cNvSpPr>
          <p:nvPr/>
        </p:nvSpPr>
        <p:spPr>
          <a:xfrm xmlns:a="http://schemas.openxmlformats.org/drawingml/2006/main">
            <a:off x="457200" y="3952875"/>
            <a:ext cx="2000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6BA4"/>
                </a:solidFill>
                <a:latin typeface="Arial"/>
                <a:ea typeface="Arial"/>
                <a:cs typeface="Arial"/>
              </a:defRPr>
            </a:defPPr>
          </a:lstStyle>
          <a:p xmlns:a="http://schemas.openxmlformats.org/drawingml/2006/main">
            <a:pPr algn="l">
              <a:defRPr sz="2400" b="1">
                <a:solidFill>
                  <a:srgbClr val="146BA4"/>
                </a:solidFill>
                <a:latin typeface="Arial"/>
                <a:ea typeface="Arial"/>
                <a:cs typeface="Arial"/>
              </a:defRPr>
            </a:pPr>
            <a:r>
              <a:rPr sz="2400" b="1">
                <a:solidFill>
                  <a:srgbClr val="146BA4"/>
                </a:solidFill>
                <a:latin typeface="Arial"/>
                <a:ea typeface="Arial"/>
                <a:cs typeface="Arial"/>
              </a:rPr>
              <a:t>2012</a:t>
            </a:r>
          </a:p>
        </p:txBody>
      </p:sp>
      <p:sp>
        <p:nvSpPr>
          <p:cNvPr id="12" name="">
            <a:extLst xmlns:a="http://schemas.openxmlformats.org/drawingml/2006/main">
              <a:ext uri="{FF2B5EF4-FFF2-40B4-BE49-F238E27FC236}">
                <a16:creationId xmlns:a16="http://schemas.microsoft.com/office/drawing/2014/main" id="{250DC30C-0813-44FA-8499-271767EA5A9F}"/>
              </a:ext>
            </a:extLst>
          </p:cNvPr>
          <p:cNvSpPr>
            <a:spLocks xmlns:a="http://schemas.openxmlformats.org/drawingml/2006/main" noGrp="1"/>
          </p:cNvSpPr>
          <p:nvPr/>
        </p:nvSpPr>
        <p:spPr>
          <a:xfrm xmlns:a="http://schemas.openxmlformats.org/drawingml/2006/main">
            <a:off x="2571750" y="3952875"/>
            <a:ext cx="904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142C40"/>
                </a:solidFill>
                <a:latin typeface="Arial"/>
                <a:ea typeface="Arial"/>
                <a:cs typeface="Arial"/>
              </a:defRPr>
            </a:defPPr>
          </a:lstStyle>
          <a:p xmlns:a="http://schemas.openxmlformats.org/drawingml/2006/main">
            <a:pPr algn="l">
              <a:defRPr sz="2400" b="0">
                <a:solidFill>
                  <a:srgbClr val="142C40"/>
                </a:solidFill>
                <a:latin typeface="Arial"/>
                <a:ea typeface="Arial"/>
                <a:cs typeface="Arial"/>
              </a:defRPr>
            </a:pPr>
            <a:r>
              <a:rPr sz="2400" b="0">
                <a:solidFill>
                  <a:srgbClr val="142C40"/>
                </a:solidFill>
                <a:latin typeface="Arial"/>
                <a:ea typeface="Arial"/>
                <a:cs typeface="Arial"/>
              </a:rPr>
              <a:t>JPL: Hydrogen Contamination</a:t>
            </a:r>
          </a:p>
        </p:txBody>
      </p:sp>
      <p:sp>
        <p:nvSpPr>
          <p:cNvPr id="13" name="">
            <a:extLst xmlns:a="http://schemas.openxmlformats.org/drawingml/2006/main">
              <a:ext uri="{FF2B5EF4-FFF2-40B4-BE49-F238E27FC236}">
                <a16:creationId xmlns:a16="http://schemas.microsoft.com/office/drawing/2014/main" id="{B9CAC607-C010-40EC-A54B-7D451BF99730}"/>
              </a:ext>
            </a:extLst>
          </p:cNvPr>
          <p:cNvSpPr>
            <a:spLocks xmlns:a="http://schemas.openxmlformats.org/drawingml/2006/main" noGrp="1"/>
          </p:cNvSpPr>
          <p:nvPr/>
        </p:nvSpPr>
        <p:spPr>
          <a:xfrm xmlns:a="http://schemas.openxmlformats.org/drawingml/2006/main">
            <a:off x="457200" y="4810125"/>
            <a:ext cx="2000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6BA4"/>
                </a:solidFill>
                <a:latin typeface="Arial"/>
                <a:ea typeface="Arial"/>
                <a:cs typeface="Arial"/>
              </a:defRPr>
            </a:defPPr>
          </a:lstStyle>
          <a:p xmlns:a="http://schemas.openxmlformats.org/drawingml/2006/main">
            <a:pPr algn="l">
              <a:defRPr sz="2400" b="1">
                <a:solidFill>
                  <a:srgbClr val="146BA4"/>
                </a:solidFill>
                <a:latin typeface="Arial"/>
                <a:ea typeface="Arial"/>
                <a:cs typeface="Arial"/>
              </a:defRPr>
            </a:pPr>
            <a:r>
              <a:rPr sz="2400" b="1">
                <a:solidFill>
                  <a:srgbClr val="146BA4"/>
                </a:solidFill>
                <a:latin typeface="Arial"/>
                <a:ea typeface="Arial"/>
                <a:cs typeface="Arial"/>
              </a:rPr>
              <a:t>2022</a:t>
            </a:r>
          </a:p>
        </p:txBody>
      </p:sp>
      <p:sp>
        <p:nvSpPr>
          <p:cNvPr id="14" name="">
            <a:extLst xmlns:a="http://schemas.openxmlformats.org/drawingml/2006/main">
              <a:ext uri="{FF2B5EF4-FFF2-40B4-BE49-F238E27FC236}">
                <a16:creationId xmlns:a16="http://schemas.microsoft.com/office/drawing/2014/main" id="{D189BDB0-D3ED-4E8A-A21F-547EA66DDB3C}"/>
              </a:ext>
            </a:extLst>
          </p:cNvPr>
          <p:cNvSpPr>
            <a:spLocks xmlns:a="http://schemas.openxmlformats.org/drawingml/2006/main" noGrp="1"/>
          </p:cNvSpPr>
          <p:nvPr/>
        </p:nvSpPr>
        <p:spPr>
          <a:xfrm xmlns:a="http://schemas.openxmlformats.org/drawingml/2006/main">
            <a:off x="2571750" y="4810125"/>
            <a:ext cx="904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142C40"/>
                </a:solidFill>
                <a:latin typeface="Arial"/>
                <a:ea typeface="Arial"/>
                <a:cs typeface="Arial"/>
              </a:defRPr>
            </a:defPPr>
          </a:lstStyle>
          <a:p xmlns:a="http://schemas.openxmlformats.org/drawingml/2006/main">
            <a:pPr algn="l">
              <a:defRPr sz="2400" b="0">
                <a:solidFill>
                  <a:srgbClr val="142C40"/>
                </a:solidFill>
                <a:latin typeface="Arial"/>
                <a:ea typeface="Arial"/>
                <a:cs typeface="Arial"/>
              </a:defRPr>
            </a:pPr>
            <a:r>
              <a:rPr sz="2400" b="0">
                <a:solidFill>
                  <a:srgbClr val="142C40"/>
                </a:solidFill>
                <a:latin typeface="Arial"/>
                <a:ea typeface="Arial"/>
                <a:cs typeface="Arial"/>
              </a:rPr>
              <a:t>NASA-HDBK-4002B: carga electrostática</a:t>
            </a:r>
          </a:p>
        </p:txBody>
      </p:sp>
    </p:spTree>
    <p:extLst>
      <p:ext uri="{BB962C8B-B14F-4D97-AF65-F5344CB8AC3E}">
        <p14:creationId xmlns:p14="http://schemas.microsoft.com/office/powerpoint/2010/main" val="149299769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B3E84EB-224C-41F1-B8E9-7F02ACE486B7}"/>
              </a:ext>
            </a:extLst>
          </p:cNvPr>
          <p:cNvSpPr>
            <a:spLocks xmlns:a="http://schemas.openxmlformats.org/drawingml/2006/main" noGrp="1"/>
          </p:cNvSpPr>
          <p:nvPr/>
        </p:nvSpPr>
        <p:spPr>
          <a:xfrm xmlns:a="http://schemas.openxmlformats.org/drawingml/2006/main">
            <a:off x="457200" y="266700"/>
            <a:ext cx="11239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3300" b="1">
                <a:solidFill>
                  <a:srgbClr val="142C40"/>
                </a:solidFill>
                <a:latin typeface="Arial"/>
                <a:ea typeface="Arial"/>
                <a:cs typeface="Arial"/>
              </a:defRPr>
            </a:defPPr>
          </a:lstStyle>
          <a:p xmlns:a="http://schemas.openxmlformats.org/drawingml/2006/main">
            <a:pPr algn="l">
              <a:defRPr sz="3300" b="1">
                <a:solidFill>
                  <a:srgbClr val="142C40"/>
                </a:solidFill>
                <a:latin typeface="Arial"/>
                <a:ea typeface="Arial"/>
                <a:cs typeface="Arial"/>
              </a:defRPr>
            </a:pPr>
            <a:r>
              <a:rPr sz="3300" b="1">
                <a:solidFill>
                  <a:srgbClr val="142C40"/>
                </a:solidFill>
                <a:latin typeface="Arial"/>
                <a:ea typeface="Arial"/>
                <a:cs typeface="Arial"/>
              </a:rPr>
              <a:t>Respaldo: la ganancia depende del ensayo</a:t>
            </a:r>
          </a:p>
        </p:txBody>
      </p:sp>
      <p:sp>
        <p:nvSpPr>
          <p:cNvPr id="2" name="">
            <a:extLst xmlns:a="http://schemas.openxmlformats.org/drawingml/2006/main">
              <a:ext uri="{FF2B5EF4-FFF2-40B4-BE49-F238E27FC236}">
                <a16:creationId xmlns:a16="http://schemas.microsoft.com/office/drawing/2014/main" id="{92DA84E9-1616-4FC3-A3E5-DC0F23A8C5AF}"/>
              </a:ext>
            </a:extLst>
          </p:cNvPr>
          <p:cNvSpPr>
            <a:spLocks xmlns:a="http://schemas.openxmlformats.org/drawingml/2006/main" noGrp="1"/>
          </p:cNvSpPr>
          <p:nvPr/>
        </p:nvSpPr>
        <p:spPr>
          <a:xfrm xmlns:a="http://schemas.openxmlformats.org/drawingml/2006/main">
            <a:off x="457200" y="6096000"/>
            <a:ext cx="11258550" cy="9525"/>
          </a:xfrm>
          <a:custGeom xmlns:a="http://schemas.openxmlformats.org/drawingml/2006/main">
            <a:pathLst>
              <a:path w="11258550" h="9525">
                <a:moveTo>
                  <a:pt x="0" y="0"/>
                </a:moveTo>
                <a:lnTo>
                  <a:pt x="11258550" y="0"/>
                </a:lnTo>
              </a:path>
            </a:pathLst>
          </a:custGeom>
          <a:noFill xmlns:a="http://schemas.openxmlformats.org/drawingml/2006/main"/>
          <a:ln xmlns:a="http://schemas.openxmlformats.org/drawingml/2006/main" w="9525">
            <a:solidFill>
              <a:srgbClr val="B9C8D2"/>
            </a:solidFill>
          </a:ln>
        </p:spPr>
      </p:sp>
      <p:sp>
        <p:nvSpPr>
          <p:cNvPr id="3" name="">
            <a:extLst xmlns:a="http://schemas.openxmlformats.org/drawingml/2006/main">
              <a:ext uri="{FF2B5EF4-FFF2-40B4-BE49-F238E27FC236}">
                <a16:creationId xmlns:a16="http://schemas.microsoft.com/office/drawing/2014/main" id="{21D7AB73-F807-4262-9CF1-237AF87DBF34}"/>
              </a:ext>
            </a:extLst>
          </p:cNvPr>
          <p:cNvSpPr>
            <a:spLocks xmlns:a="http://schemas.openxmlformats.org/drawingml/2006/main" noGrp="1"/>
          </p:cNvSpPr>
          <p:nvPr/>
        </p:nvSpPr>
        <p:spPr>
          <a:xfrm xmlns:a="http://schemas.openxmlformats.org/drawingml/2006/main">
            <a:off x="457200" y="627697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6C7F8C"/>
                </a:solidFill>
                <a:latin typeface="Arial"/>
                <a:ea typeface="Arial"/>
                <a:cs typeface="Arial"/>
              </a:defRPr>
            </a:defPPr>
          </a:lstStyle>
          <a:p xmlns:a="http://schemas.openxmlformats.org/drawingml/2006/main">
            <a:pPr algn="l">
              <a:defRPr sz="2400" b="0">
                <a:solidFill>
                  <a:srgbClr val="6C7F8C"/>
                </a:solidFill>
                <a:latin typeface="Arial"/>
                <a:ea typeface="Arial"/>
                <a:cs typeface="Arial"/>
              </a:defRPr>
            </a:pPr>
            <a:r>
              <a:rPr sz="2400" b="0">
                <a:solidFill>
                  <a:srgbClr val="6C7F8C"/>
                </a:solidFill>
                <a:latin typeface="Arial"/>
                <a:ea typeface="Arial"/>
                <a:cs typeface="Arial"/>
              </a:rPr>
              <a:t>Ensayo del programa · S01, fig. 7-1</a:t>
            </a:r>
          </a:p>
        </p:txBody>
      </p:sp>
      <p:sp>
        <p:nvSpPr>
          <p:cNvPr id="4" name="">
            <a:extLst xmlns:a="http://schemas.openxmlformats.org/drawingml/2006/main">
              <a:ext uri="{FF2B5EF4-FFF2-40B4-BE49-F238E27FC236}">
                <a16:creationId xmlns:a16="http://schemas.microsoft.com/office/drawing/2014/main" id="{B60DA937-602D-45E4-BFCB-AC939BF21840}"/>
              </a:ext>
            </a:extLst>
          </p:cNvPr>
          <p:cNvSpPr>
            <a:spLocks xmlns:a="http://schemas.openxmlformats.org/drawingml/2006/main" noGrp="1"/>
          </p:cNvSpPr>
          <p:nvPr/>
        </p:nvSpPr>
        <p:spPr>
          <a:xfrm xmlns:a="http://schemas.openxmlformats.org/drawingml/2006/main">
            <a:off x="11163300" y="6276975"/>
            <a:ext cx="66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6BA4"/>
                </a:solidFill>
                <a:latin typeface="Arial"/>
                <a:ea typeface="Arial"/>
                <a:cs typeface="Arial"/>
              </a:defRPr>
            </a:defPPr>
          </a:lstStyle>
          <a:p xmlns:a="http://schemas.openxmlformats.org/drawingml/2006/main">
            <a:pPr algn="l">
              <a:defRPr sz="2400" b="1">
                <a:solidFill>
                  <a:srgbClr val="146BA4"/>
                </a:solidFill>
                <a:latin typeface="Arial"/>
                <a:ea typeface="Arial"/>
                <a:cs typeface="Arial"/>
              </a:defRPr>
            </a:pPr>
            <a:r>
              <a:rPr sz="2400" b="1">
                <a:solidFill>
                  <a:srgbClr val="146BA4"/>
                </a:solidFill>
                <a:latin typeface="Arial"/>
                <a:ea typeface="Arial"/>
                <a:cs typeface="Arial"/>
              </a:rPr>
              <a:t>13</a:t>
            </a:r>
          </a:p>
        </p:txBody>
      </p:sp>
      <p:pic>
        <p:nvPicPr>
          <p:cNvPr id="5" name="">
            <a:extLst xmlns:a="http://schemas.openxmlformats.org/drawingml/2006/main">
              <a:ext uri="{FF2B5EF4-FFF2-40B4-BE49-F238E27FC236}">
                <a16:creationId xmlns:a16="http://schemas.microsoft.com/office/drawing/2014/main" id="{99F14384-B205-412C-B2F0-8E47F7D2EE1B}"/>
              </a:ext>
            </a:extLst>
          </p:cNvPr>
          <p:cNvPicPr>
            <a:picLocks xmlns:a="http://schemas.openxmlformats.org/drawingml/2006/main" noChangeAspect="1"/>
          </p:cNvPicPr>
          <p:nvPr/>
        </p:nvPicPr>
        <p:blipFill>
          <a:blip xmlns:r="http://schemas.openxmlformats.org/officeDocument/2006/relationships" xmlns:a="http://schemas.openxmlformats.org/drawingml/2006/main" r:embed="R0aad707680454e18"/>
          <a:stretch xmlns:a="http://schemas.openxmlformats.org/drawingml/2006/main"/>
        </p:blipFill>
        <p:spPr>
          <a:xfrm xmlns:a="http://schemas.openxmlformats.org/drawingml/2006/main">
            <a:off x="1708411" y="1190625"/>
            <a:ext cx="5060428" cy="4667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A0AB9E5-3D35-412C-BF13-4DBD9C05E614}"/>
              </a:ext>
            </a:extLst>
          </p:cNvPr>
          <p:cNvSpPr>
            <a:spLocks xmlns:a="http://schemas.openxmlformats.org/drawingml/2006/main" noGrp="1"/>
          </p:cNvSpPr>
          <p:nvPr/>
        </p:nvSpPr>
        <p:spPr>
          <a:xfrm xmlns:a="http://schemas.openxmlformats.org/drawingml/2006/main">
            <a:off x="8572500" y="1714500"/>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3000" b="1">
                <a:solidFill>
                  <a:srgbClr val="146BA4"/>
                </a:solidFill>
                <a:latin typeface="Arial"/>
                <a:ea typeface="Arial"/>
                <a:cs typeface="Arial"/>
              </a:defRPr>
            </a:defPPr>
          </a:lstStyle>
          <a:p xmlns:a="http://schemas.openxmlformats.org/drawingml/2006/main">
            <a:pPr algn="l">
              <a:defRPr sz="3000" b="1">
                <a:solidFill>
                  <a:srgbClr val="146BA4"/>
                </a:solidFill>
                <a:latin typeface="Arial"/>
                <a:ea typeface="Arial"/>
                <a:cs typeface="Arial"/>
              </a:defRPr>
            </a:pPr>
            <a:r>
              <a:rPr sz="3000" b="1">
                <a:solidFill>
                  <a:srgbClr val="146BA4"/>
                </a:solidFill>
                <a:latin typeface="Arial"/>
                <a:ea typeface="Arial"/>
                <a:cs typeface="Arial"/>
              </a:rPr>
              <a:t>Δ(1/hFE)</a:t>
            </a:r>
          </a:p>
        </p:txBody>
      </p:sp>
      <p:sp>
        <p:nvSpPr>
          <p:cNvPr id="7" name="">
            <a:extLst xmlns:a="http://schemas.openxmlformats.org/drawingml/2006/main">
              <a:ext uri="{FF2B5EF4-FFF2-40B4-BE49-F238E27FC236}">
                <a16:creationId xmlns:a16="http://schemas.microsoft.com/office/drawing/2014/main" id="{A98AFB4B-60FA-4877-8083-9413218F0F5E}"/>
              </a:ext>
            </a:extLst>
          </p:cNvPr>
          <p:cNvSpPr>
            <a:spLocks xmlns:a="http://schemas.openxmlformats.org/drawingml/2006/main" noGrp="1"/>
          </p:cNvSpPr>
          <p:nvPr/>
        </p:nvSpPr>
        <p:spPr>
          <a:xfrm xmlns:a="http://schemas.openxmlformats.org/drawingml/2006/main">
            <a:off x="8572500" y="266700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142C40"/>
                </a:solidFill>
                <a:latin typeface="Arial"/>
                <a:ea typeface="Arial"/>
                <a:cs typeface="Arial"/>
              </a:defRPr>
            </a:defPPr>
          </a:lstStyle>
          <a:p xmlns:a="http://schemas.openxmlformats.org/drawingml/2006/main">
            <a:pPr algn="l">
              <a:defRPr sz="2400" b="0">
                <a:solidFill>
                  <a:srgbClr val="142C40"/>
                </a:solidFill>
                <a:latin typeface="Arial"/>
                <a:ea typeface="Arial"/>
                <a:cs typeface="Arial"/>
              </a:defRPr>
            </a:pPr>
            <a:r>
              <a:rPr sz="2400" b="0">
                <a:solidFill>
                  <a:srgbClr val="142C40"/>
                </a:solidFill>
                <a:latin typeface="Arial"/>
                <a:ea typeface="Arial"/>
                <a:cs typeface="Arial"/>
              </a:rPr>
              <a:t>Más alto:</a:t>
            </a:r>
          </a:p>
        </p:txBody>
      </p:sp>
      <p:sp>
        <p:nvSpPr>
          <p:cNvPr id="8" name="">
            <a:extLst xmlns:a="http://schemas.openxmlformats.org/drawingml/2006/main">
              <a:ext uri="{FF2B5EF4-FFF2-40B4-BE49-F238E27FC236}">
                <a16:creationId xmlns:a16="http://schemas.microsoft.com/office/drawing/2014/main" id="{235CF399-31D4-46D4-82AB-6615D5477458}"/>
              </a:ext>
            </a:extLst>
          </p:cNvPr>
          <p:cNvSpPr>
            <a:spLocks xmlns:a="http://schemas.openxmlformats.org/drawingml/2006/main" noGrp="1"/>
          </p:cNvSpPr>
          <p:nvPr/>
        </p:nvSpPr>
        <p:spPr>
          <a:xfrm xmlns:a="http://schemas.openxmlformats.org/drawingml/2006/main">
            <a:off x="8572500" y="3190875"/>
            <a:ext cx="314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6BA4"/>
                </a:solidFill>
                <a:latin typeface="Arial"/>
                <a:ea typeface="Arial"/>
                <a:cs typeface="Arial"/>
              </a:defRPr>
            </a:defPPr>
          </a:lstStyle>
          <a:p xmlns:a="http://schemas.openxmlformats.org/drawingml/2006/main">
            <a:pPr algn="l">
              <a:defRPr sz="2400" b="1">
                <a:solidFill>
                  <a:srgbClr val="146BA4"/>
                </a:solidFill>
                <a:latin typeface="Arial"/>
                <a:ea typeface="Arial"/>
                <a:cs typeface="Arial"/>
              </a:defRPr>
            </a:pPr>
            <a:r>
              <a:rPr sz="2400" b="1">
                <a:solidFill>
                  <a:srgbClr val="146BA4"/>
                </a:solidFill>
                <a:latin typeface="Arial"/>
                <a:ea typeface="Arial"/>
                <a:cs typeface="Arial"/>
              </a:rPr>
              <a:t>más degradación</a:t>
            </a:r>
          </a:p>
        </p:txBody>
      </p:sp>
      <p:sp>
        <p:nvSpPr>
          <p:cNvPr id="9" name="">
            <a:extLst xmlns:a="http://schemas.openxmlformats.org/drawingml/2006/main">
              <a:ext uri="{FF2B5EF4-FFF2-40B4-BE49-F238E27FC236}">
                <a16:creationId xmlns:a16="http://schemas.microsoft.com/office/drawing/2014/main" id="{824AF4BE-A56A-4563-9D91-C7BD8BD9CD76}"/>
              </a:ext>
            </a:extLst>
          </p:cNvPr>
          <p:cNvSpPr>
            <a:spLocks xmlns:a="http://schemas.openxmlformats.org/drawingml/2006/main" noGrp="1"/>
          </p:cNvSpPr>
          <p:nvPr/>
        </p:nvSpPr>
        <p:spPr>
          <a:xfrm xmlns:a="http://schemas.openxmlformats.org/drawingml/2006/main">
            <a:off x="8382000" y="447675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142C40"/>
                </a:solidFill>
                <a:latin typeface="Arial"/>
                <a:ea typeface="Arial"/>
                <a:cs typeface="Arial"/>
              </a:defRPr>
            </a:defPPr>
          </a:lstStyle>
          <a:p xmlns:a="http://schemas.openxmlformats.org/drawingml/2006/main">
            <a:pPr algn="l">
              <a:defRPr sz="2400" b="0">
                <a:solidFill>
                  <a:srgbClr val="142C40"/>
                </a:solidFill>
                <a:latin typeface="Arial"/>
                <a:ea typeface="Arial"/>
                <a:cs typeface="Arial"/>
              </a:defRPr>
            </a:pPr>
            <a:r>
              <a:rPr sz="2400" b="0">
                <a:solidFill>
                  <a:srgbClr val="142C40"/>
                </a:solidFill>
                <a:latin typeface="Arial"/>
                <a:ea typeface="Arial"/>
                <a:cs typeface="Arial"/>
              </a:rPr>
              <a:t>IC: punto de trabajo</a:t>
            </a:r>
          </a:p>
        </p:txBody>
      </p:sp>
    </p:spTree>
    <p:extLst>
      <p:ext uri="{BB962C8B-B14F-4D97-AF65-F5344CB8AC3E}">
        <p14:creationId xmlns:p14="http://schemas.microsoft.com/office/powerpoint/2010/main" val="74815125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7D27CF1-73FC-4CD6-AD79-3499AA186FB9}"/>
              </a:ext>
            </a:extLst>
          </p:cNvPr>
          <p:cNvSpPr>
            <a:spLocks xmlns:a="http://schemas.openxmlformats.org/drawingml/2006/main" noGrp="1"/>
          </p:cNvSpPr>
          <p:nvPr/>
        </p:nvSpPr>
        <p:spPr>
          <a:xfrm xmlns:a="http://schemas.openxmlformats.org/drawingml/2006/main">
            <a:off x="457200" y="266700"/>
            <a:ext cx="11239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3300" b="1">
                <a:solidFill>
                  <a:srgbClr val="142C40"/>
                </a:solidFill>
                <a:latin typeface="Arial"/>
                <a:ea typeface="Arial"/>
                <a:cs typeface="Arial"/>
              </a:defRPr>
            </a:defPPr>
          </a:lstStyle>
          <a:p xmlns:a="http://schemas.openxmlformats.org/drawingml/2006/main">
            <a:pPr algn="l">
              <a:defRPr sz="3300" b="1">
                <a:solidFill>
                  <a:srgbClr val="142C40"/>
                </a:solidFill>
                <a:latin typeface="Arial"/>
                <a:ea typeface="Arial"/>
                <a:cs typeface="Arial"/>
              </a:defRPr>
            </a:pPr>
            <a:r>
              <a:rPr sz="3300" b="1">
                <a:solidFill>
                  <a:srgbClr val="142C40"/>
                </a:solidFill>
                <a:latin typeface="Arial"/>
                <a:ea typeface="Arial"/>
                <a:cs typeface="Arial"/>
              </a:rPr>
              <a:t>Respaldo: un transitorio medido</a:t>
            </a:r>
          </a:p>
        </p:txBody>
      </p:sp>
      <p:sp>
        <p:nvSpPr>
          <p:cNvPr id="2" name="">
            <a:extLst xmlns:a="http://schemas.openxmlformats.org/drawingml/2006/main">
              <a:ext uri="{FF2B5EF4-FFF2-40B4-BE49-F238E27FC236}">
                <a16:creationId xmlns:a16="http://schemas.microsoft.com/office/drawing/2014/main" id="{E8A4D985-8A06-45B7-9496-8377C6572F64}"/>
              </a:ext>
            </a:extLst>
          </p:cNvPr>
          <p:cNvSpPr>
            <a:spLocks xmlns:a="http://schemas.openxmlformats.org/drawingml/2006/main" noGrp="1"/>
          </p:cNvSpPr>
          <p:nvPr/>
        </p:nvSpPr>
        <p:spPr>
          <a:xfrm xmlns:a="http://schemas.openxmlformats.org/drawingml/2006/main">
            <a:off x="457200" y="6096000"/>
            <a:ext cx="11258550" cy="9525"/>
          </a:xfrm>
          <a:custGeom xmlns:a="http://schemas.openxmlformats.org/drawingml/2006/main">
            <a:pathLst>
              <a:path w="11258550" h="9525">
                <a:moveTo>
                  <a:pt x="0" y="0"/>
                </a:moveTo>
                <a:lnTo>
                  <a:pt x="11258550" y="0"/>
                </a:lnTo>
              </a:path>
            </a:pathLst>
          </a:custGeom>
          <a:noFill xmlns:a="http://schemas.openxmlformats.org/drawingml/2006/main"/>
          <a:ln xmlns:a="http://schemas.openxmlformats.org/drawingml/2006/main" w="9525">
            <a:solidFill>
              <a:srgbClr val="B9C8D2"/>
            </a:solidFill>
          </a:ln>
        </p:spPr>
      </p:sp>
      <p:sp>
        <p:nvSpPr>
          <p:cNvPr id="3" name="">
            <a:extLst xmlns:a="http://schemas.openxmlformats.org/drawingml/2006/main">
              <a:ext uri="{FF2B5EF4-FFF2-40B4-BE49-F238E27FC236}">
                <a16:creationId xmlns:a16="http://schemas.microsoft.com/office/drawing/2014/main" id="{7BE2A13C-94A4-4BF2-B192-39DCDA5183D3}"/>
              </a:ext>
            </a:extLst>
          </p:cNvPr>
          <p:cNvSpPr>
            <a:spLocks xmlns:a="http://schemas.openxmlformats.org/drawingml/2006/main" noGrp="1"/>
          </p:cNvSpPr>
          <p:nvPr/>
        </p:nvSpPr>
        <p:spPr>
          <a:xfrm xmlns:a="http://schemas.openxmlformats.org/drawingml/2006/main">
            <a:off x="457200" y="627697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6C7F8C"/>
                </a:solidFill>
                <a:latin typeface="Arial"/>
                <a:ea typeface="Arial"/>
                <a:cs typeface="Arial"/>
              </a:defRPr>
            </a:defPPr>
          </a:lstStyle>
          <a:p xmlns:a="http://schemas.openxmlformats.org/drawingml/2006/main">
            <a:pPr algn="l">
              <a:defRPr sz="2400" b="0">
                <a:solidFill>
                  <a:srgbClr val="6C7F8C"/>
                </a:solidFill>
                <a:latin typeface="Arial"/>
                <a:ea typeface="Arial"/>
                <a:cs typeface="Arial"/>
              </a:defRPr>
            </a:pPr>
            <a:r>
              <a:rPr sz="2400" b="0">
                <a:solidFill>
                  <a:srgbClr val="6C7F8C"/>
                </a:solidFill>
                <a:latin typeface="Arial"/>
                <a:ea typeface="Arial"/>
                <a:cs typeface="Arial"/>
              </a:rPr>
              <a:t>NASA/NEPP · S35, fig. 1 · no Voyager</a:t>
            </a:r>
          </a:p>
        </p:txBody>
      </p:sp>
      <p:sp>
        <p:nvSpPr>
          <p:cNvPr id="4" name="">
            <a:extLst xmlns:a="http://schemas.openxmlformats.org/drawingml/2006/main">
              <a:ext uri="{FF2B5EF4-FFF2-40B4-BE49-F238E27FC236}">
                <a16:creationId xmlns:a16="http://schemas.microsoft.com/office/drawing/2014/main" id="{015942F1-CADC-4652-8B60-C31917CC64BD}"/>
              </a:ext>
            </a:extLst>
          </p:cNvPr>
          <p:cNvSpPr>
            <a:spLocks xmlns:a="http://schemas.openxmlformats.org/drawingml/2006/main" noGrp="1"/>
          </p:cNvSpPr>
          <p:nvPr/>
        </p:nvSpPr>
        <p:spPr>
          <a:xfrm xmlns:a="http://schemas.openxmlformats.org/drawingml/2006/main">
            <a:off x="11163300" y="6276975"/>
            <a:ext cx="66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6BA4"/>
                </a:solidFill>
                <a:latin typeface="Arial"/>
                <a:ea typeface="Arial"/>
                <a:cs typeface="Arial"/>
              </a:defRPr>
            </a:defPPr>
          </a:lstStyle>
          <a:p xmlns:a="http://schemas.openxmlformats.org/drawingml/2006/main">
            <a:pPr algn="l">
              <a:defRPr sz="2400" b="1">
                <a:solidFill>
                  <a:srgbClr val="146BA4"/>
                </a:solidFill>
                <a:latin typeface="Arial"/>
                <a:ea typeface="Arial"/>
                <a:cs typeface="Arial"/>
              </a:defRPr>
            </a:pPr>
            <a:r>
              <a:rPr sz="2400" b="1">
                <a:solidFill>
                  <a:srgbClr val="146BA4"/>
                </a:solidFill>
                <a:latin typeface="Arial"/>
                <a:ea typeface="Arial"/>
                <a:cs typeface="Arial"/>
              </a:rPr>
              <a:t>14</a:t>
            </a:r>
          </a:p>
        </p:txBody>
      </p:sp>
      <p:pic>
        <p:nvPicPr>
          <p:cNvPr id="5" name="">
            <a:extLst xmlns:a="http://schemas.openxmlformats.org/drawingml/2006/main">
              <a:ext uri="{FF2B5EF4-FFF2-40B4-BE49-F238E27FC236}">
                <a16:creationId xmlns:a16="http://schemas.microsoft.com/office/drawing/2014/main" id="{428D24FC-C869-4D00-A617-A6276161779B}"/>
              </a:ext>
            </a:extLst>
          </p:cNvPr>
          <p:cNvPicPr>
            <a:picLocks xmlns:a="http://schemas.openxmlformats.org/drawingml/2006/main" noChangeAspect="1"/>
          </p:cNvPicPr>
          <p:nvPr/>
        </p:nvPicPr>
        <p:blipFill>
          <a:blip xmlns:r="http://schemas.openxmlformats.org/officeDocument/2006/relationships" xmlns:a="http://schemas.openxmlformats.org/drawingml/2006/main" r:embed="R3e42a734e02049d5"/>
          <a:stretch xmlns:a="http://schemas.openxmlformats.org/drawingml/2006/main"/>
        </p:blipFill>
        <p:spPr>
          <a:xfrm xmlns:a="http://schemas.openxmlformats.org/drawingml/2006/main">
            <a:off x="3188868" y="1190625"/>
            <a:ext cx="5814264"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BEFE291-2DAD-469F-BE1C-3E6F74C78138}"/>
              </a:ext>
            </a:extLst>
          </p:cNvPr>
          <p:cNvSpPr>
            <a:spLocks xmlns:a="http://schemas.openxmlformats.org/drawingml/2006/main" noGrp="1"/>
          </p:cNvSpPr>
          <p:nvPr/>
        </p:nvSpPr>
        <p:spPr>
          <a:xfrm xmlns:a="http://schemas.openxmlformats.org/drawingml/2006/main">
            <a:off x="457200" y="5334000"/>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6BA4"/>
                </a:solidFill>
                <a:latin typeface="Arial"/>
                <a:ea typeface="Arial"/>
                <a:cs typeface="Arial"/>
              </a:defRPr>
            </a:defPPr>
          </a:lstStyle>
          <a:p xmlns:a="http://schemas.openxmlformats.org/drawingml/2006/main">
            <a:pPr algn="l">
              <a:defRPr sz="2400" b="1">
                <a:solidFill>
                  <a:srgbClr val="146BA4"/>
                </a:solidFill>
                <a:latin typeface="Arial"/>
                <a:ea typeface="Arial"/>
                <a:cs typeface="Arial"/>
              </a:defRPr>
            </a:pPr>
            <a:r>
              <a:rPr sz="2400" b="1">
                <a:solidFill>
                  <a:srgbClr val="146BA4"/>
                </a:solidFill>
                <a:latin typeface="Arial"/>
                <a:ea typeface="Arial"/>
                <a:cs typeface="Arial"/>
              </a:rPr>
              <a:t>Tensión de salida</a:t>
            </a:r>
          </a:p>
        </p:txBody>
      </p:sp>
      <p:sp>
        <p:nvSpPr>
          <p:cNvPr id="7" name="">
            <a:extLst xmlns:a="http://schemas.openxmlformats.org/drawingml/2006/main">
              <a:ext uri="{FF2B5EF4-FFF2-40B4-BE49-F238E27FC236}">
                <a16:creationId xmlns:a16="http://schemas.microsoft.com/office/drawing/2014/main" id="{AB06D132-7745-4ADA-ACDF-083214A5CB4E}"/>
              </a:ext>
            </a:extLst>
          </p:cNvPr>
          <p:cNvSpPr>
            <a:spLocks xmlns:a="http://schemas.openxmlformats.org/drawingml/2006/main" noGrp="1"/>
          </p:cNvSpPr>
          <p:nvPr/>
        </p:nvSpPr>
        <p:spPr>
          <a:xfrm xmlns:a="http://schemas.openxmlformats.org/drawingml/2006/main">
            <a:off x="5905500" y="5334000"/>
            <a:ext cx="5810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6BA4"/>
                </a:solidFill>
                <a:latin typeface="Arial"/>
                <a:ea typeface="Arial"/>
                <a:cs typeface="Arial"/>
              </a:defRPr>
            </a:defPPr>
          </a:lstStyle>
          <a:p xmlns:a="http://schemas.openxmlformats.org/drawingml/2006/main">
            <a:pPr algn="l">
              <a:defRPr sz="2400" b="1">
                <a:solidFill>
                  <a:srgbClr val="146BA4"/>
                </a:solidFill>
                <a:latin typeface="Arial"/>
                <a:ea typeface="Arial"/>
                <a:cs typeface="Arial"/>
              </a:defRPr>
            </a:pPr>
            <a:r>
              <a:rPr sz="2400" b="1">
                <a:solidFill>
                  <a:srgbClr val="146BA4"/>
                </a:solidFill>
                <a:latin typeface="Arial"/>
                <a:ea typeface="Arial"/>
                <a:cs typeface="Arial"/>
              </a:rPr>
              <a:t>Recuperación en microsegundos</a:t>
            </a:r>
          </a:p>
        </p:txBody>
      </p:sp>
    </p:spTree>
    <p:extLst>
      <p:ext uri="{BB962C8B-B14F-4D97-AF65-F5344CB8AC3E}">
        <p14:creationId xmlns:p14="http://schemas.microsoft.com/office/powerpoint/2010/main" val="41933922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AAFD010-B7E3-4B7D-A290-193139D4F447}"/>
              </a:ext>
            </a:extLst>
          </p:cNvPr>
          <p:cNvSpPr>
            <a:spLocks xmlns:a="http://schemas.openxmlformats.org/drawingml/2006/main" noGrp="1"/>
          </p:cNvSpPr>
          <p:nvPr/>
        </p:nvSpPr>
        <p:spPr>
          <a:xfrm xmlns:a="http://schemas.openxmlformats.org/drawingml/2006/main">
            <a:off x="457200" y="266700"/>
            <a:ext cx="11239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3300" b="1">
                <a:solidFill>
                  <a:srgbClr val="142C40"/>
                </a:solidFill>
                <a:latin typeface="Arial"/>
                <a:ea typeface="Arial"/>
                <a:cs typeface="Arial"/>
              </a:defRPr>
            </a:defPPr>
          </a:lstStyle>
          <a:p xmlns:a="http://schemas.openxmlformats.org/drawingml/2006/main">
            <a:pPr algn="l">
              <a:defRPr sz="3300" b="1">
                <a:solidFill>
                  <a:srgbClr val="142C40"/>
                </a:solidFill>
                <a:latin typeface="Arial"/>
                <a:ea typeface="Arial"/>
                <a:cs typeface="Arial"/>
              </a:defRPr>
            </a:pPr>
            <a:r>
              <a:rPr sz="3300" b="1">
                <a:solidFill>
                  <a:srgbClr val="142C40"/>
                </a:solidFill>
                <a:latin typeface="Arial"/>
                <a:ea typeface="Arial"/>
                <a:cs typeface="Arial"/>
              </a:rPr>
              <a:t>Respaldo: las computadoras de Voyager</a:t>
            </a:r>
          </a:p>
        </p:txBody>
      </p:sp>
      <p:sp>
        <p:nvSpPr>
          <p:cNvPr id="2" name="">
            <a:extLst xmlns:a="http://schemas.openxmlformats.org/drawingml/2006/main">
              <a:ext uri="{FF2B5EF4-FFF2-40B4-BE49-F238E27FC236}">
                <a16:creationId xmlns:a16="http://schemas.microsoft.com/office/drawing/2014/main" id="{5A939E88-D04F-4054-8CAA-162E68C00871}"/>
              </a:ext>
            </a:extLst>
          </p:cNvPr>
          <p:cNvSpPr>
            <a:spLocks xmlns:a="http://schemas.openxmlformats.org/drawingml/2006/main" noGrp="1"/>
          </p:cNvSpPr>
          <p:nvPr/>
        </p:nvSpPr>
        <p:spPr>
          <a:xfrm xmlns:a="http://schemas.openxmlformats.org/drawingml/2006/main">
            <a:off x="457200" y="6096000"/>
            <a:ext cx="11258550" cy="9525"/>
          </a:xfrm>
          <a:custGeom xmlns:a="http://schemas.openxmlformats.org/drawingml/2006/main">
            <a:pathLst>
              <a:path w="11258550" h="9525">
                <a:moveTo>
                  <a:pt x="0" y="0"/>
                </a:moveTo>
                <a:lnTo>
                  <a:pt x="11258550" y="0"/>
                </a:lnTo>
              </a:path>
            </a:pathLst>
          </a:custGeom>
          <a:noFill xmlns:a="http://schemas.openxmlformats.org/drawingml/2006/main"/>
          <a:ln xmlns:a="http://schemas.openxmlformats.org/drawingml/2006/main" w="9525">
            <a:solidFill>
              <a:srgbClr val="B9C8D2"/>
            </a:solidFill>
          </a:ln>
        </p:spPr>
      </p:sp>
      <p:sp>
        <p:nvSpPr>
          <p:cNvPr id="3" name="">
            <a:extLst xmlns:a="http://schemas.openxmlformats.org/drawingml/2006/main">
              <a:ext uri="{FF2B5EF4-FFF2-40B4-BE49-F238E27FC236}">
                <a16:creationId xmlns:a16="http://schemas.microsoft.com/office/drawing/2014/main" id="{7982D464-7936-4AC3-B723-163D0052FF35}"/>
              </a:ext>
            </a:extLst>
          </p:cNvPr>
          <p:cNvSpPr>
            <a:spLocks xmlns:a="http://schemas.openxmlformats.org/drawingml/2006/main" noGrp="1"/>
          </p:cNvSpPr>
          <p:nvPr/>
        </p:nvSpPr>
        <p:spPr>
          <a:xfrm xmlns:a="http://schemas.openxmlformats.org/drawingml/2006/main">
            <a:off x="457200" y="627697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6C7F8C"/>
                </a:solidFill>
                <a:latin typeface="Arial"/>
                <a:ea typeface="Arial"/>
                <a:cs typeface="Arial"/>
              </a:defRPr>
            </a:defPPr>
          </a:lstStyle>
          <a:p xmlns:a="http://schemas.openxmlformats.org/drawingml/2006/main">
            <a:pPr algn="l">
              <a:defRPr sz="2400" b="0">
                <a:solidFill>
                  <a:srgbClr val="6C7F8C"/>
                </a:solidFill>
                <a:latin typeface="Arial"/>
                <a:ea typeface="Arial"/>
                <a:cs typeface="Arial"/>
              </a:defRPr>
            </a:pPr>
            <a:r>
              <a:rPr sz="2400" b="0">
                <a:solidFill>
                  <a:srgbClr val="6C7F8C"/>
                </a:solidFill>
                <a:latin typeface="Arial"/>
                <a:ea typeface="Arial"/>
                <a:cs typeface="Arial"/>
              </a:rPr>
              <a:t>NASA · S04 pp. 182–184; S05</a:t>
            </a:r>
          </a:p>
        </p:txBody>
      </p:sp>
      <p:sp>
        <p:nvSpPr>
          <p:cNvPr id="4" name="">
            <a:extLst xmlns:a="http://schemas.openxmlformats.org/drawingml/2006/main">
              <a:ext uri="{FF2B5EF4-FFF2-40B4-BE49-F238E27FC236}">
                <a16:creationId xmlns:a16="http://schemas.microsoft.com/office/drawing/2014/main" id="{BCDA03D6-A720-4CB2-A039-BC0586999B5D}"/>
              </a:ext>
            </a:extLst>
          </p:cNvPr>
          <p:cNvSpPr>
            <a:spLocks xmlns:a="http://schemas.openxmlformats.org/drawingml/2006/main" noGrp="1"/>
          </p:cNvSpPr>
          <p:nvPr/>
        </p:nvSpPr>
        <p:spPr>
          <a:xfrm xmlns:a="http://schemas.openxmlformats.org/drawingml/2006/main">
            <a:off x="11163300" y="6276975"/>
            <a:ext cx="66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6BA4"/>
                </a:solidFill>
                <a:latin typeface="Arial"/>
                <a:ea typeface="Arial"/>
                <a:cs typeface="Arial"/>
              </a:defRPr>
            </a:defPPr>
          </a:lstStyle>
          <a:p xmlns:a="http://schemas.openxmlformats.org/drawingml/2006/main">
            <a:pPr algn="l">
              <a:defRPr sz="2400" b="1">
                <a:solidFill>
                  <a:srgbClr val="146BA4"/>
                </a:solidFill>
                <a:latin typeface="Arial"/>
                <a:ea typeface="Arial"/>
                <a:cs typeface="Arial"/>
              </a:defRPr>
            </a:pPr>
            <a:r>
              <a:rPr sz="2400" b="1">
                <a:solidFill>
                  <a:srgbClr val="146BA4"/>
                </a:solidFill>
                <a:latin typeface="Arial"/>
                <a:ea typeface="Arial"/>
                <a:cs typeface="Arial"/>
              </a:rPr>
              <a:t>15</a:t>
            </a:r>
          </a:p>
        </p:txBody>
      </p:sp>
      <p:sp>
        <p:nvSpPr>
          <p:cNvPr id="5" name="">
            <a:extLst xmlns:a="http://schemas.openxmlformats.org/drawingml/2006/main">
              <a:ext uri="{FF2B5EF4-FFF2-40B4-BE49-F238E27FC236}">
                <a16:creationId xmlns:a16="http://schemas.microsoft.com/office/drawing/2014/main" id="{A24E963C-39D1-4A39-B49F-6C62E2EF2374}"/>
              </a:ext>
            </a:extLst>
          </p:cNvPr>
          <p:cNvSpPr>
            <a:spLocks xmlns:a="http://schemas.openxmlformats.org/drawingml/2006/main" noGrp="1"/>
          </p:cNvSpPr>
          <p:nvPr/>
        </p:nvSpPr>
        <p:spPr>
          <a:xfrm xmlns:a="http://schemas.openxmlformats.org/drawingml/2006/main">
            <a:off x="619125" y="1524000"/>
            <a:ext cx="1524000" cy="762000"/>
          </a:xfrm>
          <a:prstGeom xmlns:a="http://schemas.openxmlformats.org/drawingml/2006/main" prst="rect">
            <a:avLst/>
          </a:prstGeom>
          <a:noFill xmlns:a="http://schemas.openxmlformats.org/drawingml/2006/main"/>
          <a:ln xmlns:a="http://schemas.openxmlformats.org/drawingml/2006/main" w="19050">
            <a:solidFill>
              <a:srgbClr val="142C40"/>
            </a:solidFill>
          </a:ln>
        </p:spPr>
      </p:sp>
      <p:sp>
        <p:nvSpPr>
          <p:cNvPr id="6" name="">
            <a:extLst xmlns:a="http://schemas.openxmlformats.org/drawingml/2006/main">
              <a:ext uri="{FF2B5EF4-FFF2-40B4-BE49-F238E27FC236}">
                <a16:creationId xmlns:a16="http://schemas.microsoft.com/office/drawing/2014/main" id="{2F588E77-EB39-45CE-A81E-7ADC26EA5320}"/>
              </a:ext>
            </a:extLst>
          </p:cNvPr>
          <p:cNvSpPr>
            <a:spLocks xmlns:a="http://schemas.openxmlformats.org/drawingml/2006/main" noGrp="1"/>
          </p:cNvSpPr>
          <p:nvPr/>
        </p:nvSpPr>
        <p:spPr>
          <a:xfrm xmlns:a="http://schemas.openxmlformats.org/drawingml/2006/main">
            <a:off x="809625" y="1666875"/>
            <a:ext cx="1524000" cy="762000"/>
          </a:xfrm>
          <a:prstGeom xmlns:a="http://schemas.openxmlformats.org/drawingml/2006/main" prst="rect">
            <a:avLst/>
          </a:prstGeom>
          <a:solidFill xmlns:a="http://schemas.openxmlformats.org/drawingml/2006/main">
            <a:srgbClr val="FFFFFF"/>
          </a:solidFill>
          <a:ln xmlns:a="http://schemas.openxmlformats.org/drawingml/2006/main" w="19050">
            <a:solidFill>
              <a:srgbClr val="146BA4"/>
            </a:solidFill>
          </a:ln>
        </p:spPr>
      </p:sp>
      <p:sp>
        <p:nvSpPr>
          <p:cNvPr id="7" name="">
            <a:extLst xmlns:a="http://schemas.openxmlformats.org/drawingml/2006/main">
              <a:ext uri="{FF2B5EF4-FFF2-40B4-BE49-F238E27FC236}">
                <a16:creationId xmlns:a16="http://schemas.microsoft.com/office/drawing/2014/main" id="{75069BAF-D0DB-4160-A215-89CE7E329131}"/>
              </a:ext>
            </a:extLst>
          </p:cNvPr>
          <p:cNvSpPr>
            <a:spLocks xmlns:a="http://schemas.openxmlformats.org/drawingml/2006/main" noGrp="1"/>
          </p:cNvSpPr>
          <p:nvPr/>
        </p:nvSpPr>
        <p:spPr>
          <a:xfrm xmlns:a="http://schemas.openxmlformats.org/drawingml/2006/main">
            <a:off x="1000125" y="1790700"/>
            <a:ext cx="133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6BA4"/>
                </a:solidFill>
                <a:latin typeface="Arial"/>
                <a:ea typeface="Arial"/>
                <a:cs typeface="Arial"/>
              </a:defRPr>
            </a:defPPr>
          </a:lstStyle>
          <a:p xmlns:a="http://schemas.openxmlformats.org/drawingml/2006/main">
            <a:pPr algn="l">
              <a:defRPr sz="2400" b="1">
                <a:solidFill>
                  <a:srgbClr val="146BA4"/>
                </a:solidFill>
                <a:latin typeface="Arial"/>
                <a:ea typeface="Arial"/>
                <a:cs typeface="Arial"/>
              </a:defRPr>
            </a:pPr>
            <a:r>
              <a:rPr sz="2400" b="1">
                <a:solidFill>
                  <a:srgbClr val="146BA4"/>
                </a:solidFill>
                <a:latin typeface="Arial"/>
                <a:ea typeface="Arial"/>
                <a:cs typeface="Arial"/>
              </a:rPr>
              <a:t>CCS</a:t>
            </a:r>
          </a:p>
        </p:txBody>
      </p:sp>
      <p:sp>
        <p:nvSpPr>
          <p:cNvPr id="8" name="">
            <a:extLst xmlns:a="http://schemas.openxmlformats.org/drawingml/2006/main">
              <a:ext uri="{FF2B5EF4-FFF2-40B4-BE49-F238E27FC236}">
                <a16:creationId xmlns:a16="http://schemas.microsoft.com/office/drawing/2014/main" id="{A0712C86-49F3-4908-B797-03E15DAC9B41}"/>
              </a:ext>
            </a:extLst>
          </p:cNvPr>
          <p:cNvSpPr>
            <a:spLocks xmlns:a="http://schemas.openxmlformats.org/drawingml/2006/main" noGrp="1"/>
          </p:cNvSpPr>
          <p:nvPr/>
        </p:nvSpPr>
        <p:spPr>
          <a:xfrm xmlns:a="http://schemas.openxmlformats.org/drawingml/2006/main">
            <a:off x="3095625" y="1790700"/>
            <a:ext cx="809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700" b="0">
                <a:solidFill>
                  <a:srgbClr val="142C40"/>
                </a:solidFill>
                <a:latin typeface="Arial"/>
                <a:ea typeface="Arial"/>
                <a:cs typeface="Arial"/>
              </a:defRPr>
            </a:defPPr>
          </a:lstStyle>
          <a:p xmlns:a="http://schemas.openxmlformats.org/drawingml/2006/main">
            <a:pPr algn="l">
              <a:defRPr sz="2700" b="0">
                <a:solidFill>
                  <a:srgbClr val="142C40"/>
                </a:solidFill>
                <a:latin typeface="Arial"/>
                <a:ea typeface="Arial"/>
                <a:cs typeface="Arial"/>
              </a:defRPr>
            </a:pPr>
            <a:r>
              <a:rPr sz="2700" b="0">
                <a:solidFill>
                  <a:srgbClr val="142C40"/>
                </a:solidFill>
                <a:latin typeface="Arial"/>
                <a:ea typeface="Arial"/>
                <a:cs typeface="Arial"/>
              </a:rPr>
              <a:t>Comandos y secuencias</a:t>
            </a:r>
          </a:p>
        </p:txBody>
      </p:sp>
      <p:sp>
        <p:nvSpPr>
          <p:cNvPr id="9" name="">
            <a:extLst xmlns:a="http://schemas.openxmlformats.org/drawingml/2006/main">
              <a:ext uri="{FF2B5EF4-FFF2-40B4-BE49-F238E27FC236}">
                <a16:creationId xmlns:a16="http://schemas.microsoft.com/office/drawing/2014/main" id="{DE5584B8-9163-4192-B5EA-0E49527862B8}"/>
              </a:ext>
            </a:extLst>
          </p:cNvPr>
          <p:cNvSpPr>
            <a:spLocks xmlns:a="http://schemas.openxmlformats.org/drawingml/2006/main" noGrp="1"/>
          </p:cNvSpPr>
          <p:nvPr/>
        </p:nvSpPr>
        <p:spPr>
          <a:xfrm xmlns:a="http://schemas.openxmlformats.org/drawingml/2006/main">
            <a:off x="619125" y="2762250"/>
            <a:ext cx="1524000" cy="762000"/>
          </a:xfrm>
          <a:prstGeom xmlns:a="http://schemas.openxmlformats.org/drawingml/2006/main" prst="rect">
            <a:avLst/>
          </a:prstGeom>
          <a:noFill xmlns:a="http://schemas.openxmlformats.org/drawingml/2006/main"/>
          <a:ln xmlns:a="http://schemas.openxmlformats.org/drawingml/2006/main" w="19050">
            <a:solidFill>
              <a:srgbClr val="142C40"/>
            </a:solidFill>
          </a:ln>
        </p:spPr>
      </p:sp>
      <p:sp>
        <p:nvSpPr>
          <p:cNvPr id="10" name="">
            <a:extLst xmlns:a="http://schemas.openxmlformats.org/drawingml/2006/main">
              <a:ext uri="{FF2B5EF4-FFF2-40B4-BE49-F238E27FC236}">
                <a16:creationId xmlns:a16="http://schemas.microsoft.com/office/drawing/2014/main" id="{0B16E6AC-3F28-4DFB-80FF-D9C6788B7981}"/>
              </a:ext>
            </a:extLst>
          </p:cNvPr>
          <p:cNvSpPr>
            <a:spLocks xmlns:a="http://schemas.openxmlformats.org/drawingml/2006/main" noGrp="1"/>
          </p:cNvSpPr>
          <p:nvPr/>
        </p:nvSpPr>
        <p:spPr>
          <a:xfrm xmlns:a="http://schemas.openxmlformats.org/drawingml/2006/main">
            <a:off x="809625" y="2905125"/>
            <a:ext cx="1524000" cy="762000"/>
          </a:xfrm>
          <a:prstGeom xmlns:a="http://schemas.openxmlformats.org/drawingml/2006/main" prst="rect">
            <a:avLst/>
          </a:prstGeom>
          <a:solidFill xmlns:a="http://schemas.openxmlformats.org/drawingml/2006/main">
            <a:srgbClr val="FFFFFF"/>
          </a:solidFill>
          <a:ln xmlns:a="http://schemas.openxmlformats.org/drawingml/2006/main" w="19050">
            <a:solidFill>
              <a:srgbClr val="146BA4"/>
            </a:solidFill>
          </a:ln>
        </p:spPr>
      </p:sp>
      <p:sp>
        <p:nvSpPr>
          <p:cNvPr id="11" name="">
            <a:extLst xmlns:a="http://schemas.openxmlformats.org/drawingml/2006/main">
              <a:ext uri="{FF2B5EF4-FFF2-40B4-BE49-F238E27FC236}">
                <a16:creationId xmlns:a16="http://schemas.microsoft.com/office/drawing/2014/main" id="{C5F41DC0-6C79-40CB-99B2-81324577E6E4}"/>
              </a:ext>
            </a:extLst>
          </p:cNvPr>
          <p:cNvSpPr>
            <a:spLocks xmlns:a="http://schemas.openxmlformats.org/drawingml/2006/main" noGrp="1"/>
          </p:cNvSpPr>
          <p:nvPr/>
        </p:nvSpPr>
        <p:spPr>
          <a:xfrm xmlns:a="http://schemas.openxmlformats.org/drawingml/2006/main">
            <a:off x="1000125" y="3028950"/>
            <a:ext cx="133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6BA4"/>
                </a:solidFill>
                <a:latin typeface="Arial"/>
                <a:ea typeface="Arial"/>
                <a:cs typeface="Arial"/>
              </a:defRPr>
            </a:defPPr>
          </a:lstStyle>
          <a:p xmlns:a="http://schemas.openxmlformats.org/drawingml/2006/main">
            <a:pPr algn="l">
              <a:defRPr sz="2400" b="1">
                <a:solidFill>
                  <a:srgbClr val="146BA4"/>
                </a:solidFill>
                <a:latin typeface="Arial"/>
                <a:ea typeface="Arial"/>
                <a:cs typeface="Arial"/>
              </a:defRPr>
            </a:pPr>
            <a:r>
              <a:rPr sz="2400" b="1">
                <a:solidFill>
                  <a:srgbClr val="146BA4"/>
                </a:solidFill>
                <a:latin typeface="Arial"/>
                <a:ea typeface="Arial"/>
                <a:cs typeface="Arial"/>
              </a:rPr>
              <a:t>AACS</a:t>
            </a:r>
          </a:p>
        </p:txBody>
      </p:sp>
      <p:sp>
        <p:nvSpPr>
          <p:cNvPr id="12" name="">
            <a:extLst xmlns:a="http://schemas.openxmlformats.org/drawingml/2006/main">
              <a:ext uri="{FF2B5EF4-FFF2-40B4-BE49-F238E27FC236}">
                <a16:creationId xmlns:a16="http://schemas.microsoft.com/office/drawing/2014/main" id="{C9E45FA4-1532-42D8-AF39-55E2ACC4E5B1}"/>
              </a:ext>
            </a:extLst>
          </p:cNvPr>
          <p:cNvSpPr>
            <a:spLocks xmlns:a="http://schemas.openxmlformats.org/drawingml/2006/main" noGrp="1"/>
          </p:cNvSpPr>
          <p:nvPr/>
        </p:nvSpPr>
        <p:spPr>
          <a:xfrm xmlns:a="http://schemas.openxmlformats.org/drawingml/2006/main">
            <a:off x="3095625" y="3028950"/>
            <a:ext cx="809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700" b="0">
                <a:solidFill>
                  <a:srgbClr val="142C40"/>
                </a:solidFill>
                <a:latin typeface="Arial"/>
                <a:ea typeface="Arial"/>
                <a:cs typeface="Arial"/>
              </a:defRPr>
            </a:defPPr>
          </a:lstStyle>
          <a:p xmlns:a="http://schemas.openxmlformats.org/drawingml/2006/main">
            <a:pPr algn="l">
              <a:defRPr sz="2700" b="0">
                <a:solidFill>
                  <a:srgbClr val="142C40"/>
                </a:solidFill>
                <a:latin typeface="Arial"/>
                <a:ea typeface="Arial"/>
                <a:cs typeface="Arial"/>
              </a:defRPr>
            </a:pPr>
            <a:r>
              <a:rPr sz="2700" b="0">
                <a:solidFill>
                  <a:srgbClr val="142C40"/>
                </a:solidFill>
                <a:latin typeface="Arial"/>
                <a:ea typeface="Arial"/>
                <a:cs typeface="Arial"/>
              </a:rPr>
              <a:t>Actitud y articulación</a:t>
            </a:r>
          </a:p>
        </p:txBody>
      </p:sp>
      <p:sp>
        <p:nvSpPr>
          <p:cNvPr id="13" name="">
            <a:extLst xmlns:a="http://schemas.openxmlformats.org/drawingml/2006/main">
              <a:ext uri="{FF2B5EF4-FFF2-40B4-BE49-F238E27FC236}">
                <a16:creationId xmlns:a16="http://schemas.microsoft.com/office/drawing/2014/main" id="{16EB2B94-7FEE-499F-AFA7-9C8E12AEABBE}"/>
              </a:ext>
            </a:extLst>
          </p:cNvPr>
          <p:cNvSpPr>
            <a:spLocks xmlns:a="http://schemas.openxmlformats.org/drawingml/2006/main" noGrp="1"/>
          </p:cNvSpPr>
          <p:nvPr/>
        </p:nvSpPr>
        <p:spPr>
          <a:xfrm xmlns:a="http://schemas.openxmlformats.org/drawingml/2006/main">
            <a:off x="619125" y="4000500"/>
            <a:ext cx="1524000" cy="762000"/>
          </a:xfrm>
          <a:prstGeom xmlns:a="http://schemas.openxmlformats.org/drawingml/2006/main" prst="rect">
            <a:avLst/>
          </a:prstGeom>
          <a:noFill xmlns:a="http://schemas.openxmlformats.org/drawingml/2006/main"/>
          <a:ln xmlns:a="http://schemas.openxmlformats.org/drawingml/2006/main" w="19050">
            <a:solidFill>
              <a:srgbClr val="142C40"/>
            </a:solidFill>
          </a:ln>
        </p:spPr>
      </p:sp>
      <p:sp>
        <p:nvSpPr>
          <p:cNvPr id="14" name="">
            <a:extLst xmlns:a="http://schemas.openxmlformats.org/drawingml/2006/main">
              <a:ext uri="{FF2B5EF4-FFF2-40B4-BE49-F238E27FC236}">
                <a16:creationId xmlns:a16="http://schemas.microsoft.com/office/drawing/2014/main" id="{030D872B-12D5-4A36-AFDF-D48E621491FA}"/>
              </a:ext>
            </a:extLst>
          </p:cNvPr>
          <p:cNvSpPr>
            <a:spLocks xmlns:a="http://schemas.openxmlformats.org/drawingml/2006/main" noGrp="1"/>
          </p:cNvSpPr>
          <p:nvPr/>
        </p:nvSpPr>
        <p:spPr>
          <a:xfrm xmlns:a="http://schemas.openxmlformats.org/drawingml/2006/main">
            <a:off x="809625" y="4143375"/>
            <a:ext cx="1524000" cy="762000"/>
          </a:xfrm>
          <a:prstGeom xmlns:a="http://schemas.openxmlformats.org/drawingml/2006/main" prst="rect">
            <a:avLst/>
          </a:prstGeom>
          <a:solidFill xmlns:a="http://schemas.openxmlformats.org/drawingml/2006/main">
            <a:srgbClr val="FFFFFF"/>
          </a:solidFill>
          <a:ln xmlns:a="http://schemas.openxmlformats.org/drawingml/2006/main" w="19050">
            <a:solidFill>
              <a:srgbClr val="146BA4"/>
            </a:solidFill>
          </a:ln>
        </p:spPr>
      </p:sp>
      <p:sp>
        <p:nvSpPr>
          <p:cNvPr id="15" name="">
            <a:extLst xmlns:a="http://schemas.openxmlformats.org/drawingml/2006/main">
              <a:ext uri="{FF2B5EF4-FFF2-40B4-BE49-F238E27FC236}">
                <a16:creationId xmlns:a16="http://schemas.microsoft.com/office/drawing/2014/main" id="{99387CAE-EF9E-4D0F-9F57-1EB239E92269}"/>
              </a:ext>
            </a:extLst>
          </p:cNvPr>
          <p:cNvSpPr>
            <a:spLocks xmlns:a="http://schemas.openxmlformats.org/drawingml/2006/main" noGrp="1"/>
          </p:cNvSpPr>
          <p:nvPr/>
        </p:nvSpPr>
        <p:spPr>
          <a:xfrm xmlns:a="http://schemas.openxmlformats.org/drawingml/2006/main">
            <a:off x="1000125" y="4267200"/>
            <a:ext cx="133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6BA4"/>
                </a:solidFill>
                <a:latin typeface="Arial"/>
                <a:ea typeface="Arial"/>
                <a:cs typeface="Arial"/>
              </a:defRPr>
            </a:defPPr>
          </a:lstStyle>
          <a:p xmlns:a="http://schemas.openxmlformats.org/drawingml/2006/main">
            <a:pPr algn="l">
              <a:defRPr sz="2400" b="1">
                <a:solidFill>
                  <a:srgbClr val="146BA4"/>
                </a:solidFill>
                <a:latin typeface="Arial"/>
                <a:ea typeface="Arial"/>
                <a:cs typeface="Arial"/>
              </a:defRPr>
            </a:pPr>
            <a:r>
              <a:rPr sz="2400" b="1">
                <a:solidFill>
                  <a:srgbClr val="146BA4"/>
                </a:solidFill>
                <a:latin typeface="Arial"/>
                <a:ea typeface="Arial"/>
                <a:cs typeface="Arial"/>
              </a:rPr>
              <a:t>FDS</a:t>
            </a:r>
          </a:p>
        </p:txBody>
      </p:sp>
      <p:sp>
        <p:nvSpPr>
          <p:cNvPr id="16" name="">
            <a:extLst xmlns:a="http://schemas.openxmlformats.org/drawingml/2006/main">
              <a:ext uri="{FF2B5EF4-FFF2-40B4-BE49-F238E27FC236}">
                <a16:creationId xmlns:a16="http://schemas.microsoft.com/office/drawing/2014/main" id="{C3134532-5695-4003-A9EC-1D19EC859923}"/>
              </a:ext>
            </a:extLst>
          </p:cNvPr>
          <p:cNvSpPr>
            <a:spLocks xmlns:a="http://schemas.openxmlformats.org/drawingml/2006/main" noGrp="1"/>
          </p:cNvSpPr>
          <p:nvPr/>
        </p:nvSpPr>
        <p:spPr>
          <a:xfrm xmlns:a="http://schemas.openxmlformats.org/drawingml/2006/main">
            <a:off x="3095625" y="4267200"/>
            <a:ext cx="809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700" b="0">
                <a:solidFill>
                  <a:srgbClr val="142C40"/>
                </a:solidFill>
                <a:latin typeface="Arial"/>
                <a:ea typeface="Arial"/>
                <a:cs typeface="Arial"/>
              </a:defRPr>
            </a:defPPr>
          </a:lstStyle>
          <a:p xmlns:a="http://schemas.openxmlformats.org/drawingml/2006/main">
            <a:pPr algn="l">
              <a:defRPr sz="2700" b="0">
                <a:solidFill>
                  <a:srgbClr val="142C40"/>
                </a:solidFill>
                <a:latin typeface="Arial"/>
                <a:ea typeface="Arial"/>
                <a:cs typeface="Arial"/>
              </a:defRPr>
            </a:pPr>
            <a:r>
              <a:rPr sz="2700" b="0">
                <a:solidFill>
                  <a:srgbClr val="142C40"/>
                </a:solidFill>
                <a:latin typeface="Arial"/>
                <a:ea typeface="Arial"/>
                <a:cs typeface="Arial"/>
              </a:rPr>
              <a:t>Procesador y memoria CMOS</a:t>
            </a:r>
          </a:p>
        </p:txBody>
      </p:sp>
      <p:sp>
        <p:nvSpPr>
          <p:cNvPr id="17" name="">
            <a:extLst xmlns:a="http://schemas.openxmlformats.org/drawingml/2006/main">
              <a:ext uri="{FF2B5EF4-FFF2-40B4-BE49-F238E27FC236}">
                <a16:creationId xmlns:a16="http://schemas.microsoft.com/office/drawing/2014/main" id="{23692606-9238-48FE-8D1F-C874D09817DA}"/>
              </a:ext>
            </a:extLst>
          </p:cNvPr>
          <p:cNvSpPr>
            <a:spLocks xmlns:a="http://schemas.openxmlformats.org/drawingml/2006/main" noGrp="1"/>
          </p:cNvSpPr>
          <p:nvPr/>
        </p:nvSpPr>
        <p:spPr>
          <a:xfrm xmlns:a="http://schemas.openxmlformats.org/drawingml/2006/main">
            <a:off x="457200" y="5524500"/>
            <a:ext cx="11239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142C40"/>
                </a:solidFill>
                <a:latin typeface="Arial"/>
                <a:ea typeface="Arial"/>
                <a:cs typeface="Arial"/>
              </a:defRPr>
            </a:defPPr>
          </a:lstStyle>
          <a:p xmlns:a="http://schemas.openxmlformats.org/drawingml/2006/main">
            <a:pPr algn="l">
              <a:defRPr sz="2400" b="0">
                <a:solidFill>
                  <a:srgbClr val="142C40"/>
                </a:solidFill>
                <a:latin typeface="Arial"/>
                <a:ea typeface="Arial"/>
                <a:cs typeface="Arial"/>
              </a:defRPr>
            </a:pPr>
            <a:r>
              <a:rPr sz="2400" b="0">
                <a:solidFill>
                  <a:srgbClr val="142C40"/>
                </a:solidFill>
                <a:latin typeface="Arial"/>
                <a:ea typeface="Arial"/>
                <a:cs typeface="Arial"/>
              </a:rPr>
              <a:t>Dos computadoras por cada subsistema</a:t>
            </a:r>
          </a:p>
        </p:txBody>
      </p:sp>
    </p:spTree>
    <p:extLst>
      <p:ext uri="{BB962C8B-B14F-4D97-AF65-F5344CB8AC3E}">
        <p14:creationId xmlns:p14="http://schemas.microsoft.com/office/powerpoint/2010/main" val="189652237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71CD021E-EDF0-413A-B2F6-16C9151BE2B8}"/>
              </a:ext>
            </a:extLst>
          </p:cNvPr>
          <p:cNvSpPr>
            <a:spLocks xmlns:a="http://schemas.openxmlformats.org/drawingml/2006/main" noGrp="1"/>
          </p:cNvSpPr>
          <p:nvPr/>
        </p:nvSpPr>
        <p:spPr>
          <a:xfrm xmlns:a="http://schemas.openxmlformats.org/drawingml/2006/main">
            <a:off x="457200" y="266700"/>
            <a:ext cx="11239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3300" b="1">
                <a:solidFill>
                  <a:srgbClr val="142C40"/>
                </a:solidFill>
                <a:latin typeface="Arial"/>
                <a:ea typeface="Arial"/>
                <a:cs typeface="Arial"/>
              </a:defRPr>
            </a:defPPr>
          </a:lstStyle>
          <a:p xmlns:a="http://schemas.openxmlformats.org/drawingml/2006/main">
            <a:pPr algn="l">
              <a:defRPr sz="3300" b="1">
                <a:solidFill>
                  <a:srgbClr val="142C40"/>
                </a:solidFill>
                <a:latin typeface="Arial"/>
                <a:ea typeface="Arial"/>
                <a:cs typeface="Arial"/>
              </a:defRPr>
            </a:pPr>
            <a:r>
              <a:rPr sz="3300" b="1">
                <a:solidFill>
                  <a:srgbClr val="142C40"/>
                </a:solidFill>
                <a:latin typeface="Arial"/>
                <a:ea typeface="Arial"/>
                <a:cs typeface="Arial"/>
              </a:rPr>
              <a:t>Respaldo: qué demuestran los ensayos</a:t>
            </a:r>
          </a:p>
        </p:txBody>
      </p:sp>
      <p:sp>
        <p:nvSpPr>
          <p:cNvPr id="2" name="">
            <a:extLst xmlns:a="http://schemas.openxmlformats.org/drawingml/2006/main">
              <a:ext uri="{FF2B5EF4-FFF2-40B4-BE49-F238E27FC236}">
                <a16:creationId xmlns:a16="http://schemas.microsoft.com/office/drawing/2014/main" id="{940AC9B2-21B4-4184-A955-774B80CDA018}"/>
              </a:ext>
            </a:extLst>
          </p:cNvPr>
          <p:cNvSpPr>
            <a:spLocks xmlns:a="http://schemas.openxmlformats.org/drawingml/2006/main" noGrp="1"/>
          </p:cNvSpPr>
          <p:nvPr/>
        </p:nvSpPr>
        <p:spPr>
          <a:xfrm xmlns:a="http://schemas.openxmlformats.org/drawingml/2006/main">
            <a:off x="457200" y="6096000"/>
            <a:ext cx="11258550" cy="9525"/>
          </a:xfrm>
          <a:custGeom xmlns:a="http://schemas.openxmlformats.org/drawingml/2006/main">
            <a:pathLst>
              <a:path w="11258550" h="9525">
                <a:moveTo>
                  <a:pt x="0" y="0"/>
                </a:moveTo>
                <a:lnTo>
                  <a:pt x="11258550" y="0"/>
                </a:lnTo>
              </a:path>
            </a:pathLst>
          </a:custGeom>
          <a:noFill xmlns:a="http://schemas.openxmlformats.org/drawingml/2006/main"/>
          <a:ln xmlns:a="http://schemas.openxmlformats.org/drawingml/2006/main" w="9525">
            <a:solidFill>
              <a:srgbClr val="B9C8D2"/>
            </a:solidFill>
          </a:ln>
        </p:spPr>
      </p:sp>
      <p:sp>
        <p:nvSpPr>
          <p:cNvPr id="3" name="">
            <a:extLst xmlns:a="http://schemas.openxmlformats.org/drawingml/2006/main">
              <a:ext uri="{FF2B5EF4-FFF2-40B4-BE49-F238E27FC236}">
                <a16:creationId xmlns:a16="http://schemas.microsoft.com/office/drawing/2014/main" id="{6B5BC2C7-AC14-42BB-9DC7-C1083FA8D106}"/>
              </a:ext>
            </a:extLst>
          </p:cNvPr>
          <p:cNvSpPr>
            <a:spLocks xmlns:a="http://schemas.openxmlformats.org/drawingml/2006/main" noGrp="1"/>
          </p:cNvSpPr>
          <p:nvPr/>
        </p:nvSpPr>
        <p:spPr>
          <a:xfrm xmlns:a="http://schemas.openxmlformats.org/drawingml/2006/main">
            <a:off x="457200" y="627697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6C7F8C"/>
                </a:solidFill>
                <a:latin typeface="Arial"/>
                <a:ea typeface="Arial"/>
                <a:cs typeface="Arial"/>
              </a:defRPr>
            </a:defPPr>
          </a:lstStyle>
          <a:p xmlns:a="http://schemas.openxmlformats.org/drawingml/2006/main">
            <a:pPr algn="l">
              <a:defRPr sz="2400" b="0">
                <a:solidFill>
                  <a:srgbClr val="6C7F8C"/>
                </a:solidFill>
                <a:latin typeface="Arial"/>
                <a:ea typeface="Arial"/>
                <a:cs typeface="Arial"/>
              </a:defRPr>
            </a:pPr>
            <a:r>
              <a:rPr sz="2400" b="0">
                <a:solidFill>
                  <a:srgbClr val="6C7F8C"/>
                </a:solidFill>
                <a:latin typeface="Arial"/>
                <a:ea typeface="Arial"/>
                <a:cs typeface="Arial"/>
              </a:rPr>
              <a:t>JPL 77-41 · S01 p. 7-53; S02</a:t>
            </a:r>
          </a:p>
        </p:txBody>
      </p:sp>
      <p:sp>
        <p:nvSpPr>
          <p:cNvPr id="4" name="">
            <a:extLst xmlns:a="http://schemas.openxmlformats.org/drawingml/2006/main">
              <a:ext uri="{FF2B5EF4-FFF2-40B4-BE49-F238E27FC236}">
                <a16:creationId xmlns:a16="http://schemas.microsoft.com/office/drawing/2014/main" id="{A5E63D6E-D13B-4EFC-9AA2-5BEA2DC003DC}"/>
              </a:ext>
            </a:extLst>
          </p:cNvPr>
          <p:cNvSpPr>
            <a:spLocks xmlns:a="http://schemas.openxmlformats.org/drawingml/2006/main" noGrp="1"/>
          </p:cNvSpPr>
          <p:nvPr/>
        </p:nvSpPr>
        <p:spPr>
          <a:xfrm xmlns:a="http://schemas.openxmlformats.org/drawingml/2006/main">
            <a:off x="11163300" y="6276975"/>
            <a:ext cx="66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6BA4"/>
                </a:solidFill>
                <a:latin typeface="Arial"/>
                <a:ea typeface="Arial"/>
                <a:cs typeface="Arial"/>
              </a:defRPr>
            </a:defPPr>
          </a:lstStyle>
          <a:p xmlns:a="http://schemas.openxmlformats.org/drawingml/2006/main">
            <a:pPr algn="l">
              <a:defRPr sz="2400" b="1">
                <a:solidFill>
                  <a:srgbClr val="146BA4"/>
                </a:solidFill>
                <a:latin typeface="Arial"/>
                <a:ea typeface="Arial"/>
                <a:cs typeface="Arial"/>
              </a:defRPr>
            </a:pPr>
            <a:r>
              <a:rPr sz="2400" b="1">
                <a:solidFill>
                  <a:srgbClr val="146BA4"/>
                </a:solidFill>
                <a:latin typeface="Arial"/>
                <a:ea typeface="Arial"/>
                <a:cs typeface="Arial"/>
              </a:rPr>
              <a:t>16</a:t>
            </a:r>
          </a:p>
        </p:txBody>
      </p:sp>
      <p:sp>
        <p:nvSpPr>
          <p:cNvPr id="5" name="">
            <a:extLst xmlns:a="http://schemas.openxmlformats.org/drawingml/2006/main">
              <a:ext uri="{FF2B5EF4-FFF2-40B4-BE49-F238E27FC236}">
                <a16:creationId xmlns:a16="http://schemas.microsoft.com/office/drawing/2014/main" id="{9EF4EFC8-15BA-43AB-8325-04CEB42FA3AD}"/>
              </a:ext>
            </a:extLst>
          </p:cNvPr>
          <p:cNvSpPr>
            <a:spLocks xmlns:a="http://schemas.openxmlformats.org/drawingml/2006/main" noGrp="1"/>
          </p:cNvSpPr>
          <p:nvPr/>
        </p:nvSpPr>
        <p:spPr>
          <a:xfrm xmlns:a="http://schemas.openxmlformats.org/drawingml/2006/main">
            <a:off x="457200" y="1285875"/>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700" b="1">
                <a:solidFill>
                  <a:srgbClr val="146BA4"/>
                </a:solidFill>
                <a:latin typeface="Arial"/>
                <a:ea typeface="Arial"/>
                <a:cs typeface="Arial"/>
              </a:defRPr>
            </a:defPPr>
          </a:lstStyle>
          <a:p xmlns:a="http://schemas.openxmlformats.org/drawingml/2006/main">
            <a:pPr algn="l">
              <a:defRPr sz="2700" b="1">
                <a:solidFill>
                  <a:srgbClr val="146BA4"/>
                </a:solidFill>
                <a:latin typeface="Arial"/>
                <a:ea typeface="Arial"/>
                <a:cs typeface="Arial"/>
              </a:defRPr>
            </a:pPr>
            <a:r>
              <a:rPr sz="2700" b="1">
                <a:solidFill>
                  <a:srgbClr val="146BA4"/>
                </a:solidFill>
                <a:latin typeface="Arial"/>
                <a:ea typeface="Arial"/>
                <a:cs typeface="Arial"/>
              </a:rPr>
              <a:t>Resistencias</a:t>
            </a:r>
          </a:p>
        </p:txBody>
      </p:sp>
      <p:sp>
        <p:nvSpPr>
          <p:cNvPr id="6" name="">
            <a:extLst xmlns:a="http://schemas.openxmlformats.org/drawingml/2006/main">
              <a:ext uri="{FF2B5EF4-FFF2-40B4-BE49-F238E27FC236}">
                <a16:creationId xmlns:a16="http://schemas.microsoft.com/office/drawing/2014/main" id="{A8A20076-5665-457D-843A-BAADE6571615}"/>
              </a:ext>
            </a:extLst>
          </p:cNvPr>
          <p:cNvSpPr>
            <a:spLocks xmlns:a="http://schemas.openxmlformats.org/drawingml/2006/main" noGrp="1"/>
          </p:cNvSpPr>
          <p:nvPr/>
        </p:nvSpPr>
        <p:spPr>
          <a:xfrm xmlns:a="http://schemas.openxmlformats.org/drawingml/2006/main">
            <a:off x="1047750" y="2476500"/>
            <a:ext cx="190500" cy="9525"/>
          </a:xfrm>
          <a:custGeom xmlns:a="http://schemas.openxmlformats.org/drawingml/2006/main">
            <a:pathLst>
              <a:path w="190500" h="9525">
                <a:moveTo>
                  <a:pt x="0" y="0"/>
                </a:moveTo>
                <a:lnTo>
                  <a:pt x="190500" y="0"/>
                </a:lnTo>
              </a:path>
            </a:pathLst>
          </a:custGeom>
          <a:noFill xmlns:a="http://schemas.openxmlformats.org/drawingml/2006/main"/>
          <a:ln xmlns:a="http://schemas.openxmlformats.org/drawingml/2006/main" w="28575">
            <a:solidFill>
              <a:srgbClr val="142C40"/>
            </a:solidFill>
          </a:ln>
        </p:spPr>
      </p:sp>
      <p:sp>
        <p:nvSpPr>
          <p:cNvPr id="7" name="">
            <a:extLst xmlns:a="http://schemas.openxmlformats.org/drawingml/2006/main">
              <a:ext uri="{FF2B5EF4-FFF2-40B4-BE49-F238E27FC236}">
                <a16:creationId xmlns:a16="http://schemas.microsoft.com/office/drawing/2014/main" id="{FA9DF3C9-C4B9-47D9-980F-01A47D163496}"/>
              </a:ext>
            </a:extLst>
          </p:cNvPr>
          <p:cNvSpPr>
            <a:spLocks xmlns:a="http://schemas.openxmlformats.org/drawingml/2006/main" noGrp="1"/>
          </p:cNvSpPr>
          <p:nvPr/>
        </p:nvSpPr>
        <p:spPr>
          <a:xfrm xmlns:a="http://schemas.openxmlformats.org/drawingml/2006/main">
            <a:off x="1238250" y="2362200"/>
            <a:ext cx="2095500" cy="228600"/>
          </a:xfrm>
          <a:prstGeom xmlns:a="http://schemas.openxmlformats.org/drawingml/2006/main" prst="rect">
            <a:avLst/>
          </a:prstGeom>
          <a:noFill xmlns:a="http://schemas.openxmlformats.org/drawingml/2006/main"/>
          <a:ln xmlns:a="http://schemas.openxmlformats.org/drawingml/2006/main" w="19050">
            <a:solidFill>
              <a:srgbClr val="142C40"/>
            </a:solidFill>
          </a:ln>
        </p:spPr>
      </p:sp>
      <p:sp>
        <p:nvSpPr>
          <p:cNvPr id="8" name="">
            <a:extLst xmlns:a="http://schemas.openxmlformats.org/drawingml/2006/main">
              <a:ext uri="{FF2B5EF4-FFF2-40B4-BE49-F238E27FC236}">
                <a16:creationId xmlns:a16="http://schemas.microsoft.com/office/drawing/2014/main" id="{4E47265D-22E8-4134-A678-0DF2EC0EDC93}"/>
              </a:ext>
            </a:extLst>
          </p:cNvPr>
          <p:cNvSpPr>
            <a:spLocks xmlns:a="http://schemas.openxmlformats.org/drawingml/2006/main" noGrp="1"/>
          </p:cNvSpPr>
          <p:nvPr/>
        </p:nvSpPr>
        <p:spPr>
          <a:xfrm xmlns:a="http://schemas.openxmlformats.org/drawingml/2006/main">
            <a:off x="3333750" y="2476500"/>
            <a:ext cx="190500" cy="9525"/>
          </a:xfrm>
          <a:custGeom xmlns:a="http://schemas.openxmlformats.org/drawingml/2006/main">
            <a:pathLst>
              <a:path w="190500" h="9525">
                <a:moveTo>
                  <a:pt x="0" y="0"/>
                </a:moveTo>
                <a:lnTo>
                  <a:pt x="190500" y="0"/>
                </a:lnTo>
              </a:path>
            </a:pathLst>
          </a:custGeom>
          <a:noFill xmlns:a="http://schemas.openxmlformats.org/drawingml/2006/main"/>
          <a:ln xmlns:a="http://schemas.openxmlformats.org/drawingml/2006/main" w="28575">
            <a:solidFill>
              <a:srgbClr val="142C40"/>
            </a:solidFill>
          </a:ln>
        </p:spPr>
      </p:sp>
      <p:sp>
        <p:nvSpPr>
          <p:cNvPr id="9" name="">
            <a:extLst xmlns:a="http://schemas.openxmlformats.org/drawingml/2006/main">
              <a:ext uri="{FF2B5EF4-FFF2-40B4-BE49-F238E27FC236}">
                <a16:creationId xmlns:a16="http://schemas.microsoft.com/office/drawing/2014/main" id="{4B9317C2-D989-46A7-B20A-B3595FA80916}"/>
              </a:ext>
            </a:extLst>
          </p:cNvPr>
          <p:cNvSpPr>
            <a:spLocks xmlns:a="http://schemas.openxmlformats.org/drawingml/2006/main" noGrp="1"/>
          </p:cNvSpPr>
          <p:nvPr/>
        </p:nvSpPr>
        <p:spPr>
          <a:xfrm xmlns:a="http://schemas.openxmlformats.org/drawingml/2006/main">
            <a:off x="457200" y="3286125"/>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142C40"/>
                </a:solidFill>
                <a:latin typeface="Arial"/>
                <a:ea typeface="Arial"/>
                <a:cs typeface="Arial"/>
              </a:defRPr>
            </a:defPPr>
          </a:lstStyle>
          <a:p xmlns:a="http://schemas.openxmlformats.org/drawingml/2006/main">
            <a:pPr algn="l">
              <a:defRPr sz="2400" b="0">
                <a:solidFill>
                  <a:srgbClr val="142C40"/>
                </a:solidFill>
                <a:latin typeface="Arial"/>
                <a:ea typeface="Arial"/>
                <a:cs typeface="Arial"/>
              </a:defRPr>
            </a:pPr>
            <a:r>
              <a:rPr sz="2400" b="0">
                <a:solidFill>
                  <a:srgbClr val="142C40"/>
                </a:solidFill>
                <a:latin typeface="Arial"/>
                <a:ea typeface="Arial"/>
                <a:cs typeface="Arial"/>
              </a:rPr>
              <a:t>Película metálica</a:t>
            </a:r>
          </a:p>
        </p:txBody>
      </p:sp>
      <p:sp>
        <p:nvSpPr>
          <p:cNvPr id="10" name="">
            <a:extLst xmlns:a="http://schemas.openxmlformats.org/drawingml/2006/main">
              <a:ext uri="{FF2B5EF4-FFF2-40B4-BE49-F238E27FC236}">
                <a16:creationId xmlns:a16="http://schemas.microsoft.com/office/drawing/2014/main" id="{ED13F118-A53E-4507-8735-5A62DFFF9D6A}"/>
              </a:ext>
            </a:extLst>
          </p:cNvPr>
          <p:cNvSpPr>
            <a:spLocks xmlns:a="http://schemas.openxmlformats.org/drawingml/2006/main" noGrp="1"/>
          </p:cNvSpPr>
          <p:nvPr/>
        </p:nvSpPr>
        <p:spPr>
          <a:xfrm xmlns:a="http://schemas.openxmlformats.org/drawingml/2006/main">
            <a:off x="457200" y="4095750"/>
            <a:ext cx="533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142C40"/>
                </a:solidFill>
                <a:latin typeface="Arial"/>
                <a:ea typeface="Arial"/>
                <a:cs typeface="Arial"/>
              </a:defRPr>
            </a:defPPr>
          </a:lstStyle>
          <a:p xmlns:a="http://schemas.openxmlformats.org/drawingml/2006/main">
            <a:pPr algn="l">
              <a:defRPr sz="2400" b="0">
                <a:solidFill>
                  <a:srgbClr val="142C40"/>
                </a:solidFill>
                <a:latin typeface="Arial"/>
                <a:ea typeface="Arial"/>
                <a:cs typeface="Arial"/>
              </a:defRPr>
            </a:pPr>
            <a:r>
              <a:rPr sz="2400" b="0">
                <a:solidFill>
                  <a:srgbClr val="142C40"/>
                </a:solidFill>
                <a:latin typeface="Arial"/>
                <a:ea typeface="Arial"/>
                <a:cs typeface="Arial"/>
              </a:rPr>
              <a:t>Cambio: dentro de ±0,01 %</a:t>
            </a:r>
          </a:p>
        </p:txBody>
      </p:sp>
      <p:sp>
        <p:nvSpPr>
          <p:cNvPr id="11" name="">
            <a:extLst xmlns:a="http://schemas.openxmlformats.org/drawingml/2006/main">
              <a:ext uri="{FF2B5EF4-FFF2-40B4-BE49-F238E27FC236}">
                <a16:creationId xmlns:a16="http://schemas.microsoft.com/office/drawing/2014/main" id="{74C48F87-5575-4EDA-A6DB-48A6B4BFFA24}"/>
              </a:ext>
            </a:extLst>
          </p:cNvPr>
          <p:cNvSpPr>
            <a:spLocks xmlns:a="http://schemas.openxmlformats.org/drawingml/2006/main" noGrp="1"/>
          </p:cNvSpPr>
          <p:nvPr/>
        </p:nvSpPr>
        <p:spPr>
          <a:xfrm xmlns:a="http://schemas.openxmlformats.org/drawingml/2006/main">
            <a:off x="457200" y="4810125"/>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142C40"/>
                </a:solidFill>
                <a:latin typeface="Arial"/>
                <a:ea typeface="Arial"/>
                <a:cs typeface="Arial"/>
              </a:defRPr>
            </a:defPPr>
          </a:lstStyle>
          <a:p xmlns:a="http://schemas.openxmlformats.org/drawingml/2006/main">
            <a:pPr algn="l">
              <a:defRPr sz="2400" b="0">
                <a:solidFill>
                  <a:srgbClr val="142C40"/>
                </a:solidFill>
                <a:latin typeface="Arial"/>
                <a:ea typeface="Arial"/>
                <a:cs typeface="Arial"/>
              </a:defRPr>
            </a:pPr>
            <a:r>
              <a:rPr sz="2400" b="0">
                <a:solidFill>
                  <a:srgbClr val="142C40"/>
                </a:solidFill>
                <a:latin typeface="Arial"/>
                <a:ea typeface="Arial"/>
                <a:cs typeface="Arial"/>
              </a:rPr>
              <a:t>10¹³ electrones/cm²</a:t>
            </a:r>
          </a:p>
        </p:txBody>
      </p:sp>
      <p:sp>
        <p:nvSpPr>
          <p:cNvPr id="12" name="">
            <a:extLst xmlns:a="http://schemas.openxmlformats.org/drawingml/2006/main">
              <a:ext uri="{FF2B5EF4-FFF2-40B4-BE49-F238E27FC236}">
                <a16:creationId xmlns:a16="http://schemas.microsoft.com/office/drawing/2014/main" id="{87D7D301-41C5-4E5D-B668-0C361151E0CD}"/>
              </a:ext>
            </a:extLst>
          </p:cNvPr>
          <p:cNvSpPr>
            <a:spLocks xmlns:a="http://schemas.openxmlformats.org/drawingml/2006/main" noGrp="1"/>
          </p:cNvSpPr>
          <p:nvPr/>
        </p:nvSpPr>
        <p:spPr>
          <a:xfrm xmlns:a="http://schemas.openxmlformats.org/drawingml/2006/main">
            <a:off x="6477000" y="1285875"/>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700" b="1">
                <a:solidFill>
                  <a:srgbClr val="146BA4"/>
                </a:solidFill>
                <a:latin typeface="Arial"/>
                <a:ea typeface="Arial"/>
                <a:cs typeface="Arial"/>
              </a:defRPr>
            </a:defPPr>
          </a:lstStyle>
          <a:p xmlns:a="http://schemas.openxmlformats.org/drawingml/2006/main">
            <a:pPr algn="l">
              <a:defRPr sz="2700" b="1">
                <a:solidFill>
                  <a:srgbClr val="146BA4"/>
                </a:solidFill>
                <a:latin typeface="Arial"/>
                <a:ea typeface="Arial"/>
                <a:cs typeface="Arial"/>
              </a:defRPr>
            </a:pPr>
            <a:r>
              <a:rPr sz="2700" b="1">
                <a:solidFill>
                  <a:srgbClr val="146BA4"/>
                </a:solidFill>
                <a:latin typeface="Arial"/>
                <a:ea typeface="Arial"/>
                <a:cs typeface="Arial"/>
              </a:rPr>
              <a:t>Capacitores B11B</a:t>
            </a:r>
          </a:p>
        </p:txBody>
      </p:sp>
      <p:sp>
        <p:nvSpPr>
          <p:cNvPr id="13" name="">
            <a:extLst xmlns:a="http://schemas.openxmlformats.org/drawingml/2006/main">
              <a:ext uri="{FF2B5EF4-FFF2-40B4-BE49-F238E27FC236}">
                <a16:creationId xmlns:a16="http://schemas.microsoft.com/office/drawing/2014/main" id="{2556B2BA-A628-43A3-A6F1-5F43E4C9B64F}"/>
              </a:ext>
            </a:extLst>
          </p:cNvPr>
          <p:cNvSpPr>
            <a:spLocks xmlns:a="http://schemas.openxmlformats.org/drawingml/2006/main" noGrp="1"/>
          </p:cNvSpPr>
          <p:nvPr/>
        </p:nvSpPr>
        <p:spPr>
          <a:xfrm xmlns:a="http://schemas.openxmlformats.org/drawingml/2006/main">
            <a:off x="8096250" y="1952625"/>
            <a:ext cx="9525" cy="552450"/>
          </a:xfrm>
          <a:custGeom xmlns:a="http://schemas.openxmlformats.org/drawingml/2006/main">
            <a:pathLst>
              <a:path w="9525" h="552450">
                <a:moveTo>
                  <a:pt x="0" y="0"/>
                </a:moveTo>
                <a:lnTo>
                  <a:pt x="0" y="552450"/>
                </a:lnTo>
              </a:path>
            </a:pathLst>
          </a:custGeom>
          <a:noFill xmlns:a="http://schemas.openxmlformats.org/drawingml/2006/main"/>
          <a:ln xmlns:a="http://schemas.openxmlformats.org/drawingml/2006/main" w="28575">
            <a:solidFill>
              <a:srgbClr val="142C40"/>
            </a:solidFill>
          </a:ln>
        </p:spPr>
      </p:sp>
      <p:sp>
        <p:nvSpPr>
          <p:cNvPr id="14" name="">
            <a:extLst xmlns:a="http://schemas.openxmlformats.org/drawingml/2006/main">
              <a:ext uri="{FF2B5EF4-FFF2-40B4-BE49-F238E27FC236}">
                <a16:creationId xmlns:a16="http://schemas.microsoft.com/office/drawing/2014/main" id="{7249B740-A20B-455B-97BB-A62661097F86}"/>
              </a:ext>
            </a:extLst>
          </p:cNvPr>
          <p:cNvSpPr>
            <a:spLocks xmlns:a="http://schemas.openxmlformats.org/drawingml/2006/main" noGrp="1"/>
          </p:cNvSpPr>
          <p:nvPr/>
        </p:nvSpPr>
        <p:spPr>
          <a:xfrm xmlns:a="http://schemas.openxmlformats.org/drawingml/2006/main">
            <a:off x="7867650" y="2505075"/>
            <a:ext cx="457200" cy="9525"/>
          </a:xfrm>
          <a:custGeom xmlns:a="http://schemas.openxmlformats.org/drawingml/2006/main">
            <a:pathLst>
              <a:path w="457200" h="9525">
                <a:moveTo>
                  <a:pt x="0" y="0"/>
                </a:moveTo>
                <a:lnTo>
                  <a:pt x="457200" y="0"/>
                </a:lnTo>
              </a:path>
            </a:pathLst>
          </a:custGeom>
          <a:noFill xmlns:a="http://schemas.openxmlformats.org/drawingml/2006/main"/>
          <a:ln xmlns:a="http://schemas.openxmlformats.org/drawingml/2006/main" w="28575">
            <a:solidFill>
              <a:srgbClr val="142C40"/>
            </a:solidFill>
          </a:ln>
        </p:spPr>
      </p:sp>
      <p:sp>
        <p:nvSpPr>
          <p:cNvPr id="15" name="">
            <a:extLst xmlns:a="http://schemas.openxmlformats.org/drawingml/2006/main">
              <a:ext uri="{FF2B5EF4-FFF2-40B4-BE49-F238E27FC236}">
                <a16:creationId xmlns:a16="http://schemas.microsoft.com/office/drawing/2014/main" id="{01E24242-A5DF-4E69-BC93-E8DB057E0534}"/>
              </a:ext>
            </a:extLst>
          </p:cNvPr>
          <p:cNvSpPr>
            <a:spLocks xmlns:a="http://schemas.openxmlformats.org/drawingml/2006/main" noGrp="1"/>
          </p:cNvSpPr>
          <p:nvPr/>
        </p:nvSpPr>
        <p:spPr>
          <a:xfrm xmlns:a="http://schemas.openxmlformats.org/drawingml/2006/main">
            <a:off x="7867650" y="2638425"/>
            <a:ext cx="457200" cy="9525"/>
          </a:xfrm>
          <a:custGeom xmlns:a="http://schemas.openxmlformats.org/drawingml/2006/main">
            <a:pathLst>
              <a:path w="457200" h="9525">
                <a:moveTo>
                  <a:pt x="0" y="0"/>
                </a:moveTo>
                <a:lnTo>
                  <a:pt x="457200" y="0"/>
                </a:lnTo>
              </a:path>
            </a:pathLst>
          </a:custGeom>
          <a:noFill xmlns:a="http://schemas.openxmlformats.org/drawingml/2006/main"/>
          <a:ln xmlns:a="http://schemas.openxmlformats.org/drawingml/2006/main" w="28575">
            <a:solidFill>
              <a:srgbClr val="142C40"/>
            </a:solidFill>
          </a:ln>
        </p:spPr>
      </p:sp>
      <p:sp>
        <p:nvSpPr>
          <p:cNvPr id="16" name="">
            <a:extLst xmlns:a="http://schemas.openxmlformats.org/drawingml/2006/main">
              <a:ext uri="{FF2B5EF4-FFF2-40B4-BE49-F238E27FC236}">
                <a16:creationId xmlns:a16="http://schemas.microsoft.com/office/drawing/2014/main" id="{E6F8CF5D-54BF-4B6D-9559-0FCF7BCC306D}"/>
              </a:ext>
            </a:extLst>
          </p:cNvPr>
          <p:cNvSpPr>
            <a:spLocks xmlns:a="http://schemas.openxmlformats.org/drawingml/2006/main" noGrp="1"/>
          </p:cNvSpPr>
          <p:nvPr/>
        </p:nvSpPr>
        <p:spPr>
          <a:xfrm xmlns:a="http://schemas.openxmlformats.org/drawingml/2006/main">
            <a:off x="8096250" y="2638425"/>
            <a:ext cx="9525" cy="552450"/>
          </a:xfrm>
          <a:custGeom xmlns:a="http://schemas.openxmlformats.org/drawingml/2006/main">
            <a:pathLst>
              <a:path w="9525" h="552450">
                <a:moveTo>
                  <a:pt x="0" y="0"/>
                </a:moveTo>
                <a:lnTo>
                  <a:pt x="0" y="552450"/>
                </a:lnTo>
              </a:path>
            </a:pathLst>
          </a:custGeom>
          <a:noFill xmlns:a="http://schemas.openxmlformats.org/drawingml/2006/main"/>
          <a:ln xmlns:a="http://schemas.openxmlformats.org/drawingml/2006/main" w="28575">
            <a:solidFill>
              <a:srgbClr val="142C40"/>
            </a:solidFill>
          </a:ln>
        </p:spPr>
      </p:sp>
      <p:sp>
        <p:nvSpPr>
          <p:cNvPr id="17" name="">
            <a:extLst xmlns:a="http://schemas.openxmlformats.org/drawingml/2006/main">
              <a:ext uri="{FF2B5EF4-FFF2-40B4-BE49-F238E27FC236}">
                <a16:creationId xmlns:a16="http://schemas.microsoft.com/office/drawing/2014/main" id="{BE3D32BC-9114-4487-81DE-7DFF952E2708}"/>
              </a:ext>
            </a:extLst>
          </p:cNvPr>
          <p:cNvSpPr>
            <a:spLocks xmlns:a="http://schemas.openxmlformats.org/drawingml/2006/main" noGrp="1"/>
          </p:cNvSpPr>
          <p:nvPr/>
        </p:nvSpPr>
        <p:spPr>
          <a:xfrm xmlns:a="http://schemas.openxmlformats.org/drawingml/2006/main">
            <a:off x="6477000" y="3286125"/>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142C40"/>
                </a:solidFill>
                <a:latin typeface="Arial"/>
                <a:ea typeface="Arial"/>
                <a:cs typeface="Arial"/>
              </a:defRPr>
            </a:defPPr>
          </a:lstStyle>
          <a:p xmlns:a="http://schemas.openxmlformats.org/drawingml/2006/main">
            <a:pPr algn="l">
              <a:defRPr sz="2400" b="0">
                <a:solidFill>
                  <a:srgbClr val="142C40"/>
                </a:solidFill>
                <a:latin typeface="Arial"/>
                <a:ea typeface="Arial"/>
                <a:cs typeface="Arial"/>
              </a:defRPr>
            </a:pPr>
            <a:r>
              <a:rPr sz="2400" b="0">
                <a:solidFill>
                  <a:srgbClr val="142C40"/>
                </a:solidFill>
                <a:latin typeface="Arial"/>
                <a:ea typeface="Arial"/>
                <a:cs typeface="Arial"/>
              </a:rPr>
              <a:t>Teflón: 0,02 / 0,05 µF</a:t>
            </a:r>
          </a:p>
        </p:txBody>
      </p:sp>
      <p:sp>
        <p:nvSpPr>
          <p:cNvPr id="18" name="">
            <a:extLst xmlns:a="http://schemas.openxmlformats.org/drawingml/2006/main">
              <a:ext uri="{FF2B5EF4-FFF2-40B4-BE49-F238E27FC236}">
                <a16:creationId xmlns:a16="http://schemas.microsoft.com/office/drawing/2014/main" id="{A2561F4D-683A-4CA3-BDEA-EB2A9DC41DB2}"/>
              </a:ext>
            </a:extLst>
          </p:cNvPr>
          <p:cNvSpPr>
            <a:spLocks xmlns:a="http://schemas.openxmlformats.org/drawingml/2006/main" noGrp="1"/>
          </p:cNvSpPr>
          <p:nvPr/>
        </p:nvSpPr>
        <p:spPr>
          <a:xfrm xmlns:a="http://schemas.openxmlformats.org/drawingml/2006/main">
            <a:off x="6477000" y="4095750"/>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142C40"/>
                </a:solidFill>
                <a:latin typeface="Arial"/>
                <a:ea typeface="Arial"/>
                <a:cs typeface="Arial"/>
              </a:defRPr>
            </a:defPPr>
          </a:lstStyle>
          <a:p xmlns:a="http://schemas.openxmlformats.org/drawingml/2006/main">
            <a:pPr algn="l">
              <a:defRPr sz="2400" b="0">
                <a:solidFill>
                  <a:srgbClr val="142C40"/>
                </a:solidFill>
                <a:latin typeface="Arial"/>
                <a:ea typeface="Arial"/>
                <a:cs typeface="Arial"/>
              </a:defRPr>
            </a:pPr>
            <a:r>
              <a:rPr sz="2400" b="0">
                <a:solidFill>
                  <a:srgbClr val="142C40"/>
                </a:solidFill>
                <a:latin typeface="Arial"/>
                <a:ea typeface="Arial"/>
                <a:cs typeface="Arial"/>
              </a:rPr>
              <a:t>Cambios: −5 / −12 pF</a:t>
            </a:r>
          </a:p>
        </p:txBody>
      </p:sp>
      <p:sp>
        <p:nvSpPr>
          <p:cNvPr id="19" name="">
            <a:extLst xmlns:a="http://schemas.openxmlformats.org/drawingml/2006/main">
              <a:ext uri="{FF2B5EF4-FFF2-40B4-BE49-F238E27FC236}">
                <a16:creationId xmlns:a16="http://schemas.microsoft.com/office/drawing/2014/main" id="{9F065ED5-BF7D-430D-80D8-3ECA6EE8B093}"/>
              </a:ext>
            </a:extLst>
          </p:cNvPr>
          <p:cNvSpPr>
            <a:spLocks xmlns:a="http://schemas.openxmlformats.org/drawingml/2006/main" noGrp="1"/>
          </p:cNvSpPr>
          <p:nvPr/>
        </p:nvSpPr>
        <p:spPr>
          <a:xfrm xmlns:a="http://schemas.openxmlformats.org/drawingml/2006/main">
            <a:off x="6477000" y="4810125"/>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0">
                <a:solidFill>
                  <a:srgbClr val="142C40"/>
                </a:solidFill>
                <a:latin typeface="Arial"/>
                <a:ea typeface="Arial"/>
                <a:cs typeface="Arial"/>
              </a:defRPr>
            </a:defPPr>
          </a:lstStyle>
          <a:p xmlns:a="http://schemas.openxmlformats.org/drawingml/2006/main">
            <a:pPr algn="l">
              <a:defRPr sz="2400" b="0">
                <a:solidFill>
                  <a:srgbClr val="142C40"/>
                </a:solidFill>
                <a:latin typeface="Arial"/>
                <a:ea typeface="Arial"/>
                <a:cs typeface="Arial"/>
              </a:defRPr>
            </a:pPr>
            <a:r>
              <a:rPr sz="2400" b="0">
                <a:solidFill>
                  <a:srgbClr val="142C40"/>
                </a:solidFill>
                <a:latin typeface="Arial"/>
                <a:ea typeface="Arial"/>
                <a:cs typeface="Arial"/>
              </a:rPr>
              <a:t>5 × 10¹² electrones/cm²</a:t>
            </a:r>
          </a:p>
        </p:txBody>
      </p:sp>
    </p:spTree>
    <p:extLst>
      <p:ext uri="{BB962C8B-B14F-4D97-AF65-F5344CB8AC3E}">
        <p14:creationId xmlns:p14="http://schemas.microsoft.com/office/powerpoint/2010/main" val="21265587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2026-10-14T18:15:27.1610000Z</dcterms:created>
  <dcterms:modified xsi:type="dcterms:W3CDTF">2026-10-14T18:15:27.1610000Z</dcterms:modified>
</coreProperties>
</file>