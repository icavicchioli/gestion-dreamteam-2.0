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087523c43c4965" /><Relationship Type="http://schemas.openxmlformats.org/officeDocument/2006/relationships/extended-properties" Target="/docProps/app.xml" Id="R56a9f1580fb442ad" /><Relationship Type="http://schemas.openxmlformats.org/officeDocument/2006/relationships/officeDocument" Target="/ppt/presentation.xml" Id="Rb62dbfcf4528471d" /></Relationships>
</file>

<file path=ppt/presentation.xml><?xml version="1.0" encoding="utf-8"?>
<p:presentation xmlns:p="http://schemas.openxmlformats.org/presentationml/2006/main">
  <p:sldMasterIdLst>
    <p:sldMasterId xmlns:r="http://schemas.openxmlformats.org/officeDocument/2006/relationships" id="2147483648" r:id="Re1cd04de9e53416f"/>
  </p:sldMasterIdLst>
  <p:notesMasterIdLst>
    <p:notesMasterId xmlns:r="http://schemas.openxmlformats.org/officeDocument/2006/relationships" r:id="R2bc56262d3ac49c9"/>
  </p:notesMasterIdLst>
  <p:sldIdLst>
    <p:sldId xmlns:r="http://schemas.openxmlformats.org/officeDocument/2006/relationships" id="256" r:id="R03ae81698da94ad9"/>
    <p:sldId xmlns:r="http://schemas.openxmlformats.org/officeDocument/2006/relationships" id="257" r:id="R5a66c38bbb9a4473"/>
    <p:sldId xmlns:r="http://schemas.openxmlformats.org/officeDocument/2006/relationships" id="258" r:id="R8bf2ef50bd7e4a82"/>
    <p:sldId xmlns:r="http://schemas.openxmlformats.org/officeDocument/2006/relationships" id="259" r:id="R386921e7491f4ff6"/>
    <p:sldId xmlns:r="http://schemas.openxmlformats.org/officeDocument/2006/relationships" id="260" r:id="Rd1bcdf48427d42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6cf2595e5c482d" /><Relationship Type="http://schemas.openxmlformats.org/officeDocument/2006/relationships/slideMaster" Target="/ppt/slideMasters/slideMaster1.xml" Id="Re1cd04de9e53416f" /><Relationship Type="http://schemas.openxmlformats.org/officeDocument/2006/relationships/notesMaster" Target="/ppt/notesMasters/notesMaster1.xml" Id="R2bc56262d3ac49c9" /><Relationship Type="http://schemas.openxmlformats.org/officeDocument/2006/relationships/presProps" Target="/ppt/presProps.xml" Id="Rca1a0c9ef9aa4732" /><Relationship Type="http://schemas.openxmlformats.org/officeDocument/2006/relationships/tableStyles" Target="/ppt/tableStyles.xml" Id="Rb1b2fb82d9924316" /><Relationship Type="http://schemas.openxmlformats.org/officeDocument/2006/relationships/slide" Target="/ppt/slides/slide1.xml" Id="R03ae81698da94ad9" /><Relationship Type="http://schemas.openxmlformats.org/officeDocument/2006/relationships/slide" Target="/ppt/slides/slide2.xml" Id="R5a66c38bbb9a4473" /><Relationship Type="http://schemas.openxmlformats.org/officeDocument/2006/relationships/slide" Target="/ppt/slides/slide3.xml" Id="R8bf2ef50bd7e4a82" /><Relationship Type="http://schemas.openxmlformats.org/officeDocument/2006/relationships/slide" Target="/ppt/slides/slide4.xml" Id="R386921e7491f4ff6" /><Relationship Type="http://schemas.openxmlformats.org/officeDocument/2006/relationships/slide" Target="/ppt/slides/slide5.xml" Id="Rd1bcdf48427d42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a85b54239843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9fec86ab2a4f39" /><Relationship Type="http://schemas.openxmlformats.org/officeDocument/2006/relationships/notesMaster" Target="/ppt/notesMasters/notesMaster1.xml" Id="Ra4be7e9f6e3341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44b3ef44154bd5" /><Relationship Type="http://schemas.openxmlformats.org/officeDocument/2006/relationships/notesMaster" Target="/ppt/notesMasters/notesMaster1.xml" Id="Rcf66ae0bff344d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078fcb26e1457c" /><Relationship Type="http://schemas.openxmlformats.org/officeDocument/2006/relationships/notesMaster" Target="/ppt/notesMasters/notesMaster1.xml" Id="R0b20400b48d34d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05d4943f9e4a68" /><Relationship Type="http://schemas.openxmlformats.org/officeDocument/2006/relationships/notesMaster" Target="/ppt/notesMasters/notesMaster1.xml" Id="R3a2678e7dfaf4a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362bff8384432c" /><Relationship Type="http://schemas.openxmlformats.org/officeDocument/2006/relationships/notesMaster" Target="/ppt/notesMasters/notesMaster1.xml" Id="R216996e6a7164b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presentación resume el informe normativo completo. La idea central es que no existe una única habilitación para drones agrícolas: el régimen cambia con el equipo, el vuelo, el uso y el territorio.</a:t>
            </a:r>
          </a:p>
          <a:p xmlns:a="http://schemas.openxmlformats.org/drawingml/2006/main">
            <a:r>
              <a:t/>
            </a:r>
          </a:p>
          <a:p xmlns:a="http://schemas.openxmlformats.org/drawingml/2006/main">
            <a:r>
              <a:t>[Sources]</a:t>
            </a:r>
          </a:p>
          <a:p xmlns:a="http://schemas.openxmlformats.org/drawingml/2006/main">
            <a:r>
              <a:t>- Informe: Marco_normativo_drones_agro_Argentina.md, versión 2, 27/08/2026</a:t>
            </a:r>
          </a:p>
          <a:p xmlns:a="http://schemas.openxmlformats.org/drawingml/2006/main">
            <a:r>
              <a:t>- https://www.boletinoficial.gob.ar/detalleAviso/primera/342275/20260522?anexos=1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diapositiva muestra por qué no alcanza con mirar sólo el peso. La frecuencia del mando no tiene un valor regulatorio único para todo dron: se debe verificar la homologación del modelo, las bandas, la potencia y las antenas usadas.</a:t>
            </a:r>
          </a:p>
          <a:p xmlns:a="http://schemas.openxmlformats.org/drawingml/2006/main">
            <a:r>
              <a:t/>
            </a:r>
          </a:p>
          <a:p xmlns:a="http://schemas.openxmlformats.org/drawingml/2006/main">
            <a:r>
              <a:t>[Sources]</a:t>
            </a:r>
          </a:p>
          <a:p xmlns:a="http://schemas.openxmlformats.org/drawingml/2006/main">
            <a:r>
              <a:t>- https://docs.anac.gob.ar/index.php/s/N9qiMtmSD7sAskL/download/RAAC%20PARTE%20100.pdf</a:t>
            </a:r>
          </a:p>
          <a:p xmlns:a="http://schemas.openxmlformats.org/drawingml/2006/main">
            <a:r>
              <a:t>- https://enacom.gob.ar/homologacion-de-equipos_p347</a:t>
            </a:r>
          </a:p>
          <a:p xmlns:a="http://schemas.openxmlformats.org/drawingml/2006/main">
            <a:r>
              <a:t>- https://www.argentina.gob.ar/normativa/nacional/norma-247311/texto</a:t>
            </a:r>
          </a:p>
          <a:p xmlns:a="http://schemas.openxmlformats.org/drawingml/2006/main">
            <a:r>
              <a:t>- https://www.argentina.gob.ar/normativa/nacional/resoluci%C3%B3n-458-2025-414488/actualizacion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lectura rápida es: hasta 25 kg la categoría Abierta es el punto de partida. Desde mayo de 2026, un multirrotor que opera sólo en zona rural puede permanecer en Abierta sin límite de peso. Un dron pesado de ala fija no debe asumir esa excepción. La altura general de 400 pies equivale a unos 122 metros.</a:t>
            </a:r>
          </a:p>
          <a:p xmlns:a="http://schemas.openxmlformats.org/drawingml/2006/main">
            <a:r>
              <a:t/>
            </a:r>
          </a:p>
          <a:p xmlns:a="http://schemas.openxmlformats.org/drawingml/2006/main">
            <a:r>
              <a:t>[Sources]</a:t>
            </a:r>
          </a:p>
          <a:p xmlns:a="http://schemas.openxmlformats.org/drawingml/2006/main">
            <a:r>
              <a:t>- https://www.boletinoficial.gob.ar/detalleAviso/primera/342275/20260522?anexos=1</a:t>
            </a:r>
          </a:p>
          <a:p xmlns:a="http://schemas.openxmlformats.org/drawingml/2006/main">
            <a:r>
              <a:t>- https://docs.anac.gob.ar/index.php/s/N9qiMtmSD7sAskL/download/RAAC%20PARTE%20100.pdf</a:t>
            </a:r>
          </a:p>
          <a:p xmlns:a="http://schemas.openxmlformats.org/drawingml/2006/main">
            <a:r>
              <a:t>- https://docs.anac.gob.ar/index.php/s/THew2zTNXkbnWrY/download/RAAC%20PARTE%20101.pdf</a:t>
            </a:r>
          </a:p>
          <a:p xmlns:a="http://schemas.openxmlformats.org/drawingml/2006/main">
            <a:r>
              <a:t>- https://docs.anac.gob.ar/index.php/s/MwMRqyjAWnBnJR6/download/RAAC%20PARTE%20102.pdf</a:t>
            </a:r>
          </a:p>
          <a:p xmlns:a="http://schemas.openxmlformats.org/drawingml/2006/main">
            <a:r>
              <a:t>- https://www.argentina.gob.ar/normativa/nacional/ley-17285-24963/actualizacion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cambio principal no es técnico sino normativo: capturar imágenes activa pocas capas; dispersar un producto activa SENASA, provincia, municipio, receta, distancias y seguridad química. Actuar sobre fauna agrega permisos de especie y puede estar prohibido. En categoría Abierta nacional no se exige licencia como regla, pero una provincia puede exigirla para pulverizar.</a:t>
            </a:r>
          </a:p>
          <a:p xmlns:a="http://schemas.openxmlformats.org/drawingml/2006/main">
            <a:r>
              <a:t/>
            </a:r>
          </a:p>
          <a:p xmlns:a="http://schemas.openxmlformats.org/drawingml/2006/main">
            <a:r>
              <a:t>[Sources]</a:t>
            </a:r>
          </a:p>
          <a:p xmlns:a="http://schemas.openxmlformats.org/drawingml/2006/main">
            <a:r>
              <a:t>- https://www.argentina.gob.ar/anac/aeronaves/registro-nacional-de-aeronaves</a:t>
            </a:r>
          </a:p>
          <a:p xmlns:a="http://schemas.openxmlformats.org/drawingml/2006/main">
            <a:r>
              <a:t>- https://www.argentina.gob.ar/normativa/nacional/resoluci%C3%B3n-458-2025-414488/actualizacion</a:t>
            </a:r>
          </a:p>
          <a:p xmlns:a="http://schemas.openxmlformats.org/drawingml/2006/main">
            <a:r>
              <a:t>- https://www.argentina.gob.ar/normativa/nacional/norma-247311/texto</a:t>
            </a:r>
          </a:p>
          <a:p xmlns:a="http://schemas.openxmlformats.org/drawingml/2006/main">
            <a:r>
              <a:t>- https://www.argentina.gob.ar/normativa/nacional/ley-22421-38116/texto</a:t>
            </a:r>
          </a:p>
          <a:p xmlns:a="http://schemas.openxmlformats.org/drawingml/2006/main">
            <a:r>
              <a:t>- https://www.santafe.gov.ar/noticias/noticia/285432/</a:t>
            </a:r>
          </a:p>
          <a:p xmlns:a="http://schemas.openxmlformats.org/drawingml/2006/main">
            <a:r>
              <a:t>- https://portal.entrerios.gov.ar/prensa/noticias/78372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cuadro no mide qué provincia es mejor. Mide cuánto está definido el tratamiento del dron aplicador. Para el proyecto conviene validar primero el servicio de monitoreo y dejar la pulverización como una segunda línea, empezando en una provincia con regulación expresa y control municipal completo.</a:t>
            </a:r>
          </a:p>
          <a:p xmlns:a="http://schemas.openxmlformats.org/drawingml/2006/main">
            <a:r>
              <a:t/>
            </a:r>
          </a:p>
          <a:p xmlns:a="http://schemas.openxmlformats.org/drawingml/2006/main">
            <a:r>
              <a:t>[Sources]</a:t>
            </a:r>
          </a:p>
          <a:p xmlns:a="http://schemas.openxmlformats.org/drawingml/2006/main">
            <a:r>
              <a:t>- https://normas.gba.gob.ar/ar-b/resolucion/2026/48/569974</a:t>
            </a:r>
          </a:p>
          <a:p xmlns:a="http://schemas.openxmlformats.org/drawingml/2006/main">
            <a:r>
              <a:t>- https://bioagroindustria.cba.gov.ar/index.php/resolucion-101-2026/</a:t>
            </a:r>
          </a:p>
          <a:p xmlns:a="http://schemas.openxmlformats.org/drawingml/2006/main">
            <a:r>
              <a:t>- https://www.santafe.gov.ar/noticias/noticia/285432/</a:t>
            </a:r>
          </a:p>
          <a:p xmlns:a="http://schemas.openxmlformats.org/drawingml/2006/main">
            <a:r>
              <a:t>- https://portal.entrerios.gov.ar/prensa/noticias/78372</a:t>
            </a:r>
          </a:p>
          <a:p xmlns:a="http://schemas.openxmlformats.org/drawingml/2006/main">
            <a:r>
              <a:t>- https://ambiente.lapampa.gob.ar/leyes-provinciales/ley-n-3288.html</a:t>
            </a:r>
          </a:p>
          <a:p xmlns:a="http://schemas.openxmlformats.org/drawingml/2006/main">
            <a:r>
              <a:t>- https://hcdcorrientes.gov.ar/leyes-diputados/Ley4495.pdf</a:t>
            </a:r>
          </a:p>
          <a:p xmlns:a="http://schemas.openxmlformats.org/drawingml/2006/main">
            <a:r>
              <a:t>- https://produccion.chaco.gob.ar/2025/05/21/capacitacion-para-aplicadores-de-biocidas-en-gancedo/</a:t>
            </a:r>
          </a:p>
          <a:p xmlns:a="http://schemas.openxmlformats.org/drawingml/2006/main">
            <a:r>
              <a:t>- https://archivos.formosa.gob.ar/media/uploads/guia_tramites/normas/norma_108.pdf</a:t>
            </a:r>
          </a:p>
          <a:p xmlns:a="http://schemas.openxmlformats.org/drawingml/2006/main">
            <a:r>
              <a:t>- https://www.diputadosmisiones.gov.ar/nuevo/archivos/proyectos/P50012.pdf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fad456dd4145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ee181bd03e49a6" /><Relationship Type="http://schemas.openxmlformats.org/officeDocument/2006/relationships/slideLayout" Target="/ppt/slideLayouts/slideLayout1.xml" Id="R557635e74d1642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7635e74d1642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22696243674bf0" /><Relationship Type="http://schemas.openxmlformats.org/officeDocument/2006/relationships/notesSlide" Target="/ppt/notesSlides/notesSlide1.xml" Id="R5f24caa3c0454e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686f9afbb04b25" /><Relationship Type="http://schemas.openxmlformats.org/officeDocument/2006/relationships/notesSlide" Target="/ppt/notesSlides/notesSlide2.xml" Id="Rf4837680947f4e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57963d17584ec7" /><Relationship Type="http://schemas.openxmlformats.org/officeDocument/2006/relationships/notesSlide" Target="/ppt/notesSlides/notesSlide3.xml" Id="R56d037fca8cf4a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4cbb75a3f1413a" /><Relationship Type="http://schemas.openxmlformats.org/officeDocument/2006/relationships/notesSlide" Target="/ppt/notesSlides/notesSlide4.xml" Id="R6c79410caca44a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f93f00c5234070" /><Relationship Type="http://schemas.openxmlformats.org/officeDocument/2006/relationships/notesSlide" Target="/ppt/notesSlides/notesSlide5.xml" Id="R4c9147de6488463b" /></Relationships>
</file>

<file path=ppt/slides/slide1.xml><?xml version="1.0" encoding="utf-8"?>
<p:sld xmlns:p="http://schemas.openxmlformats.org/presentationml/2006/main">
  <p:cSld>
    <p:bg>
      <p:bgPr>
        <a:solidFill xmlns:a="http://schemas.openxmlformats.org/drawingml/2006/main">
          <a:srgbClr val="123F3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35ED05-F475-4C93-8B71-728645341BEF}"/>
              </a:ext>
            </a:extLst>
          </p:cNvPr>
          <p:cNvSpPr>
            <a:spLocks xmlns:a="http://schemas.openxmlformats.org/drawingml/2006/main" noGrp="1"/>
          </p:cNvSpPr>
          <p:nvPr/>
        </p:nvSpPr>
        <p:spPr>
          <a:xfrm xmlns:a="http://schemas.openxmlformats.org/drawingml/2006/main">
            <a:off x="609600" y="704850"/>
            <a:ext cx="876300" cy="76200"/>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490A64-9FCF-4042-8CEA-1426A8A83019}"/>
              </a:ext>
            </a:extLst>
          </p:cNvPr>
          <p:cNvSpPr>
            <a:spLocks xmlns:a="http://schemas.openxmlformats.org/drawingml/2006/main" noGrp="1"/>
          </p:cNvSpPr>
          <p:nvPr/>
        </p:nvSpPr>
        <p:spPr>
          <a:xfrm xmlns:a="http://schemas.openxmlformats.org/drawingml/2006/main">
            <a:off x="609600" y="10668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8C86F"/>
                </a:solidFill>
              </a:defRPr>
            </a:pPr>
            <a:r>
              <a:rPr sz="1200" b="1">
                <a:solidFill>
                  <a:srgbClr val="A8C86F"/>
                </a:solidFill>
              </a:rPr>
              <a:t>DRONES PARA EL AGRO</a:t>
            </a:r>
          </a:p>
        </p:txBody>
      </p:sp>
      <p:sp>
        <p:nvSpPr>
          <p:cNvPr id="3" name="">
            <a:extLst xmlns:a="http://schemas.openxmlformats.org/drawingml/2006/main">
              <a:ext uri="{FF2B5EF4-FFF2-40B4-BE49-F238E27FC236}">
                <a16:creationId xmlns:a16="http://schemas.microsoft.com/office/drawing/2014/main" id="{C536AF2C-F86B-467D-AFAA-C3A6DD1612AE}"/>
              </a:ext>
            </a:extLst>
          </p:cNvPr>
          <p:cNvSpPr>
            <a:spLocks xmlns:a="http://schemas.openxmlformats.org/drawingml/2006/main" noGrp="1"/>
          </p:cNvSpPr>
          <p:nvPr/>
        </p:nvSpPr>
        <p:spPr>
          <a:xfrm xmlns:a="http://schemas.openxmlformats.org/drawingml/2006/main">
            <a:off x="609600" y="158115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Marco normativo</a:t>
            </a:r>
          </a:p>
          <a:p xmlns:a="http://schemas.openxmlformats.org/drawingml/2006/main">
            <a:pPr algn="l">
              <a:defRPr sz="4350" b="1">
                <a:solidFill>
                  <a:srgbClr val="FFFFFF"/>
                </a:solidFill>
              </a:defRPr>
            </a:pPr>
            <a:r>
              <a:rPr sz="4350" b="1">
                <a:solidFill>
                  <a:srgbClr val="FFFFFF"/>
                </a:solidFill>
              </a:rPr>
              <a:t>en Argentina</a:t>
            </a:r>
          </a:p>
        </p:txBody>
      </p:sp>
      <p:sp>
        <p:nvSpPr>
          <p:cNvPr id="4" name="">
            <a:extLst xmlns:a="http://schemas.openxmlformats.org/drawingml/2006/main">
              <a:ext uri="{FF2B5EF4-FFF2-40B4-BE49-F238E27FC236}">
                <a16:creationId xmlns:a16="http://schemas.microsoft.com/office/drawing/2014/main" id="{1E880430-A60B-4B41-BBC0-D335B8EF7194}"/>
              </a:ext>
            </a:extLst>
          </p:cNvPr>
          <p:cNvSpPr>
            <a:spLocks xmlns:a="http://schemas.openxmlformats.org/drawingml/2006/main" noGrp="1"/>
          </p:cNvSpPr>
          <p:nvPr/>
        </p:nvSpPr>
        <p:spPr>
          <a:xfrm xmlns:a="http://schemas.openxmlformats.org/drawingml/2006/main">
            <a:off x="647700" y="3286125"/>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6F1E7"/>
                </a:solidFill>
              </a:defRPr>
            </a:pPr>
            <a:r>
              <a:rPr sz="1950" b="0">
                <a:solidFill>
                  <a:srgbClr val="F6F1E7"/>
                </a:solidFill>
              </a:rPr>
              <a:t>Qué regula el equipo, el vuelo y cada caso de uso</a:t>
            </a:r>
          </a:p>
        </p:txBody>
      </p:sp>
      <p:sp>
        <p:nvSpPr>
          <p:cNvPr id="5" name="">
            <a:extLst xmlns:a="http://schemas.openxmlformats.org/drawingml/2006/main">
              <a:ext uri="{FF2B5EF4-FFF2-40B4-BE49-F238E27FC236}">
                <a16:creationId xmlns:a16="http://schemas.microsoft.com/office/drawing/2014/main" id="{10266E9B-4113-43F6-B1D0-DB40A62FE403}"/>
              </a:ext>
            </a:extLst>
          </p:cNvPr>
          <p:cNvSpPr>
            <a:spLocks xmlns:a="http://schemas.openxmlformats.org/drawingml/2006/main" noGrp="1"/>
          </p:cNvSpPr>
          <p:nvPr/>
        </p:nvSpPr>
        <p:spPr>
          <a:xfrm xmlns:a="http://schemas.openxmlformats.org/drawingml/2006/main">
            <a:off x="647700" y="4419600"/>
            <a:ext cx="10287000" cy="9525"/>
          </a:xfrm>
          <a:prstGeom xmlns:a="http://schemas.openxmlformats.org/drawingml/2006/main" prst="rect">
            <a:avLst/>
          </a:prstGeom>
          <a:solidFill xmlns:a="http://schemas.openxmlformats.org/drawingml/2006/main">
            <a:srgbClr val="5C786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28A9107-48AE-4937-916C-5D37457177B8}"/>
              </a:ext>
            </a:extLst>
          </p:cNvPr>
          <p:cNvSpPr>
            <a:spLocks xmlns:a="http://schemas.openxmlformats.org/drawingml/2006/main" noGrp="1"/>
          </p:cNvSpPr>
          <p:nvPr/>
        </p:nvSpPr>
        <p:spPr>
          <a:xfrm xmlns:a="http://schemas.openxmlformats.org/drawingml/2006/main">
            <a:off x="647700" y="4705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A8C86F"/>
                </a:solidFill>
              </a:defRPr>
            </a:pPr>
            <a:r>
              <a:rPr sz="1275" b="1">
                <a:solidFill>
                  <a:srgbClr val="A8C86F"/>
                </a:solidFill>
              </a:rPr>
              <a:t>AERONÁUTICA</a:t>
            </a:r>
          </a:p>
        </p:txBody>
      </p:sp>
      <p:sp>
        <p:nvSpPr>
          <p:cNvPr id="7" name="">
            <a:extLst xmlns:a="http://schemas.openxmlformats.org/drawingml/2006/main">
              <a:ext uri="{FF2B5EF4-FFF2-40B4-BE49-F238E27FC236}">
                <a16:creationId xmlns:a16="http://schemas.microsoft.com/office/drawing/2014/main" id="{558A66D7-92E1-463D-828A-289236D121EB}"/>
              </a:ext>
            </a:extLst>
          </p:cNvPr>
          <p:cNvSpPr>
            <a:spLocks xmlns:a="http://schemas.openxmlformats.org/drawingml/2006/main" noGrp="1"/>
          </p:cNvSpPr>
          <p:nvPr/>
        </p:nvSpPr>
        <p:spPr>
          <a:xfrm xmlns:a="http://schemas.openxmlformats.org/drawingml/2006/main">
            <a:off x="3724275" y="4705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A8C86F"/>
                </a:solidFill>
              </a:defRPr>
            </a:pPr>
            <a:r>
              <a:rPr sz="1275" b="1">
                <a:solidFill>
                  <a:srgbClr val="A8C86F"/>
                </a:solidFill>
              </a:rPr>
              <a:t>USO Y CARGA</a:t>
            </a:r>
          </a:p>
        </p:txBody>
      </p:sp>
      <p:sp>
        <p:nvSpPr>
          <p:cNvPr id="8" name="">
            <a:extLst xmlns:a="http://schemas.openxmlformats.org/drawingml/2006/main">
              <a:ext uri="{FF2B5EF4-FFF2-40B4-BE49-F238E27FC236}">
                <a16:creationId xmlns:a16="http://schemas.microsoft.com/office/drawing/2014/main" id="{977E0CF5-4295-42F8-B111-9E105BAB96E8}"/>
              </a:ext>
            </a:extLst>
          </p:cNvPr>
          <p:cNvSpPr>
            <a:spLocks xmlns:a="http://schemas.openxmlformats.org/drawingml/2006/main" noGrp="1"/>
          </p:cNvSpPr>
          <p:nvPr/>
        </p:nvSpPr>
        <p:spPr>
          <a:xfrm xmlns:a="http://schemas.openxmlformats.org/drawingml/2006/main">
            <a:off x="6800850" y="4705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A8C86F"/>
                </a:solidFill>
              </a:defRPr>
            </a:pPr>
            <a:r>
              <a:rPr sz="1275" b="1">
                <a:solidFill>
                  <a:srgbClr val="A8C86F"/>
                </a:solidFill>
              </a:rPr>
              <a:t>TERRITORIO</a:t>
            </a:r>
          </a:p>
        </p:txBody>
      </p:sp>
      <p:sp>
        <p:nvSpPr>
          <p:cNvPr id="9" name="">
            <a:extLst xmlns:a="http://schemas.openxmlformats.org/drawingml/2006/main">
              <a:ext uri="{FF2B5EF4-FFF2-40B4-BE49-F238E27FC236}">
                <a16:creationId xmlns:a16="http://schemas.microsoft.com/office/drawing/2014/main" id="{412571D9-42FB-4413-914B-0049B4C70620}"/>
              </a:ext>
            </a:extLst>
          </p:cNvPr>
          <p:cNvSpPr>
            <a:spLocks xmlns:a="http://schemas.openxmlformats.org/drawingml/2006/main" noGrp="1"/>
          </p:cNvSpPr>
          <p:nvPr/>
        </p:nvSpPr>
        <p:spPr>
          <a:xfrm xmlns:a="http://schemas.openxmlformats.org/drawingml/2006/main">
            <a:off x="647700" y="50673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Peso · diseño · altura</a:t>
            </a:r>
          </a:p>
        </p:txBody>
      </p:sp>
      <p:sp>
        <p:nvSpPr>
          <p:cNvPr id="10" name="">
            <a:extLst xmlns:a="http://schemas.openxmlformats.org/drawingml/2006/main">
              <a:ext uri="{FF2B5EF4-FFF2-40B4-BE49-F238E27FC236}">
                <a16:creationId xmlns:a16="http://schemas.microsoft.com/office/drawing/2014/main" id="{052868C4-A05B-4120-91A7-68A7FF2428C3}"/>
              </a:ext>
            </a:extLst>
          </p:cNvPr>
          <p:cNvSpPr>
            <a:spLocks xmlns:a="http://schemas.openxmlformats.org/drawingml/2006/main" noGrp="1"/>
          </p:cNvSpPr>
          <p:nvPr/>
        </p:nvSpPr>
        <p:spPr>
          <a:xfrm xmlns:a="http://schemas.openxmlformats.org/drawingml/2006/main">
            <a:off x="3724275" y="50673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Imagen · pulverización · fauna</a:t>
            </a:r>
          </a:p>
        </p:txBody>
      </p:sp>
      <p:sp>
        <p:nvSpPr>
          <p:cNvPr id="11" name="">
            <a:extLst xmlns:a="http://schemas.openxmlformats.org/drawingml/2006/main">
              <a:ext uri="{FF2B5EF4-FFF2-40B4-BE49-F238E27FC236}">
                <a16:creationId xmlns:a16="http://schemas.microsoft.com/office/drawing/2014/main" id="{00C15DF0-0CCB-4B96-8162-F2845B71B297}"/>
              </a:ext>
            </a:extLst>
          </p:cNvPr>
          <p:cNvSpPr>
            <a:spLocks xmlns:a="http://schemas.openxmlformats.org/drawingml/2006/main" noGrp="1"/>
          </p:cNvSpPr>
          <p:nvPr/>
        </p:nvSpPr>
        <p:spPr>
          <a:xfrm xmlns:a="http://schemas.openxmlformats.org/drawingml/2006/main">
            <a:off x="6800850" y="50673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Nación · provincia · municipio</a:t>
            </a:r>
          </a:p>
        </p:txBody>
      </p:sp>
      <p:sp>
        <p:nvSpPr>
          <p:cNvPr id="12" name="">
            <a:extLst xmlns:a="http://schemas.openxmlformats.org/drawingml/2006/main">
              <a:ext uri="{FF2B5EF4-FFF2-40B4-BE49-F238E27FC236}">
                <a16:creationId xmlns:a16="http://schemas.microsoft.com/office/drawing/2014/main" id="{FA66AA14-2217-40FE-90B9-42CEEFA46877}"/>
              </a:ext>
            </a:extLst>
          </p:cNvPr>
          <p:cNvSpPr>
            <a:spLocks xmlns:a="http://schemas.openxmlformats.org/drawingml/2006/main" noGrp="1"/>
          </p:cNvSpPr>
          <p:nvPr/>
        </p:nvSpPr>
        <p:spPr>
          <a:xfrm xmlns:a="http://schemas.openxmlformats.org/drawingml/2006/main">
            <a:off x="647700" y="6238875"/>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BFD0C7"/>
                </a:solidFill>
              </a:defRPr>
            </a:pPr>
            <a:r>
              <a:rPr sz="975" b="0">
                <a:solidFill>
                  <a:srgbClr val="BFD0C7"/>
                </a:solidFill>
              </a:rPr>
              <a:t>Síntesis ejecutiva · corte normativo 27/08/2026</a:t>
            </a:r>
          </a:p>
        </p:txBody>
      </p:sp>
      <p:sp>
        <p:nvSpPr>
          <p:cNvPr id="13" name="">
            <a:extLst xmlns:a="http://schemas.openxmlformats.org/drawingml/2006/main">
              <a:ext uri="{FF2B5EF4-FFF2-40B4-BE49-F238E27FC236}">
                <a16:creationId xmlns:a16="http://schemas.microsoft.com/office/drawing/2014/main" id="{16D7CEB7-838E-4112-B661-0F3E71E36788}"/>
              </a:ext>
            </a:extLst>
          </p:cNvPr>
          <p:cNvSpPr>
            <a:spLocks xmlns:a="http://schemas.openxmlformats.org/drawingml/2006/main" noGrp="1"/>
          </p:cNvSpPr>
          <p:nvPr/>
        </p:nvSpPr>
        <p:spPr>
          <a:xfrm xmlns:a="http://schemas.openxmlformats.org/drawingml/2006/main">
            <a:off x="10363200" y="5143500"/>
            <a:ext cx="800100" cy="800100"/>
          </a:xfrm>
          <a:prstGeom xmlns:a="http://schemas.openxmlformats.org/drawingml/2006/main" prst="ellipse">
            <a:avLst/>
          </a:prstGeom>
          <a:solidFill xmlns:a="http://schemas.openxmlformats.org/drawingml/2006/main">
            <a:srgbClr val="D99A35"/>
          </a:solidFill>
          <a:ln xmlns:a="http://schemas.openxmlformats.org/drawingml/2006/main" w="0">
            <a:solidFill>
              <a:srgbClr val="D99A35"/>
            </a:solidFill>
            <a:prstDash val="solid"/>
          </a:ln>
        </p:spPr>
      </p:sp>
      <p:sp>
        <p:nvSpPr>
          <p:cNvPr id="14" name="">
            <a:extLst xmlns:a="http://schemas.openxmlformats.org/drawingml/2006/main">
              <a:ext uri="{FF2B5EF4-FFF2-40B4-BE49-F238E27FC236}">
                <a16:creationId xmlns:a16="http://schemas.microsoft.com/office/drawing/2014/main" id="{9014C41A-FD58-4244-813B-53FB5ABFA9A6}"/>
              </a:ext>
            </a:extLst>
          </p:cNvPr>
          <p:cNvSpPr>
            <a:spLocks xmlns:a="http://schemas.openxmlformats.org/drawingml/2006/main" noGrp="1"/>
          </p:cNvSpPr>
          <p:nvPr/>
        </p:nvSpPr>
        <p:spPr>
          <a:xfrm xmlns:a="http://schemas.openxmlformats.org/drawingml/2006/main">
            <a:off x="10363200" y="5319522"/>
            <a:ext cx="800100" cy="4400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23F35"/>
                </a:solidFill>
              </a:defRPr>
            </a:pPr>
            <a:r>
              <a:rPr sz="2550" b="1">
                <a:solidFill>
                  <a:srgbClr val="123F35"/>
                </a:solidFill>
              </a:rPr>
              <a:t>5</a:t>
            </a:r>
          </a:p>
        </p:txBody>
      </p:sp>
      <p:sp>
        <p:nvSpPr>
          <p:cNvPr id="15" name="">
            <a:extLst xmlns:a="http://schemas.openxmlformats.org/drawingml/2006/main">
              <a:ext uri="{FF2B5EF4-FFF2-40B4-BE49-F238E27FC236}">
                <a16:creationId xmlns:a16="http://schemas.microsoft.com/office/drawing/2014/main" id="{55BA2B44-9EBA-4DD8-A162-D84A1507DE7A}"/>
              </a:ext>
            </a:extLst>
          </p:cNvPr>
          <p:cNvSpPr>
            <a:spLocks xmlns:a="http://schemas.openxmlformats.org/drawingml/2006/main" noGrp="1"/>
          </p:cNvSpPr>
          <p:nvPr/>
        </p:nvSpPr>
        <p:spPr>
          <a:xfrm xmlns:a="http://schemas.openxmlformats.org/drawingml/2006/main">
            <a:off x="9715500" y="6000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6F1E7"/>
                </a:solidFill>
              </a:defRPr>
            </a:pPr>
            <a:r>
              <a:rPr sz="1125" b="1">
                <a:solidFill>
                  <a:srgbClr val="F6F1E7"/>
                </a:solidFill>
              </a:rPr>
              <a:t>diapositivas</a:t>
            </a:r>
          </a:p>
        </p:txBody>
      </p:sp>
    </p:spTree>
    <p:extLst>
      <p:ext uri="{BB962C8B-B14F-4D97-AF65-F5344CB8AC3E}">
        <p14:creationId xmlns:p14="http://schemas.microsoft.com/office/powerpoint/2010/main" val="226870822"/>
      </p:ext>
    </p:extLst>
  </p:cSld>
</p:sld>
</file>

<file path=ppt/slides/slide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84C95F4-15FA-4F12-87A5-FBEF5F30066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7A5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AD1E5D-E74F-4E85-8A50-39AF4EDF0305}"/>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7A5F"/>
                </a:solidFill>
              </a:defRPr>
            </a:pPr>
            <a:r>
              <a:rPr sz="975" b="1">
                <a:solidFill>
                  <a:srgbClr val="2F7A5F"/>
                </a:solidFill>
              </a:rPr>
              <a:t>DRONES PARA EL AGRO · ARGENTINA</a:t>
            </a:r>
          </a:p>
        </p:txBody>
      </p:sp>
      <p:sp>
        <p:nvSpPr>
          <p:cNvPr id="3" name="">
            <a:extLst xmlns:a="http://schemas.openxmlformats.org/drawingml/2006/main">
              <a:ext uri="{FF2B5EF4-FFF2-40B4-BE49-F238E27FC236}">
                <a16:creationId xmlns:a16="http://schemas.microsoft.com/office/drawing/2014/main" id="{F9896770-F47E-409C-8744-8C886D576708}"/>
              </a:ext>
            </a:extLst>
          </p:cNvPr>
          <p:cNvSpPr>
            <a:spLocks xmlns:a="http://schemas.openxmlformats.org/drawingml/2006/main" noGrp="1"/>
          </p:cNvSpPr>
          <p:nvPr/>
        </p:nvSpPr>
        <p:spPr>
          <a:xfrm xmlns:a="http://schemas.openxmlformats.org/drawingml/2006/main">
            <a:off x="609600" y="6858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23F35"/>
                </a:solidFill>
              </a:defRPr>
            </a:pPr>
            <a:r>
              <a:rPr sz="2850" b="1">
                <a:solidFill>
                  <a:srgbClr val="123F35"/>
                </a:solidFill>
              </a:rPr>
              <a:t>Cada variable activa una autoridad distinta</a:t>
            </a:r>
          </a:p>
        </p:txBody>
      </p:sp>
      <p:sp>
        <p:nvSpPr>
          <p:cNvPr id="4" name="">
            <a:extLst xmlns:a="http://schemas.openxmlformats.org/drawingml/2006/main">
              <a:ext uri="{FF2B5EF4-FFF2-40B4-BE49-F238E27FC236}">
                <a16:creationId xmlns:a16="http://schemas.microsoft.com/office/drawing/2014/main" id="{1B9E4602-FF86-4B6A-90BF-16CB1A62253A}"/>
              </a:ext>
            </a:extLst>
          </p:cNvPr>
          <p:cNvSpPr>
            <a:spLocks xmlns:a="http://schemas.openxmlformats.org/drawingml/2006/main" noGrp="1"/>
          </p:cNvSpPr>
          <p:nvPr/>
        </p:nvSpPr>
        <p:spPr>
          <a:xfrm xmlns:a="http://schemas.openxmlformats.org/drawingml/2006/main">
            <a:off x="609600" y="1304925"/>
            <a:ext cx="819150" cy="47625"/>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B02363-D7A5-4EAB-9143-C79733B150C3}"/>
              </a:ext>
            </a:extLst>
          </p:cNvPr>
          <p:cNvSpPr>
            <a:spLocks xmlns:a="http://schemas.openxmlformats.org/drawingml/2006/main" noGrp="1"/>
          </p:cNvSpPr>
          <p:nvPr/>
        </p:nvSpPr>
        <p:spPr>
          <a:xfrm xmlns:a="http://schemas.openxmlformats.org/drawingml/2006/main">
            <a:off x="11258550" y="6343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E6D66"/>
                </a:solidFill>
              </a:defRPr>
            </a:pPr>
            <a:r>
              <a:rPr sz="900" b="1">
                <a:solidFill>
                  <a:srgbClr val="5E6D66"/>
                </a:solidFill>
              </a:rPr>
              <a:t>02</a:t>
            </a:r>
          </a:p>
        </p:txBody>
      </p:sp>
      <p:sp>
        <p:nvSpPr>
          <p:cNvPr id="6" name="">
            <a:extLst xmlns:a="http://schemas.openxmlformats.org/drawingml/2006/main">
              <a:ext uri="{FF2B5EF4-FFF2-40B4-BE49-F238E27FC236}">
                <a16:creationId xmlns:a16="http://schemas.microsoft.com/office/drawing/2014/main" id="{503B4D57-4357-4C83-92E8-1F9718207C3D}"/>
              </a:ext>
            </a:extLst>
          </p:cNvPr>
          <p:cNvSpPr>
            <a:spLocks xmlns:a="http://schemas.openxmlformats.org/drawingml/2006/main" noGrp="1"/>
          </p:cNvSpPr>
          <p:nvPr/>
        </p:nvSpPr>
        <p:spPr>
          <a:xfrm xmlns:a="http://schemas.openxmlformats.org/drawingml/2006/main">
            <a:off x="742950" y="15049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E6D66"/>
                </a:solidFill>
              </a:defRPr>
            </a:pPr>
            <a:r>
              <a:rPr sz="975" b="1">
                <a:solidFill>
                  <a:srgbClr val="5E6D66"/>
                </a:solidFill>
              </a:rPr>
              <a:t>VARIABLE</a:t>
            </a:r>
          </a:p>
        </p:txBody>
      </p:sp>
      <p:sp>
        <p:nvSpPr>
          <p:cNvPr id="7" name="">
            <a:extLst xmlns:a="http://schemas.openxmlformats.org/drawingml/2006/main">
              <a:ext uri="{FF2B5EF4-FFF2-40B4-BE49-F238E27FC236}">
                <a16:creationId xmlns:a16="http://schemas.microsoft.com/office/drawing/2014/main" id="{30ADD0B6-BB9E-4B76-9C0E-6DAEA1D49587}"/>
              </a:ext>
            </a:extLst>
          </p:cNvPr>
          <p:cNvSpPr>
            <a:spLocks xmlns:a="http://schemas.openxmlformats.org/drawingml/2006/main" noGrp="1"/>
          </p:cNvSpPr>
          <p:nvPr/>
        </p:nvSpPr>
        <p:spPr>
          <a:xfrm xmlns:a="http://schemas.openxmlformats.org/drawingml/2006/main">
            <a:off x="3143250" y="15049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E6D66"/>
                </a:solidFill>
              </a:defRPr>
            </a:pPr>
            <a:r>
              <a:rPr sz="975" b="1">
                <a:solidFill>
                  <a:srgbClr val="5E6D66"/>
                </a:solidFill>
              </a:rPr>
              <a:t>NORMA / AUTORIDAD</a:t>
            </a:r>
          </a:p>
        </p:txBody>
      </p:sp>
      <p:sp>
        <p:nvSpPr>
          <p:cNvPr id="8" name="">
            <a:extLst xmlns:a="http://schemas.openxmlformats.org/drawingml/2006/main">
              <a:ext uri="{FF2B5EF4-FFF2-40B4-BE49-F238E27FC236}">
                <a16:creationId xmlns:a16="http://schemas.microsoft.com/office/drawing/2014/main" id="{DEF134E9-EF2E-4037-9F03-60B25F1A83B6}"/>
              </a:ext>
            </a:extLst>
          </p:cNvPr>
          <p:cNvSpPr>
            <a:spLocks xmlns:a="http://schemas.openxmlformats.org/drawingml/2006/main" noGrp="1"/>
          </p:cNvSpPr>
          <p:nvPr/>
        </p:nvSpPr>
        <p:spPr>
          <a:xfrm xmlns:a="http://schemas.openxmlformats.org/drawingml/2006/main">
            <a:off x="6819900" y="15049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E6D66"/>
                </a:solidFill>
              </a:defRPr>
            </a:pPr>
            <a:r>
              <a:rPr sz="975" b="1">
                <a:solidFill>
                  <a:srgbClr val="5E6D66"/>
                </a:solidFill>
              </a:rPr>
              <a:t>DECISIÓN PRÁCTICA</a:t>
            </a:r>
          </a:p>
        </p:txBody>
      </p:sp>
      <p:sp>
        <p:nvSpPr>
          <p:cNvPr id="9" name="">
            <a:extLst xmlns:a="http://schemas.openxmlformats.org/drawingml/2006/main">
              <a:ext uri="{FF2B5EF4-FFF2-40B4-BE49-F238E27FC236}">
                <a16:creationId xmlns:a16="http://schemas.microsoft.com/office/drawing/2014/main" id="{77C14DA7-FC6C-4E07-8473-484C5D45081B}"/>
              </a:ext>
            </a:extLst>
          </p:cNvPr>
          <p:cNvSpPr>
            <a:spLocks xmlns:a="http://schemas.openxmlformats.org/drawingml/2006/main" noGrp="1"/>
          </p:cNvSpPr>
          <p:nvPr/>
        </p:nvSpPr>
        <p:spPr>
          <a:xfrm xmlns:a="http://schemas.openxmlformats.org/drawingml/2006/main">
            <a:off x="609600" y="1809750"/>
            <a:ext cx="10972800" cy="704850"/>
          </a:xfrm>
          <a:prstGeom xmlns:a="http://schemas.openxmlformats.org/drawingml/2006/main" prst="roundRect">
            <a:avLst>
              <a:gd name="adj" fmla="val 16216"/>
            </a:avLst>
          </a:prstGeom>
          <a:solidFill xmlns:a="http://schemas.openxmlformats.org/drawingml/2006/main">
            <a:srgbClr val="E3EE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BA24FA5-687C-481C-984B-D02442FCF6A1}"/>
              </a:ext>
            </a:extLst>
          </p:cNvPr>
          <p:cNvSpPr>
            <a:spLocks xmlns:a="http://schemas.openxmlformats.org/drawingml/2006/main" noGrp="1"/>
          </p:cNvSpPr>
          <p:nvPr/>
        </p:nvSpPr>
        <p:spPr>
          <a:xfrm xmlns:a="http://schemas.openxmlformats.org/drawingml/2006/main">
            <a:off x="609600" y="1809750"/>
            <a:ext cx="76200" cy="704850"/>
          </a:xfrm>
          <a:prstGeom xmlns:a="http://schemas.openxmlformats.org/drawingml/2006/main" prst="rect">
            <a:avLst/>
          </a:prstGeom>
          <a:solidFill xmlns:a="http://schemas.openxmlformats.org/drawingml/2006/main">
            <a:srgbClr val="2F7A5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487606-4B5F-47BF-9798-F3B9EF5FD791}"/>
              </a:ext>
            </a:extLst>
          </p:cNvPr>
          <p:cNvSpPr>
            <a:spLocks xmlns:a="http://schemas.openxmlformats.org/drawingml/2006/main" noGrp="1"/>
          </p:cNvSpPr>
          <p:nvPr/>
        </p:nvSpPr>
        <p:spPr>
          <a:xfrm xmlns:a="http://schemas.openxmlformats.org/drawingml/2006/main">
            <a:off x="819150" y="1981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F7A5F"/>
                </a:solidFill>
              </a:defRPr>
            </a:pPr>
            <a:r>
              <a:rPr sz="1350" b="1">
                <a:solidFill>
                  <a:srgbClr val="2F7A5F"/>
                </a:solidFill>
              </a:rPr>
              <a:t>01</a:t>
            </a:r>
          </a:p>
        </p:txBody>
      </p:sp>
      <p:sp>
        <p:nvSpPr>
          <p:cNvPr id="12" name="">
            <a:extLst xmlns:a="http://schemas.openxmlformats.org/drawingml/2006/main">
              <a:ext uri="{FF2B5EF4-FFF2-40B4-BE49-F238E27FC236}">
                <a16:creationId xmlns:a16="http://schemas.microsoft.com/office/drawing/2014/main" id="{CB22F414-B75A-4A45-824C-C5BA130587CC}"/>
              </a:ext>
            </a:extLst>
          </p:cNvPr>
          <p:cNvSpPr>
            <a:spLocks xmlns:a="http://schemas.openxmlformats.org/drawingml/2006/main" noGrp="1"/>
          </p:cNvSpPr>
          <p:nvPr/>
        </p:nvSpPr>
        <p:spPr>
          <a:xfrm xmlns:a="http://schemas.openxmlformats.org/drawingml/2006/main">
            <a:off x="1352550" y="191452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A2824"/>
                </a:solidFill>
              </a:defRPr>
            </a:pPr>
            <a:r>
              <a:rPr sz="1575" b="1">
                <a:solidFill>
                  <a:srgbClr val="1A2824"/>
                </a:solidFill>
              </a:rPr>
              <a:t>Aeronave</a:t>
            </a:r>
          </a:p>
        </p:txBody>
      </p:sp>
      <p:sp>
        <p:nvSpPr>
          <p:cNvPr id="13" name="">
            <a:extLst xmlns:a="http://schemas.openxmlformats.org/drawingml/2006/main">
              <a:ext uri="{FF2B5EF4-FFF2-40B4-BE49-F238E27FC236}">
                <a16:creationId xmlns:a16="http://schemas.microsoft.com/office/drawing/2014/main" id="{BA60B519-A00A-4F8A-A380-77E9F6AEF81E}"/>
              </a:ext>
            </a:extLst>
          </p:cNvPr>
          <p:cNvSpPr>
            <a:spLocks xmlns:a="http://schemas.openxmlformats.org/drawingml/2006/main" noGrp="1"/>
          </p:cNvSpPr>
          <p:nvPr/>
        </p:nvSpPr>
        <p:spPr>
          <a:xfrm xmlns:a="http://schemas.openxmlformats.org/drawingml/2006/main">
            <a:off x="1352550" y="2181225"/>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E6D66"/>
                </a:solidFill>
              </a:defRPr>
            </a:pPr>
            <a:r>
              <a:rPr sz="1050" b="0">
                <a:solidFill>
                  <a:srgbClr val="5E6D66"/>
                </a:solidFill>
              </a:rPr>
              <a:t>Peso máximo + ala rotativa o fija</a:t>
            </a:r>
          </a:p>
        </p:txBody>
      </p:sp>
      <p:sp>
        <p:nvSpPr>
          <p:cNvPr id="14" name="">
            <a:extLst xmlns:a="http://schemas.openxmlformats.org/drawingml/2006/main">
              <a:ext uri="{FF2B5EF4-FFF2-40B4-BE49-F238E27FC236}">
                <a16:creationId xmlns:a16="http://schemas.microsoft.com/office/drawing/2014/main" id="{90B6872B-0329-491A-AB08-FE5AFB05FAB4}"/>
              </a:ext>
            </a:extLst>
          </p:cNvPr>
          <p:cNvSpPr>
            <a:spLocks xmlns:a="http://schemas.openxmlformats.org/drawingml/2006/main" noGrp="1"/>
          </p:cNvSpPr>
          <p:nvPr/>
        </p:nvSpPr>
        <p:spPr>
          <a:xfrm xmlns:a="http://schemas.openxmlformats.org/drawingml/2006/main">
            <a:off x="3143250" y="20193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A2824"/>
                </a:solidFill>
              </a:defRPr>
            </a:pPr>
            <a:r>
              <a:rPr sz="1350" b="1">
                <a:solidFill>
                  <a:srgbClr val="1A2824"/>
                </a:solidFill>
              </a:rPr>
              <a:t>ANAC · RAAC 100, 101 y 102</a:t>
            </a:r>
          </a:p>
        </p:txBody>
      </p:sp>
      <p:sp>
        <p:nvSpPr>
          <p:cNvPr id="15" name="">
            <a:extLst xmlns:a="http://schemas.openxmlformats.org/drawingml/2006/main">
              <a:ext uri="{FF2B5EF4-FFF2-40B4-BE49-F238E27FC236}">
                <a16:creationId xmlns:a16="http://schemas.microsoft.com/office/drawing/2014/main" id="{D25E07A2-E7F7-49EB-8445-22B55EDB4DA6}"/>
              </a:ext>
            </a:extLst>
          </p:cNvPr>
          <p:cNvSpPr>
            <a:spLocks xmlns:a="http://schemas.openxmlformats.org/drawingml/2006/main" noGrp="1"/>
          </p:cNvSpPr>
          <p:nvPr/>
        </p:nvSpPr>
        <p:spPr>
          <a:xfrm xmlns:a="http://schemas.openxmlformats.org/drawingml/2006/main">
            <a:off x="6819900" y="20193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Categoría, registro y certificados</a:t>
            </a:r>
          </a:p>
        </p:txBody>
      </p:sp>
      <p:sp>
        <p:nvSpPr>
          <p:cNvPr id="16" name="">
            <a:extLst xmlns:a="http://schemas.openxmlformats.org/drawingml/2006/main">
              <a:ext uri="{FF2B5EF4-FFF2-40B4-BE49-F238E27FC236}">
                <a16:creationId xmlns:a16="http://schemas.microsoft.com/office/drawing/2014/main" id="{B0900964-29B7-41A1-B1E6-19D622FF74A1}"/>
              </a:ext>
            </a:extLst>
          </p:cNvPr>
          <p:cNvSpPr>
            <a:spLocks xmlns:a="http://schemas.openxmlformats.org/drawingml/2006/main" noGrp="1"/>
          </p:cNvSpPr>
          <p:nvPr/>
        </p:nvSpPr>
        <p:spPr>
          <a:xfrm xmlns:a="http://schemas.openxmlformats.org/drawingml/2006/main">
            <a:off x="609600" y="2638425"/>
            <a:ext cx="10972800" cy="704850"/>
          </a:xfrm>
          <a:prstGeom xmlns:a="http://schemas.openxmlformats.org/drawingml/2006/main" prst="roundRect">
            <a:avLst>
              <a:gd name="adj" fmla="val 16216"/>
            </a:avLst>
          </a:prstGeom>
          <a:solidFill xmlns:a="http://schemas.openxmlformats.org/drawingml/2006/main">
            <a:srgbClr val="EEF0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1ED7ADC-3912-4763-99C3-08E7C9CC3443}"/>
              </a:ext>
            </a:extLst>
          </p:cNvPr>
          <p:cNvSpPr>
            <a:spLocks xmlns:a="http://schemas.openxmlformats.org/drawingml/2006/main" noGrp="1"/>
          </p:cNvSpPr>
          <p:nvPr/>
        </p:nvSpPr>
        <p:spPr>
          <a:xfrm xmlns:a="http://schemas.openxmlformats.org/drawingml/2006/main">
            <a:off x="609600" y="2638425"/>
            <a:ext cx="76200" cy="704850"/>
          </a:xfrm>
          <a:prstGeom xmlns:a="http://schemas.openxmlformats.org/drawingml/2006/main" prst="rect">
            <a:avLst/>
          </a:prstGeom>
          <a:solidFill xmlns:a="http://schemas.openxmlformats.org/drawingml/2006/main">
            <a:srgbClr val="A8C86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91EC901-7557-4AFD-9EEB-4B3AABEC279F}"/>
              </a:ext>
            </a:extLst>
          </p:cNvPr>
          <p:cNvSpPr>
            <a:spLocks xmlns:a="http://schemas.openxmlformats.org/drawingml/2006/main" noGrp="1"/>
          </p:cNvSpPr>
          <p:nvPr/>
        </p:nvSpPr>
        <p:spPr>
          <a:xfrm xmlns:a="http://schemas.openxmlformats.org/drawingml/2006/main">
            <a:off x="819150" y="28098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A8C86F"/>
                </a:solidFill>
              </a:defRPr>
            </a:pPr>
            <a:r>
              <a:rPr sz="1350" b="1">
                <a:solidFill>
                  <a:srgbClr val="A8C86F"/>
                </a:solidFill>
              </a:rPr>
              <a:t>02</a:t>
            </a:r>
          </a:p>
        </p:txBody>
      </p:sp>
      <p:sp>
        <p:nvSpPr>
          <p:cNvPr id="19" name="">
            <a:extLst xmlns:a="http://schemas.openxmlformats.org/drawingml/2006/main">
              <a:ext uri="{FF2B5EF4-FFF2-40B4-BE49-F238E27FC236}">
                <a16:creationId xmlns:a16="http://schemas.microsoft.com/office/drawing/2014/main" id="{EF494AB5-789A-4728-8861-9EB17B33B3E0}"/>
              </a:ext>
            </a:extLst>
          </p:cNvPr>
          <p:cNvSpPr>
            <a:spLocks xmlns:a="http://schemas.openxmlformats.org/drawingml/2006/main" noGrp="1"/>
          </p:cNvSpPr>
          <p:nvPr/>
        </p:nvSpPr>
        <p:spPr>
          <a:xfrm xmlns:a="http://schemas.openxmlformats.org/drawingml/2006/main">
            <a:off x="1352550" y="274320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A2824"/>
                </a:solidFill>
              </a:defRPr>
            </a:pPr>
            <a:r>
              <a:rPr sz="1575" b="1">
                <a:solidFill>
                  <a:srgbClr val="1A2824"/>
                </a:solidFill>
              </a:rPr>
              <a:t>Vuelo</a:t>
            </a:r>
          </a:p>
        </p:txBody>
      </p:sp>
      <p:sp>
        <p:nvSpPr>
          <p:cNvPr id="20" name="">
            <a:extLst xmlns:a="http://schemas.openxmlformats.org/drawingml/2006/main">
              <a:ext uri="{FF2B5EF4-FFF2-40B4-BE49-F238E27FC236}">
                <a16:creationId xmlns:a16="http://schemas.microsoft.com/office/drawing/2014/main" id="{60E66955-5221-4824-B763-3C56145F3060}"/>
              </a:ext>
            </a:extLst>
          </p:cNvPr>
          <p:cNvSpPr>
            <a:spLocks xmlns:a="http://schemas.openxmlformats.org/drawingml/2006/main" noGrp="1"/>
          </p:cNvSpPr>
          <p:nvPr/>
        </p:nvSpPr>
        <p:spPr>
          <a:xfrm xmlns:a="http://schemas.openxmlformats.org/drawingml/2006/main">
            <a:off x="1352550" y="3009900"/>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E6D66"/>
                </a:solidFill>
              </a:defRPr>
            </a:pPr>
            <a:r>
              <a:rPr sz="1050" b="0">
                <a:solidFill>
                  <a:srgbClr val="5E6D66"/>
                </a:solidFill>
              </a:rPr>
              <a:t>Zona, altura y espacio aéreo</a:t>
            </a:r>
          </a:p>
        </p:txBody>
      </p:sp>
      <p:sp>
        <p:nvSpPr>
          <p:cNvPr id="21" name="">
            <a:extLst xmlns:a="http://schemas.openxmlformats.org/drawingml/2006/main">
              <a:ext uri="{FF2B5EF4-FFF2-40B4-BE49-F238E27FC236}">
                <a16:creationId xmlns:a16="http://schemas.microsoft.com/office/drawing/2014/main" id="{9DBF7F04-198F-4C96-9BAC-260A07730121}"/>
              </a:ext>
            </a:extLst>
          </p:cNvPr>
          <p:cNvSpPr>
            <a:spLocks xmlns:a="http://schemas.openxmlformats.org/drawingml/2006/main" noGrp="1"/>
          </p:cNvSpPr>
          <p:nvPr/>
        </p:nvSpPr>
        <p:spPr>
          <a:xfrm xmlns:a="http://schemas.openxmlformats.org/drawingml/2006/main">
            <a:off x="3143250" y="28479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A2824"/>
                </a:solidFill>
              </a:defRPr>
            </a:pPr>
            <a:r>
              <a:rPr sz="1350" b="1">
                <a:solidFill>
                  <a:srgbClr val="1A2824"/>
                </a:solidFill>
              </a:rPr>
              <a:t>ANAC + navegación aérea</a:t>
            </a:r>
          </a:p>
        </p:txBody>
      </p:sp>
      <p:sp>
        <p:nvSpPr>
          <p:cNvPr id="22" name="">
            <a:extLst xmlns:a="http://schemas.openxmlformats.org/drawingml/2006/main">
              <a:ext uri="{FF2B5EF4-FFF2-40B4-BE49-F238E27FC236}">
                <a16:creationId xmlns:a16="http://schemas.microsoft.com/office/drawing/2014/main" id="{494EEFDD-A57E-45D9-9E13-8929F98EE7FA}"/>
              </a:ext>
            </a:extLst>
          </p:cNvPr>
          <p:cNvSpPr>
            <a:spLocks xmlns:a="http://schemas.openxmlformats.org/drawingml/2006/main" noGrp="1"/>
          </p:cNvSpPr>
          <p:nvPr/>
        </p:nvSpPr>
        <p:spPr>
          <a:xfrm xmlns:a="http://schemas.openxmlformats.org/drawingml/2006/main">
            <a:off x="6819900" y="284797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Operación abierta o autorización</a:t>
            </a:r>
          </a:p>
        </p:txBody>
      </p:sp>
      <p:sp>
        <p:nvSpPr>
          <p:cNvPr id="23" name="">
            <a:extLst xmlns:a="http://schemas.openxmlformats.org/drawingml/2006/main">
              <a:ext uri="{FF2B5EF4-FFF2-40B4-BE49-F238E27FC236}">
                <a16:creationId xmlns:a16="http://schemas.microsoft.com/office/drawing/2014/main" id="{E815478E-01DB-4E6C-99CB-6E36AE64005A}"/>
              </a:ext>
            </a:extLst>
          </p:cNvPr>
          <p:cNvSpPr>
            <a:spLocks xmlns:a="http://schemas.openxmlformats.org/drawingml/2006/main" noGrp="1"/>
          </p:cNvSpPr>
          <p:nvPr/>
        </p:nvSpPr>
        <p:spPr>
          <a:xfrm xmlns:a="http://schemas.openxmlformats.org/drawingml/2006/main">
            <a:off x="609600" y="3467100"/>
            <a:ext cx="10972800" cy="704850"/>
          </a:xfrm>
          <a:prstGeom xmlns:a="http://schemas.openxmlformats.org/drawingml/2006/main" prst="roundRect">
            <a:avLst>
              <a:gd name="adj" fmla="val 16216"/>
            </a:avLst>
          </a:prstGeom>
          <a:solidFill xmlns:a="http://schemas.openxmlformats.org/drawingml/2006/main">
            <a:srgbClr val="F3E5C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178B0B7-C893-4EB6-9BDA-80CB13345254}"/>
              </a:ext>
            </a:extLst>
          </p:cNvPr>
          <p:cNvSpPr>
            <a:spLocks xmlns:a="http://schemas.openxmlformats.org/drawingml/2006/main" noGrp="1"/>
          </p:cNvSpPr>
          <p:nvPr/>
        </p:nvSpPr>
        <p:spPr>
          <a:xfrm xmlns:a="http://schemas.openxmlformats.org/drawingml/2006/main">
            <a:off x="609600" y="3467100"/>
            <a:ext cx="76200" cy="704850"/>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EADE435-7B13-4554-8AA7-1835040EB95D}"/>
              </a:ext>
            </a:extLst>
          </p:cNvPr>
          <p:cNvSpPr>
            <a:spLocks xmlns:a="http://schemas.openxmlformats.org/drawingml/2006/main" noGrp="1"/>
          </p:cNvSpPr>
          <p:nvPr/>
        </p:nvSpPr>
        <p:spPr>
          <a:xfrm xmlns:a="http://schemas.openxmlformats.org/drawingml/2006/main">
            <a:off x="819150" y="36385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99A35"/>
                </a:solidFill>
              </a:defRPr>
            </a:pPr>
            <a:r>
              <a:rPr sz="1350" b="1">
                <a:solidFill>
                  <a:srgbClr val="D99A35"/>
                </a:solidFill>
              </a:rPr>
              <a:t>03</a:t>
            </a:r>
          </a:p>
        </p:txBody>
      </p:sp>
      <p:sp>
        <p:nvSpPr>
          <p:cNvPr id="26" name="">
            <a:extLst xmlns:a="http://schemas.openxmlformats.org/drawingml/2006/main">
              <a:ext uri="{FF2B5EF4-FFF2-40B4-BE49-F238E27FC236}">
                <a16:creationId xmlns:a16="http://schemas.microsoft.com/office/drawing/2014/main" id="{35E79109-0E5C-476F-9468-4E407AFAD880}"/>
              </a:ext>
            </a:extLst>
          </p:cNvPr>
          <p:cNvSpPr>
            <a:spLocks xmlns:a="http://schemas.openxmlformats.org/drawingml/2006/main" noGrp="1"/>
          </p:cNvSpPr>
          <p:nvPr/>
        </p:nvSpPr>
        <p:spPr>
          <a:xfrm xmlns:a="http://schemas.openxmlformats.org/drawingml/2006/main">
            <a:off x="1352550" y="357187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A2824"/>
                </a:solidFill>
              </a:defRPr>
            </a:pPr>
            <a:r>
              <a:rPr sz="1575" b="1">
                <a:solidFill>
                  <a:srgbClr val="1A2824"/>
                </a:solidFill>
              </a:rPr>
              <a:t>Misión</a:t>
            </a:r>
          </a:p>
        </p:txBody>
      </p:sp>
      <p:sp>
        <p:nvSpPr>
          <p:cNvPr id="27" name="">
            <a:extLst xmlns:a="http://schemas.openxmlformats.org/drawingml/2006/main">
              <a:ext uri="{FF2B5EF4-FFF2-40B4-BE49-F238E27FC236}">
                <a16:creationId xmlns:a16="http://schemas.microsoft.com/office/drawing/2014/main" id="{ABD31C0B-8384-4B59-AEBE-F68CBC9BAE9F}"/>
              </a:ext>
            </a:extLst>
          </p:cNvPr>
          <p:cNvSpPr>
            <a:spLocks xmlns:a="http://schemas.openxmlformats.org/drawingml/2006/main" noGrp="1"/>
          </p:cNvSpPr>
          <p:nvPr/>
        </p:nvSpPr>
        <p:spPr>
          <a:xfrm xmlns:a="http://schemas.openxmlformats.org/drawingml/2006/main">
            <a:off x="1352550" y="3838575"/>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E6D66"/>
                </a:solidFill>
              </a:defRPr>
            </a:pPr>
            <a:r>
              <a:rPr sz="1050" b="0">
                <a:solidFill>
                  <a:srgbClr val="5E6D66"/>
                </a:solidFill>
              </a:rPr>
              <a:t>Imagen, pulverización o fauna</a:t>
            </a:r>
          </a:p>
        </p:txBody>
      </p:sp>
      <p:sp>
        <p:nvSpPr>
          <p:cNvPr id="28" name="">
            <a:extLst xmlns:a="http://schemas.openxmlformats.org/drawingml/2006/main">
              <a:ext uri="{FF2B5EF4-FFF2-40B4-BE49-F238E27FC236}">
                <a16:creationId xmlns:a16="http://schemas.microsoft.com/office/drawing/2014/main" id="{A1495072-8384-4C8D-A3BC-688DDBE7A65C}"/>
              </a:ext>
            </a:extLst>
          </p:cNvPr>
          <p:cNvSpPr>
            <a:spLocks xmlns:a="http://schemas.openxmlformats.org/drawingml/2006/main" noGrp="1"/>
          </p:cNvSpPr>
          <p:nvPr/>
        </p:nvSpPr>
        <p:spPr>
          <a:xfrm xmlns:a="http://schemas.openxmlformats.org/drawingml/2006/main">
            <a:off x="3143250" y="36766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A2824"/>
                </a:solidFill>
              </a:defRPr>
            </a:pPr>
            <a:r>
              <a:rPr sz="1350" b="1">
                <a:solidFill>
                  <a:srgbClr val="1A2824"/>
                </a:solidFill>
              </a:rPr>
              <a:t>SENASA + provincia + municipio</a:t>
            </a:r>
          </a:p>
        </p:txBody>
      </p:sp>
      <p:sp>
        <p:nvSpPr>
          <p:cNvPr id="29" name="">
            <a:extLst xmlns:a="http://schemas.openxmlformats.org/drawingml/2006/main">
              <a:ext uri="{FF2B5EF4-FFF2-40B4-BE49-F238E27FC236}">
                <a16:creationId xmlns:a16="http://schemas.microsoft.com/office/drawing/2014/main" id="{BDF2AF74-83AA-4DF5-A241-80C73E942F3B}"/>
              </a:ext>
            </a:extLst>
          </p:cNvPr>
          <p:cNvSpPr>
            <a:spLocks xmlns:a="http://schemas.openxmlformats.org/drawingml/2006/main" noGrp="1"/>
          </p:cNvSpPr>
          <p:nvPr/>
        </p:nvSpPr>
        <p:spPr>
          <a:xfrm xmlns:a="http://schemas.openxmlformats.org/drawingml/2006/main">
            <a:off x="6819900" y="36766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Receta, registros, distancias y permisos</a:t>
            </a:r>
          </a:p>
        </p:txBody>
      </p:sp>
      <p:sp>
        <p:nvSpPr>
          <p:cNvPr id="30" name="">
            <a:extLst xmlns:a="http://schemas.openxmlformats.org/drawingml/2006/main">
              <a:ext uri="{FF2B5EF4-FFF2-40B4-BE49-F238E27FC236}">
                <a16:creationId xmlns:a16="http://schemas.microsoft.com/office/drawing/2014/main" id="{AFDB2425-3041-43FE-953B-E44A45585C5F}"/>
              </a:ext>
            </a:extLst>
          </p:cNvPr>
          <p:cNvSpPr>
            <a:spLocks xmlns:a="http://schemas.openxmlformats.org/drawingml/2006/main" noGrp="1"/>
          </p:cNvSpPr>
          <p:nvPr/>
        </p:nvSpPr>
        <p:spPr>
          <a:xfrm xmlns:a="http://schemas.openxmlformats.org/drawingml/2006/main">
            <a:off x="609600" y="4295775"/>
            <a:ext cx="10972800" cy="704850"/>
          </a:xfrm>
          <a:prstGeom xmlns:a="http://schemas.openxmlformats.org/drawingml/2006/main" prst="roundRect">
            <a:avLst>
              <a:gd name="adj" fmla="val 16216"/>
            </a:avLst>
          </a:prstGeom>
          <a:solidFill xmlns:a="http://schemas.openxmlformats.org/drawingml/2006/main">
            <a:srgbClr val="E7ECE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3BDFBF1-88B6-495A-ADA9-7101047583E1}"/>
              </a:ext>
            </a:extLst>
          </p:cNvPr>
          <p:cNvSpPr>
            <a:spLocks xmlns:a="http://schemas.openxmlformats.org/drawingml/2006/main" noGrp="1"/>
          </p:cNvSpPr>
          <p:nvPr/>
        </p:nvSpPr>
        <p:spPr>
          <a:xfrm xmlns:a="http://schemas.openxmlformats.org/drawingml/2006/main">
            <a:off x="609600" y="4295775"/>
            <a:ext cx="76200" cy="704850"/>
          </a:xfrm>
          <a:prstGeom xmlns:a="http://schemas.openxmlformats.org/drawingml/2006/main" prst="rect">
            <a:avLst/>
          </a:prstGeom>
          <a:solidFill xmlns:a="http://schemas.openxmlformats.org/drawingml/2006/main">
            <a:srgbClr val="123F3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28CAD2F-4B5E-4404-AC9A-1201C7288AE7}"/>
              </a:ext>
            </a:extLst>
          </p:cNvPr>
          <p:cNvSpPr>
            <a:spLocks xmlns:a="http://schemas.openxmlformats.org/drawingml/2006/main" noGrp="1"/>
          </p:cNvSpPr>
          <p:nvPr/>
        </p:nvSpPr>
        <p:spPr>
          <a:xfrm xmlns:a="http://schemas.openxmlformats.org/drawingml/2006/main">
            <a:off x="819150" y="44672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F35"/>
                </a:solidFill>
              </a:defRPr>
            </a:pPr>
            <a:r>
              <a:rPr sz="1350" b="1">
                <a:solidFill>
                  <a:srgbClr val="123F35"/>
                </a:solidFill>
              </a:rPr>
              <a:t>04</a:t>
            </a:r>
          </a:p>
        </p:txBody>
      </p:sp>
      <p:sp>
        <p:nvSpPr>
          <p:cNvPr id="33" name="">
            <a:extLst xmlns:a="http://schemas.openxmlformats.org/drawingml/2006/main">
              <a:ext uri="{FF2B5EF4-FFF2-40B4-BE49-F238E27FC236}">
                <a16:creationId xmlns:a16="http://schemas.microsoft.com/office/drawing/2014/main" id="{4850D763-FF16-42C7-9CA2-17D33FC80103}"/>
              </a:ext>
            </a:extLst>
          </p:cNvPr>
          <p:cNvSpPr>
            <a:spLocks xmlns:a="http://schemas.openxmlformats.org/drawingml/2006/main" noGrp="1"/>
          </p:cNvSpPr>
          <p:nvPr/>
        </p:nvSpPr>
        <p:spPr>
          <a:xfrm xmlns:a="http://schemas.openxmlformats.org/drawingml/2006/main">
            <a:off x="1352550" y="44005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A2824"/>
                </a:solidFill>
              </a:defRPr>
            </a:pPr>
            <a:r>
              <a:rPr sz="1575" b="1">
                <a:solidFill>
                  <a:srgbClr val="1A2824"/>
                </a:solidFill>
              </a:rPr>
              <a:t>Radio</a:t>
            </a:r>
          </a:p>
        </p:txBody>
      </p:sp>
      <p:sp>
        <p:nvSpPr>
          <p:cNvPr id="34" name="">
            <a:extLst xmlns:a="http://schemas.openxmlformats.org/drawingml/2006/main">
              <a:ext uri="{FF2B5EF4-FFF2-40B4-BE49-F238E27FC236}">
                <a16:creationId xmlns:a16="http://schemas.microsoft.com/office/drawing/2014/main" id="{083EC956-A806-4B9D-8719-595308EAC33B}"/>
              </a:ext>
            </a:extLst>
          </p:cNvPr>
          <p:cNvSpPr>
            <a:spLocks xmlns:a="http://schemas.openxmlformats.org/drawingml/2006/main" noGrp="1"/>
          </p:cNvSpPr>
          <p:nvPr/>
        </p:nvSpPr>
        <p:spPr>
          <a:xfrm xmlns:a="http://schemas.openxmlformats.org/drawingml/2006/main">
            <a:off x="1352550" y="4667250"/>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E6D66"/>
                </a:solidFill>
              </a:defRPr>
            </a:pPr>
            <a:r>
              <a:rPr sz="1050" b="0">
                <a:solidFill>
                  <a:srgbClr val="5E6D66"/>
                </a:solidFill>
              </a:rPr>
              <a:t>Bandas, potencia, antenas y enlace</a:t>
            </a:r>
          </a:p>
        </p:txBody>
      </p:sp>
      <p:sp>
        <p:nvSpPr>
          <p:cNvPr id="35" name="">
            <a:extLst xmlns:a="http://schemas.openxmlformats.org/drawingml/2006/main">
              <a:ext uri="{FF2B5EF4-FFF2-40B4-BE49-F238E27FC236}">
                <a16:creationId xmlns:a16="http://schemas.microsoft.com/office/drawing/2014/main" id="{B76F671E-DD44-4F39-9B2B-F9216DC04B16}"/>
              </a:ext>
            </a:extLst>
          </p:cNvPr>
          <p:cNvSpPr>
            <a:spLocks xmlns:a="http://schemas.openxmlformats.org/drawingml/2006/main" noGrp="1"/>
          </p:cNvSpPr>
          <p:nvPr/>
        </p:nvSpPr>
        <p:spPr>
          <a:xfrm xmlns:a="http://schemas.openxmlformats.org/drawingml/2006/main">
            <a:off x="3143250" y="45053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A2824"/>
                </a:solidFill>
              </a:defRPr>
            </a:pPr>
            <a:r>
              <a:rPr sz="1350" b="1">
                <a:solidFill>
                  <a:srgbClr val="1A2824"/>
                </a:solidFill>
              </a:rPr>
              <a:t>ENACOM · RAMATEL</a:t>
            </a:r>
          </a:p>
        </p:txBody>
      </p:sp>
      <p:sp>
        <p:nvSpPr>
          <p:cNvPr id="36" name="">
            <a:extLst xmlns:a="http://schemas.openxmlformats.org/drawingml/2006/main">
              <a:ext uri="{FF2B5EF4-FFF2-40B4-BE49-F238E27FC236}">
                <a16:creationId xmlns:a16="http://schemas.microsoft.com/office/drawing/2014/main" id="{746D441E-8A29-4DB7-A374-E77759313F37}"/>
              </a:ext>
            </a:extLst>
          </p:cNvPr>
          <p:cNvSpPr>
            <a:spLocks xmlns:a="http://schemas.openxmlformats.org/drawingml/2006/main" noGrp="1"/>
          </p:cNvSpPr>
          <p:nvPr/>
        </p:nvSpPr>
        <p:spPr>
          <a:xfrm xmlns:a="http://schemas.openxmlformats.org/drawingml/2006/main">
            <a:off x="6819900" y="450532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Modelo y configuración homologados</a:t>
            </a:r>
          </a:p>
        </p:txBody>
      </p:sp>
      <p:sp>
        <p:nvSpPr>
          <p:cNvPr id="37" name="">
            <a:extLst xmlns:a="http://schemas.openxmlformats.org/drawingml/2006/main">
              <a:ext uri="{FF2B5EF4-FFF2-40B4-BE49-F238E27FC236}">
                <a16:creationId xmlns:a16="http://schemas.microsoft.com/office/drawing/2014/main" id="{AAC1BB43-B7DC-422C-A02A-1419B67F256D}"/>
              </a:ext>
            </a:extLst>
          </p:cNvPr>
          <p:cNvSpPr>
            <a:spLocks xmlns:a="http://schemas.openxmlformats.org/drawingml/2006/main" noGrp="1"/>
          </p:cNvSpPr>
          <p:nvPr/>
        </p:nvSpPr>
        <p:spPr>
          <a:xfrm xmlns:a="http://schemas.openxmlformats.org/drawingml/2006/main">
            <a:off x="609600" y="5124450"/>
            <a:ext cx="10972800" cy="704850"/>
          </a:xfrm>
          <a:prstGeom xmlns:a="http://schemas.openxmlformats.org/drawingml/2006/main" prst="roundRect">
            <a:avLst>
              <a:gd name="adj" fmla="val 16216"/>
            </a:avLst>
          </a:prstGeom>
          <a:solidFill xmlns:a="http://schemas.openxmlformats.org/drawingml/2006/main">
            <a:srgbClr val="F2DAD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07EE86E-7638-423D-A94B-57CED3DC5D89}"/>
              </a:ext>
            </a:extLst>
          </p:cNvPr>
          <p:cNvSpPr>
            <a:spLocks xmlns:a="http://schemas.openxmlformats.org/drawingml/2006/main" noGrp="1"/>
          </p:cNvSpPr>
          <p:nvPr/>
        </p:nvSpPr>
        <p:spPr>
          <a:xfrm xmlns:a="http://schemas.openxmlformats.org/drawingml/2006/main">
            <a:off x="609600" y="5124450"/>
            <a:ext cx="76200" cy="704850"/>
          </a:xfrm>
          <a:prstGeom xmlns:a="http://schemas.openxmlformats.org/drawingml/2006/main" prst="rect">
            <a:avLst/>
          </a:prstGeom>
          <a:solidFill xmlns:a="http://schemas.openxmlformats.org/drawingml/2006/main">
            <a:srgbClr val="A9433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1B962B-BE5A-4CCF-927C-1111AE7F7D69}"/>
              </a:ext>
            </a:extLst>
          </p:cNvPr>
          <p:cNvSpPr>
            <a:spLocks xmlns:a="http://schemas.openxmlformats.org/drawingml/2006/main" noGrp="1"/>
          </p:cNvSpPr>
          <p:nvPr/>
        </p:nvSpPr>
        <p:spPr>
          <a:xfrm xmlns:a="http://schemas.openxmlformats.org/drawingml/2006/main">
            <a:off x="819150" y="5295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A94335"/>
                </a:solidFill>
              </a:defRPr>
            </a:pPr>
            <a:r>
              <a:rPr sz="1350" b="1">
                <a:solidFill>
                  <a:srgbClr val="A94335"/>
                </a:solidFill>
              </a:rPr>
              <a:t>05</a:t>
            </a:r>
          </a:p>
        </p:txBody>
      </p:sp>
      <p:sp>
        <p:nvSpPr>
          <p:cNvPr id="40" name="">
            <a:extLst xmlns:a="http://schemas.openxmlformats.org/drawingml/2006/main">
              <a:ext uri="{FF2B5EF4-FFF2-40B4-BE49-F238E27FC236}">
                <a16:creationId xmlns:a16="http://schemas.microsoft.com/office/drawing/2014/main" id="{802787F0-B53E-4AFD-8A72-00983E07713D}"/>
              </a:ext>
            </a:extLst>
          </p:cNvPr>
          <p:cNvSpPr>
            <a:spLocks xmlns:a="http://schemas.openxmlformats.org/drawingml/2006/main" noGrp="1"/>
          </p:cNvSpPr>
          <p:nvPr/>
        </p:nvSpPr>
        <p:spPr>
          <a:xfrm xmlns:a="http://schemas.openxmlformats.org/drawingml/2006/main">
            <a:off x="1352550" y="522922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A2824"/>
                </a:solidFill>
              </a:defRPr>
            </a:pPr>
            <a:r>
              <a:rPr sz="1575" b="1">
                <a:solidFill>
                  <a:srgbClr val="1A2824"/>
                </a:solidFill>
              </a:rPr>
              <a:t>Datos</a:t>
            </a:r>
          </a:p>
        </p:txBody>
      </p:sp>
      <p:sp>
        <p:nvSpPr>
          <p:cNvPr id="41" name="">
            <a:extLst xmlns:a="http://schemas.openxmlformats.org/drawingml/2006/main">
              <a:ext uri="{FF2B5EF4-FFF2-40B4-BE49-F238E27FC236}">
                <a16:creationId xmlns:a16="http://schemas.microsoft.com/office/drawing/2014/main" id="{ED0ADDC8-F3B0-45E7-AFBB-C04024C4DB17}"/>
              </a:ext>
            </a:extLst>
          </p:cNvPr>
          <p:cNvSpPr>
            <a:spLocks xmlns:a="http://schemas.openxmlformats.org/drawingml/2006/main" noGrp="1"/>
          </p:cNvSpPr>
          <p:nvPr/>
        </p:nvSpPr>
        <p:spPr>
          <a:xfrm xmlns:a="http://schemas.openxmlformats.org/drawingml/2006/main">
            <a:off x="1352550" y="5495925"/>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E6D66"/>
                </a:solidFill>
              </a:defRPr>
            </a:pPr>
            <a:r>
              <a:rPr sz="1050" b="0">
                <a:solidFill>
                  <a:srgbClr val="5E6D66"/>
                </a:solidFill>
              </a:rPr>
              <a:t>Personas, ubicación y nube</a:t>
            </a:r>
          </a:p>
        </p:txBody>
      </p:sp>
      <p:sp>
        <p:nvSpPr>
          <p:cNvPr id="42" name="">
            <a:extLst xmlns:a="http://schemas.openxmlformats.org/drawingml/2006/main">
              <a:ext uri="{FF2B5EF4-FFF2-40B4-BE49-F238E27FC236}">
                <a16:creationId xmlns:a16="http://schemas.microsoft.com/office/drawing/2014/main" id="{78F93164-EE50-47BC-B711-763E6C072428}"/>
              </a:ext>
            </a:extLst>
          </p:cNvPr>
          <p:cNvSpPr>
            <a:spLocks xmlns:a="http://schemas.openxmlformats.org/drawingml/2006/main" noGrp="1"/>
          </p:cNvSpPr>
          <p:nvPr/>
        </p:nvSpPr>
        <p:spPr>
          <a:xfrm xmlns:a="http://schemas.openxmlformats.org/drawingml/2006/main">
            <a:off x="3143250" y="53340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A2824"/>
                </a:solidFill>
              </a:defRPr>
            </a:pPr>
            <a:r>
              <a:rPr sz="1350" b="1">
                <a:solidFill>
                  <a:srgbClr val="1A2824"/>
                </a:solidFill>
              </a:rPr>
              <a:t>Ley 25.326 + Disp. 20/2015</a:t>
            </a:r>
          </a:p>
        </p:txBody>
      </p:sp>
      <p:sp>
        <p:nvSpPr>
          <p:cNvPr id="43" name="">
            <a:extLst xmlns:a="http://schemas.openxmlformats.org/drawingml/2006/main">
              <a:ext uri="{FF2B5EF4-FFF2-40B4-BE49-F238E27FC236}">
                <a16:creationId xmlns:a16="http://schemas.microsoft.com/office/drawing/2014/main" id="{90D69117-ED55-4ACF-9137-E2EABA080866}"/>
              </a:ext>
            </a:extLst>
          </p:cNvPr>
          <p:cNvSpPr>
            <a:spLocks xmlns:a="http://schemas.openxmlformats.org/drawingml/2006/main" noGrp="1"/>
          </p:cNvSpPr>
          <p:nvPr/>
        </p:nvSpPr>
        <p:spPr>
          <a:xfrm xmlns:a="http://schemas.openxmlformats.org/drawingml/2006/main">
            <a:off x="6819900" y="5334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Finalidad, privacidad y transferencia</a:t>
            </a:r>
          </a:p>
        </p:txBody>
      </p:sp>
      <p:sp>
        <p:nvSpPr>
          <p:cNvPr id="44" name="">
            <a:extLst xmlns:a="http://schemas.openxmlformats.org/drawingml/2006/main">
              <a:ext uri="{FF2B5EF4-FFF2-40B4-BE49-F238E27FC236}">
                <a16:creationId xmlns:a16="http://schemas.microsoft.com/office/drawing/2014/main" id="{99AC0CED-C794-49DC-A0CE-BA415F85F386}"/>
              </a:ext>
            </a:extLst>
          </p:cNvPr>
          <p:cNvSpPr>
            <a:spLocks xmlns:a="http://schemas.openxmlformats.org/drawingml/2006/main" noGrp="1"/>
          </p:cNvSpPr>
          <p:nvPr/>
        </p:nvSpPr>
        <p:spPr>
          <a:xfrm xmlns:a="http://schemas.openxmlformats.org/drawingml/2006/main">
            <a:off x="628650" y="6172200"/>
            <a:ext cx="971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6532"/>
                </a:solidFill>
              </a:defRPr>
            </a:pPr>
            <a:r>
              <a:rPr sz="1200" b="1">
                <a:solidFill>
                  <a:srgbClr val="C96532"/>
                </a:solidFill>
              </a:rPr>
              <a:t>La frecuencia no se define de forma genérica: se verifica para cada modelo y configuración.</a:t>
            </a:r>
          </a:p>
        </p:txBody>
      </p:sp>
    </p:spTree>
    <p:extLst>
      <p:ext uri="{BB962C8B-B14F-4D97-AF65-F5344CB8AC3E}">
        <p14:creationId xmlns:p14="http://schemas.microsoft.com/office/powerpoint/2010/main" val="1429905719"/>
      </p:ext>
    </p:extLst>
  </p:cSld>
</p:sld>
</file>

<file path=ppt/slides/slide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6523519-CA18-4749-8A79-13A9116F87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7A5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192CFB-09E8-4E73-93D7-F9F7C8B31F55}"/>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7A5F"/>
                </a:solidFill>
              </a:defRPr>
            </a:pPr>
            <a:r>
              <a:rPr sz="975" b="1">
                <a:solidFill>
                  <a:srgbClr val="2F7A5F"/>
                </a:solidFill>
              </a:rPr>
              <a:t>DRONES PARA EL AGRO · ARGENTINA</a:t>
            </a:r>
          </a:p>
        </p:txBody>
      </p:sp>
      <p:sp>
        <p:nvSpPr>
          <p:cNvPr id="3" name="">
            <a:extLst xmlns:a="http://schemas.openxmlformats.org/drawingml/2006/main">
              <a:ext uri="{FF2B5EF4-FFF2-40B4-BE49-F238E27FC236}">
                <a16:creationId xmlns:a16="http://schemas.microsoft.com/office/drawing/2014/main" id="{C2803C4F-91A5-4FD2-AD63-4F4F10892132}"/>
              </a:ext>
            </a:extLst>
          </p:cNvPr>
          <p:cNvSpPr>
            <a:spLocks xmlns:a="http://schemas.openxmlformats.org/drawingml/2006/main" noGrp="1"/>
          </p:cNvSpPr>
          <p:nvPr/>
        </p:nvSpPr>
        <p:spPr>
          <a:xfrm xmlns:a="http://schemas.openxmlformats.org/drawingml/2006/main">
            <a:off x="609600" y="6858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23F35"/>
                </a:solidFill>
              </a:defRPr>
            </a:pPr>
            <a:r>
              <a:rPr sz="2850" b="1">
                <a:solidFill>
                  <a:srgbClr val="123F35"/>
                </a:solidFill>
              </a:rPr>
              <a:t>El uso rural puede cambiar la categoría</a:t>
            </a:r>
          </a:p>
        </p:txBody>
      </p:sp>
      <p:sp>
        <p:nvSpPr>
          <p:cNvPr id="4" name="">
            <a:extLst xmlns:a="http://schemas.openxmlformats.org/drawingml/2006/main">
              <a:ext uri="{FF2B5EF4-FFF2-40B4-BE49-F238E27FC236}">
                <a16:creationId xmlns:a16="http://schemas.microsoft.com/office/drawing/2014/main" id="{E7D68041-E11D-48B8-955C-FC600EAF44FB}"/>
              </a:ext>
            </a:extLst>
          </p:cNvPr>
          <p:cNvSpPr>
            <a:spLocks xmlns:a="http://schemas.openxmlformats.org/drawingml/2006/main" noGrp="1"/>
          </p:cNvSpPr>
          <p:nvPr/>
        </p:nvSpPr>
        <p:spPr>
          <a:xfrm xmlns:a="http://schemas.openxmlformats.org/drawingml/2006/main">
            <a:off x="609600" y="1304925"/>
            <a:ext cx="819150" cy="47625"/>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647384-6108-45C9-91B7-703B3CDC548D}"/>
              </a:ext>
            </a:extLst>
          </p:cNvPr>
          <p:cNvSpPr>
            <a:spLocks xmlns:a="http://schemas.openxmlformats.org/drawingml/2006/main" noGrp="1"/>
          </p:cNvSpPr>
          <p:nvPr/>
        </p:nvSpPr>
        <p:spPr>
          <a:xfrm xmlns:a="http://schemas.openxmlformats.org/drawingml/2006/main">
            <a:off x="11258550" y="6343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E6D66"/>
                </a:solidFill>
              </a:defRPr>
            </a:pPr>
            <a:r>
              <a:rPr sz="900" b="1">
                <a:solidFill>
                  <a:srgbClr val="5E6D66"/>
                </a:solidFill>
              </a:rPr>
              <a:t>03</a:t>
            </a:r>
          </a:p>
        </p:txBody>
      </p:sp>
      <p:sp>
        <p:nvSpPr>
          <p:cNvPr id="6" name="">
            <a:extLst xmlns:a="http://schemas.openxmlformats.org/drawingml/2006/main">
              <a:ext uri="{FF2B5EF4-FFF2-40B4-BE49-F238E27FC236}">
                <a16:creationId xmlns:a16="http://schemas.microsoft.com/office/drawing/2014/main" id="{C02C30BC-548D-4324-AF95-D7927F6168EF}"/>
              </a:ext>
            </a:extLst>
          </p:cNvPr>
          <p:cNvSpPr>
            <a:spLocks xmlns:a="http://schemas.openxmlformats.org/drawingml/2006/main" noGrp="1"/>
          </p:cNvSpPr>
          <p:nvPr/>
        </p:nvSpPr>
        <p:spPr>
          <a:xfrm xmlns:a="http://schemas.openxmlformats.org/drawingml/2006/main">
            <a:off x="609600" y="15811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E6D66"/>
                </a:solidFill>
              </a:defRPr>
            </a:pPr>
            <a:r>
              <a:rPr sz="975" b="1">
                <a:solidFill>
                  <a:srgbClr val="5E6D66"/>
                </a:solidFill>
              </a:rPr>
              <a:t>PESO MÁXIMO DE DESPEGUE</a:t>
            </a:r>
          </a:p>
        </p:txBody>
      </p:sp>
      <p:sp>
        <p:nvSpPr>
          <p:cNvPr id="7" name="">
            <a:extLst xmlns:a="http://schemas.openxmlformats.org/drawingml/2006/main">
              <a:ext uri="{FF2B5EF4-FFF2-40B4-BE49-F238E27FC236}">
                <a16:creationId xmlns:a16="http://schemas.microsoft.com/office/drawing/2014/main" id="{F822BB3E-5B6F-4406-9199-0343F61D2B0F}"/>
              </a:ext>
            </a:extLst>
          </p:cNvPr>
          <p:cNvSpPr>
            <a:spLocks xmlns:a="http://schemas.openxmlformats.org/drawingml/2006/main" noGrp="1"/>
          </p:cNvSpPr>
          <p:nvPr/>
        </p:nvSpPr>
        <p:spPr>
          <a:xfrm xmlns:a="http://schemas.openxmlformats.org/drawingml/2006/main">
            <a:off x="609600" y="1962150"/>
            <a:ext cx="2000250" cy="857250"/>
          </a:xfrm>
          <a:prstGeom xmlns:a="http://schemas.openxmlformats.org/drawingml/2006/main" prst="roundRect">
            <a:avLst>
              <a:gd name="adj" fmla="val 13333"/>
            </a:avLst>
          </a:prstGeom>
          <a:solidFill xmlns:a="http://schemas.openxmlformats.org/drawingml/2006/main">
            <a:srgbClr val="E8E7E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DE4CEA-C9F2-49BC-9F2B-593484D393EB}"/>
              </a:ext>
            </a:extLst>
          </p:cNvPr>
          <p:cNvSpPr>
            <a:spLocks xmlns:a="http://schemas.openxmlformats.org/drawingml/2006/main" noGrp="1"/>
          </p:cNvSpPr>
          <p:nvPr/>
        </p:nvSpPr>
        <p:spPr>
          <a:xfrm xmlns:a="http://schemas.openxmlformats.org/drawingml/2006/main">
            <a:off x="2705100" y="1962150"/>
            <a:ext cx="3667125" cy="857250"/>
          </a:xfrm>
          <a:prstGeom xmlns:a="http://schemas.openxmlformats.org/drawingml/2006/main" prst="roundRect">
            <a:avLst>
              <a:gd name="adj" fmla="val 13333"/>
            </a:avLst>
          </a:prstGeom>
          <a:solidFill xmlns:a="http://schemas.openxmlformats.org/drawingml/2006/main">
            <a:srgbClr val="E3EE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B4E6430-E3AE-41C5-97D0-CD5F209120C9}"/>
              </a:ext>
            </a:extLst>
          </p:cNvPr>
          <p:cNvSpPr>
            <a:spLocks xmlns:a="http://schemas.openxmlformats.org/drawingml/2006/main" noGrp="1"/>
          </p:cNvSpPr>
          <p:nvPr/>
        </p:nvSpPr>
        <p:spPr>
          <a:xfrm xmlns:a="http://schemas.openxmlformats.org/drawingml/2006/main">
            <a:off x="6467475" y="1962150"/>
            <a:ext cx="2990850" cy="857250"/>
          </a:xfrm>
          <a:prstGeom xmlns:a="http://schemas.openxmlformats.org/drawingml/2006/main" prst="roundRect">
            <a:avLst>
              <a:gd name="adj" fmla="val 13333"/>
            </a:avLst>
          </a:prstGeom>
          <a:solidFill xmlns:a="http://schemas.openxmlformats.org/drawingml/2006/main">
            <a:srgbClr val="F3E5C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80DA54-916D-4C0E-AF49-F9C0950B3D3C}"/>
              </a:ext>
            </a:extLst>
          </p:cNvPr>
          <p:cNvSpPr>
            <a:spLocks xmlns:a="http://schemas.openxmlformats.org/drawingml/2006/main" noGrp="1"/>
          </p:cNvSpPr>
          <p:nvPr/>
        </p:nvSpPr>
        <p:spPr>
          <a:xfrm xmlns:a="http://schemas.openxmlformats.org/drawingml/2006/main">
            <a:off x="9553575" y="1962150"/>
            <a:ext cx="2028825" cy="857250"/>
          </a:xfrm>
          <a:prstGeom xmlns:a="http://schemas.openxmlformats.org/drawingml/2006/main" prst="roundRect">
            <a:avLst>
              <a:gd name="adj" fmla="val 13333"/>
            </a:avLst>
          </a:prstGeom>
          <a:solidFill xmlns:a="http://schemas.openxmlformats.org/drawingml/2006/main">
            <a:srgbClr val="F2DA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21CF53-7F05-4FF0-A802-261497CBB1C2}"/>
              </a:ext>
            </a:extLst>
          </p:cNvPr>
          <p:cNvSpPr>
            <a:spLocks xmlns:a="http://schemas.openxmlformats.org/drawingml/2006/main" noGrp="1"/>
          </p:cNvSpPr>
          <p:nvPr/>
        </p:nvSpPr>
        <p:spPr>
          <a:xfrm xmlns:a="http://schemas.openxmlformats.org/drawingml/2006/main">
            <a:off x="781050" y="21145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A2824"/>
                </a:solidFill>
              </a:defRPr>
            </a:pPr>
            <a:r>
              <a:rPr sz="1875" b="1">
                <a:solidFill>
                  <a:srgbClr val="1A2824"/>
                </a:solidFill>
              </a:rPr>
              <a:t>&lt; 250 g</a:t>
            </a:r>
          </a:p>
        </p:txBody>
      </p:sp>
      <p:sp>
        <p:nvSpPr>
          <p:cNvPr id="12" name="">
            <a:extLst xmlns:a="http://schemas.openxmlformats.org/drawingml/2006/main">
              <a:ext uri="{FF2B5EF4-FFF2-40B4-BE49-F238E27FC236}">
                <a16:creationId xmlns:a16="http://schemas.microsoft.com/office/drawing/2014/main" id="{7A2A7F97-837D-4BD5-AFE0-F158963BB6C9}"/>
              </a:ext>
            </a:extLst>
          </p:cNvPr>
          <p:cNvSpPr>
            <a:spLocks xmlns:a="http://schemas.openxmlformats.org/drawingml/2006/main" noGrp="1"/>
          </p:cNvSpPr>
          <p:nvPr/>
        </p:nvSpPr>
        <p:spPr>
          <a:xfrm xmlns:a="http://schemas.openxmlformats.org/drawingml/2006/main">
            <a:off x="781050" y="24479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E6D66"/>
                </a:solidFill>
              </a:defRPr>
            </a:pPr>
            <a:r>
              <a:rPr sz="1050" b="0">
                <a:solidFill>
                  <a:srgbClr val="5E6D66"/>
                </a:solidFill>
              </a:rPr>
              <a:t>Fuera de RAAC 100–102*</a:t>
            </a:r>
          </a:p>
        </p:txBody>
      </p:sp>
      <p:sp>
        <p:nvSpPr>
          <p:cNvPr id="13" name="">
            <a:extLst xmlns:a="http://schemas.openxmlformats.org/drawingml/2006/main">
              <a:ext uri="{FF2B5EF4-FFF2-40B4-BE49-F238E27FC236}">
                <a16:creationId xmlns:a16="http://schemas.microsoft.com/office/drawing/2014/main" id="{2985780E-57DC-4488-BB62-C63789B956DC}"/>
              </a:ext>
            </a:extLst>
          </p:cNvPr>
          <p:cNvSpPr>
            <a:spLocks xmlns:a="http://schemas.openxmlformats.org/drawingml/2006/main" noGrp="1"/>
          </p:cNvSpPr>
          <p:nvPr/>
        </p:nvSpPr>
        <p:spPr>
          <a:xfrm xmlns:a="http://schemas.openxmlformats.org/drawingml/2006/main">
            <a:off x="2952750" y="21145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F7A5F"/>
                </a:solidFill>
              </a:defRPr>
            </a:pPr>
            <a:r>
              <a:rPr sz="1875" b="1">
                <a:solidFill>
                  <a:srgbClr val="2F7A5F"/>
                </a:solidFill>
              </a:rPr>
              <a:t>250 g a &lt; 25 kg</a:t>
            </a:r>
          </a:p>
        </p:txBody>
      </p:sp>
      <p:sp>
        <p:nvSpPr>
          <p:cNvPr id="14" name="">
            <a:extLst xmlns:a="http://schemas.openxmlformats.org/drawingml/2006/main">
              <a:ext uri="{FF2B5EF4-FFF2-40B4-BE49-F238E27FC236}">
                <a16:creationId xmlns:a16="http://schemas.microsoft.com/office/drawing/2014/main" id="{34B68032-4788-42A2-9CED-51381538DD01}"/>
              </a:ext>
            </a:extLst>
          </p:cNvPr>
          <p:cNvSpPr>
            <a:spLocks xmlns:a="http://schemas.openxmlformats.org/drawingml/2006/main" noGrp="1"/>
          </p:cNvSpPr>
          <p:nvPr/>
        </p:nvSpPr>
        <p:spPr>
          <a:xfrm xmlns:a="http://schemas.openxmlformats.org/drawingml/2006/main">
            <a:off x="2952750" y="244792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A2824"/>
                </a:solidFill>
              </a:defRPr>
            </a:pPr>
            <a:r>
              <a:rPr sz="1050" b="0">
                <a:solidFill>
                  <a:srgbClr val="1A2824"/>
                </a:solidFill>
              </a:rPr>
              <a:t>Categoría Abierta si cumple condiciones</a:t>
            </a:r>
          </a:p>
        </p:txBody>
      </p:sp>
      <p:sp>
        <p:nvSpPr>
          <p:cNvPr id="15" name="">
            <a:extLst xmlns:a="http://schemas.openxmlformats.org/drawingml/2006/main">
              <a:ext uri="{FF2B5EF4-FFF2-40B4-BE49-F238E27FC236}">
                <a16:creationId xmlns:a16="http://schemas.microsoft.com/office/drawing/2014/main" id="{9CBC133D-22FA-4901-B10D-07577B5885CA}"/>
              </a:ext>
            </a:extLst>
          </p:cNvPr>
          <p:cNvSpPr>
            <a:spLocks xmlns:a="http://schemas.openxmlformats.org/drawingml/2006/main" noGrp="1"/>
          </p:cNvSpPr>
          <p:nvPr/>
        </p:nvSpPr>
        <p:spPr>
          <a:xfrm xmlns:a="http://schemas.openxmlformats.org/drawingml/2006/main">
            <a:off x="6705600" y="211455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D99A35"/>
                </a:solidFill>
              </a:defRPr>
            </a:pPr>
            <a:r>
              <a:rPr sz="1875" b="1">
                <a:solidFill>
                  <a:srgbClr val="D99A35"/>
                </a:solidFill>
              </a:rPr>
              <a:t>25 kg a &lt; 150 kg</a:t>
            </a:r>
          </a:p>
        </p:txBody>
      </p:sp>
      <p:sp>
        <p:nvSpPr>
          <p:cNvPr id="16" name="">
            <a:extLst xmlns:a="http://schemas.openxmlformats.org/drawingml/2006/main">
              <a:ext uri="{FF2B5EF4-FFF2-40B4-BE49-F238E27FC236}">
                <a16:creationId xmlns:a16="http://schemas.microsoft.com/office/drawing/2014/main" id="{566F2A2C-72D3-40B9-90C6-4614DE89301E}"/>
              </a:ext>
            </a:extLst>
          </p:cNvPr>
          <p:cNvSpPr>
            <a:spLocks xmlns:a="http://schemas.openxmlformats.org/drawingml/2006/main" noGrp="1"/>
          </p:cNvSpPr>
          <p:nvPr/>
        </p:nvSpPr>
        <p:spPr>
          <a:xfrm xmlns:a="http://schemas.openxmlformats.org/drawingml/2006/main">
            <a:off x="6705600" y="2447925"/>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A2824"/>
                </a:solidFill>
              </a:defRPr>
            </a:pPr>
            <a:r>
              <a:rPr sz="1050" b="0">
                <a:solidFill>
                  <a:srgbClr val="1A2824"/>
                </a:solidFill>
              </a:rPr>
              <a:t>Categoría Específica, como regla</a:t>
            </a:r>
          </a:p>
        </p:txBody>
      </p:sp>
      <p:sp>
        <p:nvSpPr>
          <p:cNvPr id="17" name="">
            <a:extLst xmlns:a="http://schemas.openxmlformats.org/drawingml/2006/main">
              <a:ext uri="{FF2B5EF4-FFF2-40B4-BE49-F238E27FC236}">
                <a16:creationId xmlns:a16="http://schemas.microsoft.com/office/drawing/2014/main" id="{B2881C1A-E159-4CC4-88AC-D3DCCF1EFB14}"/>
              </a:ext>
            </a:extLst>
          </p:cNvPr>
          <p:cNvSpPr>
            <a:spLocks xmlns:a="http://schemas.openxmlformats.org/drawingml/2006/main" noGrp="1"/>
          </p:cNvSpPr>
          <p:nvPr/>
        </p:nvSpPr>
        <p:spPr>
          <a:xfrm xmlns:a="http://schemas.openxmlformats.org/drawingml/2006/main">
            <a:off x="9753600" y="21145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A94335"/>
                </a:solidFill>
              </a:defRPr>
            </a:pPr>
            <a:r>
              <a:rPr sz="1875" b="1">
                <a:solidFill>
                  <a:srgbClr val="A94335"/>
                </a:solidFill>
              </a:rPr>
              <a:t>≥ 150 kg</a:t>
            </a:r>
          </a:p>
        </p:txBody>
      </p:sp>
      <p:sp>
        <p:nvSpPr>
          <p:cNvPr id="18" name="">
            <a:extLst xmlns:a="http://schemas.openxmlformats.org/drawingml/2006/main">
              <a:ext uri="{FF2B5EF4-FFF2-40B4-BE49-F238E27FC236}">
                <a16:creationId xmlns:a16="http://schemas.microsoft.com/office/drawing/2014/main" id="{5D6B1648-3DFE-4499-B214-B6BF36B85354}"/>
              </a:ext>
            </a:extLst>
          </p:cNvPr>
          <p:cNvSpPr>
            <a:spLocks xmlns:a="http://schemas.openxmlformats.org/drawingml/2006/main" noGrp="1"/>
          </p:cNvSpPr>
          <p:nvPr/>
        </p:nvSpPr>
        <p:spPr>
          <a:xfrm xmlns:a="http://schemas.openxmlformats.org/drawingml/2006/main">
            <a:off x="9753600" y="24479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A2824"/>
                </a:solidFill>
              </a:defRPr>
            </a:pPr>
            <a:r>
              <a:rPr sz="1050" b="0">
                <a:solidFill>
                  <a:srgbClr val="1A2824"/>
                </a:solidFill>
              </a:rPr>
              <a:t>Categoría Certificada</a:t>
            </a:r>
          </a:p>
        </p:txBody>
      </p:sp>
      <p:sp>
        <p:nvSpPr>
          <p:cNvPr id="19" name="">
            <a:extLst xmlns:a="http://schemas.openxmlformats.org/drawingml/2006/main">
              <a:ext uri="{FF2B5EF4-FFF2-40B4-BE49-F238E27FC236}">
                <a16:creationId xmlns:a16="http://schemas.microsoft.com/office/drawing/2014/main" id="{F29FF555-6C34-47FE-B248-9E90EE104CEF}"/>
              </a:ext>
            </a:extLst>
          </p:cNvPr>
          <p:cNvSpPr>
            <a:spLocks xmlns:a="http://schemas.openxmlformats.org/drawingml/2006/main" noGrp="1"/>
          </p:cNvSpPr>
          <p:nvPr/>
        </p:nvSpPr>
        <p:spPr>
          <a:xfrm xmlns:a="http://schemas.openxmlformats.org/drawingml/2006/main">
            <a:off x="2305050" y="3048000"/>
            <a:ext cx="7239000" cy="590550"/>
          </a:xfrm>
          <a:prstGeom xmlns:a="http://schemas.openxmlformats.org/drawingml/2006/main" prst="roundRect">
            <a:avLst>
              <a:gd name="adj" fmla="val 19355"/>
            </a:avLst>
          </a:prstGeom>
          <a:solidFill xmlns:a="http://schemas.openxmlformats.org/drawingml/2006/main">
            <a:srgbClr val="2F7A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6602FB-A141-4C61-A197-A1FB1E6A7D27}"/>
              </a:ext>
            </a:extLst>
          </p:cNvPr>
          <p:cNvSpPr>
            <a:spLocks xmlns:a="http://schemas.openxmlformats.org/drawingml/2006/main" noGrp="1"/>
          </p:cNvSpPr>
          <p:nvPr/>
        </p:nvSpPr>
        <p:spPr>
          <a:xfrm xmlns:a="http://schemas.openxmlformats.org/drawingml/2006/main">
            <a:off x="2571750" y="32194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A8C86F"/>
                </a:solidFill>
              </a:defRPr>
            </a:pPr>
            <a:r>
              <a:rPr sz="1275" b="1">
                <a:solidFill>
                  <a:srgbClr val="A8C86F"/>
                </a:solidFill>
              </a:rPr>
              <a:t>EXCEPCIÓN RURAL</a:t>
            </a:r>
          </a:p>
        </p:txBody>
      </p:sp>
      <p:sp>
        <p:nvSpPr>
          <p:cNvPr id="21" name="">
            <a:extLst xmlns:a="http://schemas.openxmlformats.org/drawingml/2006/main">
              <a:ext uri="{FF2B5EF4-FFF2-40B4-BE49-F238E27FC236}">
                <a16:creationId xmlns:a16="http://schemas.microsoft.com/office/drawing/2014/main" id="{8986BD2D-2301-48A3-8087-C45EBB2AF728}"/>
              </a:ext>
            </a:extLst>
          </p:cNvPr>
          <p:cNvSpPr>
            <a:spLocks xmlns:a="http://schemas.openxmlformats.org/drawingml/2006/main" noGrp="1"/>
          </p:cNvSpPr>
          <p:nvPr/>
        </p:nvSpPr>
        <p:spPr>
          <a:xfrm xmlns:a="http://schemas.openxmlformats.org/drawingml/2006/main">
            <a:off x="4476750" y="32004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Ala rotativa + operación exclusivamente rural → Abierta sin límite de peso</a:t>
            </a:r>
          </a:p>
        </p:txBody>
      </p:sp>
      <p:sp>
        <p:nvSpPr>
          <p:cNvPr id="22" name="">
            <a:extLst xmlns:a="http://schemas.openxmlformats.org/drawingml/2006/main">
              <a:ext uri="{FF2B5EF4-FFF2-40B4-BE49-F238E27FC236}">
                <a16:creationId xmlns:a16="http://schemas.microsoft.com/office/drawing/2014/main" id="{BD1A1F13-F517-4670-8A0F-7D9D98432518}"/>
              </a:ext>
            </a:extLst>
          </p:cNvPr>
          <p:cNvSpPr>
            <a:spLocks xmlns:a="http://schemas.openxmlformats.org/drawingml/2006/main" noGrp="1"/>
          </p:cNvSpPr>
          <p:nvPr/>
        </p:nvSpPr>
        <p:spPr>
          <a:xfrm xmlns:a="http://schemas.openxmlformats.org/drawingml/2006/main">
            <a:off x="609600" y="39814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E6D66"/>
                </a:solidFill>
              </a:defRPr>
            </a:pPr>
            <a:r>
              <a:rPr sz="975" b="1">
                <a:solidFill>
                  <a:srgbClr val="5E6D66"/>
                </a:solidFill>
              </a:rPr>
              <a:t>LÍMITES OPERATIVOS PRINCIPALES</a:t>
            </a:r>
          </a:p>
        </p:txBody>
      </p:sp>
      <p:sp>
        <p:nvSpPr>
          <p:cNvPr id="23" name="">
            <a:extLst xmlns:a="http://schemas.openxmlformats.org/drawingml/2006/main">
              <a:ext uri="{FF2B5EF4-FFF2-40B4-BE49-F238E27FC236}">
                <a16:creationId xmlns:a16="http://schemas.microsoft.com/office/drawing/2014/main" id="{089D5538-7B9D-46DB-BBB0-DB00BEACED10}"/>
              </a:ext>
            </a:extLst>
          </p:cNvPr>
          <p:cNvSpPr>
            <a:spLocks xmlns:a="http://schemas.openxmlformats.org/drawingml/2006/main" noGrp="1"/>
          </p:cNvSpPr>
          <p:nvPr/>
        </p:nvSpPr>
        <p:spPr>
          <a:xfrm xmlns:a="http://schemas.openxmlformats.org/drawingml/2006/main">
            <a:off x="609600" y="44100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2F7A5F"/>
                </a:solidFill>
              </a:defRPr>
            </a:pPr>
            <a:r>
              <a:rPr sz="2250" b="1">
                <a:solidFill>
                  <a:srgbClr val="2F7A5F"/>
                </a:solidFill>
              </a:rPr>
              <a:t>122 m</a:t>
            </a:r>
          </a:p>
        </p:txBody>
      </p:sp>
      <p:sp>
        <p:nvSpPr>
          <p:cNvPr id="24" name="">
            <a:extLst xmlns:a="http://schemas.openxmlformats.org/drawingml/2006/main">
              <a:ext uri="{FF2B5EF4-FFF2-40B4-BE49-F238E27FC236}">
                <a16:creationId xmlns:a16="http://schemas.microsoft.com/office/drawing/2014/main" id="{16407323-C9E3-42D0-8CF2-9ABF8DF0B8B1}"/>
              </a:ext>
            </a:extLst>
          </p:cNvPr>
          <p:cNvSpPr>
            <a:spLocks xmlns:a="http://schemas.openxmlformats.org/drawingml/2006/main" noGrp="1"/>
          </p:cNvSpPr>
          <p:nvPr/>
        </p:nvSpPr>
        <p:spPr>
          <a:xfrm xmlns:a="http://schemas.openxmlformats.org/drawingml/2006/main">
            <a:off x="609600" y="48672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A2824"/>
                </a:solidFill>
              </a:defRPr>
            </a:pPr>
            <a:r>
              <a:rPr sz="1200" b="0">
                <a:solidFill>
                  <a:srgbClr val="1A2824"/>
                </a:solidFill>
              </a:rPr>
              <a:t>Altura general en espacio no controlado</a:t>
            </a:r>
          </a:p>
        </p:txBody>
      </p:sp>
      <p:sp>
        <p:nvSpPr>
          <p:cNvPr id="25" name="">
            <a:extLst xmlns:a="http://schemas.openxmlformats.org/drawingml/2006/main">
              <a:ext uri="{FF2B5EF4-FFF2-40B4-BE49-F238E27FC236}">
                <a16:creationId xmlns:a16="http://schemas.microsoft.com/office/drawing/2014/main" id="{0A5A0CF8-4E3A-4FA4-B113-ACEE71892907}"/>
              </a:ext>
            </a:extLst>
          </p:cNvPr>
          <p:cNvSpPr>
            <a:spLocks xmlns:a="http://schemas.openxmlformats.org/drawingml/2006/main" noGrp="1"/>
          </p:cNvSpPr>
          <p:nvPr/>
        </p:nvSpPr>
        <p:spPr>
          <a:xfrm xmlns:a="http://schemas.openxmlformats.org/drawingml/2006/main">
            <a:off x="3314700" y="44100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2F7A5F"/>
                </a:solidFill>
              </a:defRPr>
            </a:pPr>
            <a:r>
              <a:rPr sz="2250" b="1">
                <a:solidFill>
                  <a:srgbClr val="2F7A5F"/>
                </a:solidFill>
              </a:rPr>
              <a:t>1</a:t>
            </a:r>
          </a:p>
        </p:txBody>
      </p:sp>
      <p:sp>
        <p:nvSpPr>
          <p:cNvPr id="26" name="">
            <a:extLst xmlns:a="http://schemas.openxmlformats.org/drawingml/2006/main">
              <a:ext uri="{FF2B5EF4-FFF2-40B4-BE49-F238E27FC236}">
                <a16:creationId xmlns:a16="http://schemas.microsoft.com/office/drawing/2014/main" id="{BEBD291E-0625-49A7-81C4-A2E23CB370D9}"/>
              </a:ext>
            </a:extLst>
          </p:cNvPr>
          <p:cNvSpPr>
            <a:spLocks xmlns:a="http://schemas.openxmlformats.org/drawingml/2006/main" noGrp="1"/>
          </p:cNvSpPr>
          <p:nvPr/>
        </p:nvSpPr>
        <p:spPr>
          <a:xfrm xmlns:a="http://schemas.openxmlformats.org/drawingml/2006/main">
            <a:off x="3314700" y="48672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A2824"/>
                </a:solidFill>
              </a:defRPr>
            </a:pPr>
            <a:r>
              <a:rPr sz="1200" b="0">
                <a:solidFill>
                  <a:srgbClr val="1A2824"/>
                </a:solidFill>
              </a:rPr>
              <a:t>Dron por piloto, salvo excepción</a:t>
            </a:r>
          </a:p>
        </p:txBody>
      </p:sp>
      <p:sp>
        <p:nvSpPr>
          <p:cNvPr id="27" name="">
            <a:extLst xmlns:a="http://schemas.openxmlformats.org/drawingml/2006/main">
              <a:ext uri="{FF2B5EF4-FFF2-40B4-BE49-F238E27FC236}">
                <a16:creationId xmlns:a16="http://schemas.microsoft.com/office/drawing/2014/main" id="{BEAAFD65-C7C0-4A77-B001-B411EF4413AC}"/>
              </a:ext>
            </a:extLst>
          </p:cNvPr>
          <p:cNvSpPr>
            <a:spLocks xmlns:a="http://schemas.openxmlformats.org/drawingml/2006/main" noGrp="1"/>
          </p:cNvSpPr>
          <p:nvPr/>
        </p:nvSpPr>
        <p:spPr>
          <a:xfrm xmlns:a="http://schemas.openxmlformats.org/drawingml/2006/main">
            <a:off x="6019800" y="44100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C96532"/>
                </a:solidFill>
              </a:defRPr>
            </a:pPr>
            <a:r>
              <a:rPr sz="2250" b="1">
                <a:solidFill>
                  <a:srgbClr val="C96532"/>
                </a:solidFill>
              </a:rPr>
              <a:t>NO</a:t>
            </a:r>
          </a:p>
        </p:txBody>
      </p:sp>
      <p:sp>
        <p:nvSpPr>
          <p:cNvPr id="28" name="">
            <a:extLst xmlns:a="http://schemas.openxmlformats.org/drawingml/2006/main">
              <a:ext uri="{FF2B5EF4-FFF2-40B4-BE49-F238E27FC236}">
                <a16:creationId xmlns:a16="http://schemas.microsoft.com/office/drawing/2014/main" id="{0F9D04B6-A94C-4822-ABF2-8F0BE7606EEA}"/>
              </a:ext>
            </a:extLst>
          </p:cNvPr>
          <p:cNvSpPr>
            <a:spLocks xmlns:a="http://schemas.openxmlformats.org/drawingml/2006/main" noGrp="1"/>
          </p:cNvSpPr>
          <p:nvPr/>
        </p:nvSpPr>
        <p:spPr>
          <a:xfrm xmlns:a="http://schemas.openxmlformats.org/drawingml/2006/main">
            <a:off x="6019800" y="48672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A2824"/>
                </a:solidFill>
              </a:defRPr>
            </a:pPr>
            <a:r>
              <a:rPr sz="1200" b="0">
                <a:solidFill>
                  <a:srgbClr val="1A2824"/>
                </a:solidFill>
              </a:rPr>
              <a:t>Sobrevuelo de multitudes</a:t>
            </a:r>
          </a:p>
        </p:txBody>
      </p:sp>
      <p:sp>
        <p:nvSpPr>
          <p:cNvPr id="29" name="">
            <a:extLst xmlns:a="http://schemas.openxmlformats.org/drawingml/2006/main">
              <a:ext uri="{FF2B5EF4-FFF2-40B4-BE49-F238E27FC236}">
                <a16:creationId xmlns:a16="http://schemas.microsoft.com/office/drawing/2014/main" id="{B54955E4-FB7F-4A22-A8D1-9B44A40EAA26}"/>
              </a:ext>
            </a:extLst>
          </p:cNvPr>
          <p:cNvSpPr>
            <a:spLocks xmlns:a="http://schemas.openxmlformats.org/drawingml/2006/main" noGrp="1"/>
          </p:cNvSpPr>
          <p:nvPr/>
        </p:nvSpPr>
        <p:spPr>
          <a:xfrm xmlns:a="http://schemas.openxmlformats.org/drawingml/2006/main">
            <a:off x="8724900" y="44100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C96532"/>
                </a:solidFill>
              </a:defRPr>
            </a:pPr>
            <a:r>
              <a:rPr sz="2250" b="1">
                <a:solidFill>
                  <a:srgbClr val="C96532"/>
                </a:solidFill>
              </a:rPr>
              <a:t>SIEMPRE</a:t>
            </a:r>
          </a:p>
        </p:txBody>
      </p:sp>
      <p:sp>
        <p:nvSpPr>
          <p:cNvPr id="30" name="">
            <a:extLst xmlns:a="http://schemas.openxmlformats.org/drawingml/2006/main">
              <a:ext uri="{FF2B5EF4-FFF2-40B4-BE49-F238E27FC236}">
                <a16:creationId xmlns:a16="http://schemas.microsoft.com/office/drawing/2014/main" id="{19C49D8B-E572-4548-BD48-AD44692401BD}"/>
              </a:ext>
            </a:extLst>
          </p:cNvPr>
          <p:cNvSpPr>
            <a:spLocks xmlns:a="http://schemas.openxmlformats.org/drawingml/2006/main" noGrp="1"/>
          </p:cNvSpPr>
          <p:nvPr/>
        </p:nvSpPr>
        <p:spPr>
          <a:xfrm xmlns:a="http://schemas.openxmlformats.org/drawingml/2006/main">
            <a:off x="8724900" y="48672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A2824"/>
                </a:solidFill>
              </a:defRPr>
            </a:pPr>
            <a:r>
              <a:rPr sz="1200" b="0">
                <a:solidFill>
                  <a:srgbClr val="1A2824"/>
                </a:solidFill>
              </a:rPr>
              <a:t>Ceder paso a aeronaves tripuladas</a:t>
            </a:r>
          </a:p>
        </p:txBody>
      </p:sp>
      <p:sp>
        <p:nvSpPr>
          <p:cNvPr id="31" name="">
            <a:extLst xmlns:a="http://schemas.openxmlformats.org/drawingml/2006/main">
              <a:ext uri="{FF2B5EF4-FFF2-40B4-BE49-F238E27FC236}">
                <a16:creationId xmlns:a16="http://schemas.microsoft.com/office/drawing/2014/main" id="{5A347050-CDC3-4329-A5BD-BF265AC0BA2E}"/>
              </a:ext>
            </a:extLst>
          </p:cNvPr>
          <p:cNvSpPr>
            <a:spLocks xmlns:a="http://schemas.openxmlformats.org/drawingml/2006/main" noGrp="1"/>
          </p:cNvSpPr>
          <p:nvPr/>
        </p:nvSpPr>
        <p:spPr>
          <a:xfrm xmlns:a="http://schemas.openxmlformats.org/drawingml/2006/main">
            <a:off x="609600" y="5657850"/>
            <a:ext cx="10972800" cy="9525"/>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1C647E-B673-4454-B11B-9A5315470BB3}"/>
              </a:ext>
            </a:extLst>
          </p:cNvPr>
          <p:cNvSpPr>
            <a:spLocks xmlns:a="http://schemas.openxmlformats.org/drawingml/2006/main" noGrp="1"/>
          </p:cNvSpPr>
          <p:nvPr/>
        </p:nvSpPr>
        <p:spPr>
          <a:xfrm xmlns:a="http://schemas.openxmlformats.org/drawingml/2006/main">
            <a:off x="609600" y="5829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23F35"/>
                </a:solidFill>
              </a:defRPr>
            </a:pPr>
            <a:r>
              <a:rPr sz="1275" b="1">
                <a:solidFill>
                  <a:srgbClr val="123F35"/>
                </a:solidFill>
              </a:rPr>
              <a:t>Registro recomendado como obligatorio desde 250 g · Seguro: aplicar criterio conservador</a:t>
            </a:r>
          </a:p>
        </p:txBody>
      </p:sp>
      <p:sp>
        <p:nvSpPr>
          <p:cNvPr id="33" name="">
            <a:extLst xmlns:a="http://schemas.openxmlformats.org/drawingml/2006/main">
              <a:ext uri="{FF2B5EF4-FFF2-40B4-BE49-F238E27FC236}">
                <a16:creationId xmlns:a16="http://schemas.microsoft.com/office/drawing/2014/main" id="{EBCE2CDA-4C25-47C2-BCDF-2C04104ADDCD}"/>
              </a:ext>
            </a:extLst>
          </p:cNvPr>
          <p:cNvSpPr>
            <a:spLocks xmlns:a="http://schemas.openxmlformats.org/drawingml/2006/main" noGrp="1"/>
          </p:cNvSpPr>
          <p:nvPr/>
        </p:nvSpPr>
        <p:spPr>
          <a:xfrm xmlns:a="http://schemas.openxmlformats.org/drawingml/2006/main">
            <a:off x="609600" y="6191250"/>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D66"/>
                </a:solidFill>
              </a:defRPr>
            </a:pPr>
            <a:r>
              <a:rPr sz="975" b="0">
                <a:solidFill>
                  <a:srgbClr val="5E6D66"/>
                </a:solidFill>
              </a:rPr>
              <a:t>*La exclusión por peso no elimina privacidad, propiedad ni fauna.</a:t>
            </a:r>
          </a:p>
        </p:txBody>
      </p:sp>
    </p:spTree>
    <p:extLst>
      <p:ext uri="{BB962C8B-B14F-4D97-AF65-F5344CB8AC3E}">
        <p14:creationId xmlns:p14="http://schemas.microsoft.com/office/powerpoint/2010/main" val="673328608"/>
      </p:ext>
    </p:extLst>
  </p:cSld>
</p:sld>
</file>

<file path=ppt/slides/slide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C3A3CE9-03A3-4003-B1AC-E001BF14F2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7A5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CDF2CF-ED58-448A-B803-D5EE9FA69235}"/>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7A5F"/>
                </a:solidFill>
              </a:defRPr>
            </a:pPr>
            <a:r>
              <a:rPr sz="975" b="1">
                <a:solidFill>
                  <a:srgbClr val="2F7A5F"/>
                </a:solidFill>
              </a:rPr>
              <a:t>DRONES PARA EL AGRO · ARGENTINA</a:t>
            </a:r>
          </a:p>
        </p:txBody>
      </p:sp>
      <p:sp>
        <p:nvSpPr>
          <p:cNvPr id="3" name="">
            <a:extLst xmlns:a="http://schemas.openxmlformats.org/drawingml/2006/main">
              <a:ext uri="{FF2B5EF4-FFF2-40B4-BE49-F238E27FC236}">
                <a16:creationId xmlns:a16="http://schemas.microsoft.com/office/drawing/2014/main" id="{F09A9944-D491-4EDC-B0D3-83285C8E7556}"/>
              </a:ext>
            </a:extLst>
          </p:cNvPr>
          <p:cNvSpPr>
            <a:spLocks xmlns:a="http://schemas.openxmlformats.org/drawingml/2006/main" noGrp="1"/>
          </p:cNvSpPr>
          <p:nvPr/>
        </p:nvSpPr>
        <p:spPr>
          <a:xfrm xmlns:a="http://schemas.openxmlformats.org/drawingml/2006/main">
            <a:off x="609600" y="6858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23F35"/>
                </a:solidFill>
              </a:defRPr>
            </a:pPr>
            <a:r>
              <a:rPr sz="2850" b="1">
                <a:solidFill>
                  <a:srgbClr val="123F35"/>
                </a:solidFill>
              </a:rPr>
              <a:t>Intervenir agrega más requisitos que observar</a:t>
            </a:r>
          </a:p>
        </p:txBody>
      </p:sp>
      <p:sp>
        <p:nvSpPr>
          <p:cNvPr id="4" name="">
            <a:extLst xmlns:a="http://schemas.openxmlformats.org/drawingml/2006/main">
              <a:ext uri="{FF2B5EF4-FFF2-40B4-BE49-F238E27FC236}">
                <a16:creationId xmlns:a16="http://schemas.microsoft.com/office/drawing/2014/main" id="{1DB590A0-98D8-4D4D-A0F3-CDA19CA55D2B}"/>
              </a:ext>
            </a:extLst>
          </p:cNvPr>
          <p:cNvSpPr>
            <a:spLocks xmlns:a="http://schemas.openxmlformats.org/drawingml/2006/main" noGrp="1"/>
          </p:cNvSpPr>
          <p:nvPr/>
        </p:nvSpPr>
        <p:spPr>
          <a:xfrm xmlns:a="http://schemas.openxmlformats.org/drawingml/2006/main">
            <a:off x="609600" y="1304925"/>
            <a:ext cx="819150" cy="47625"/>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52C2C8-C06D-4C61-B47D-7E2B660CE566}"/>
              </a:ext>
            </a:extLst>
          </p:cNvPr>
          <p:cNvSpPr>
            <a:spLocks xmlns:a="http://schemas.openxmlformats.org/drawingml/2006/main" noGrp="1"/>
          </p:cNvSpPr>
          <p:nvPr/>
        </p:nvSpPr>
        <p:spPr>
          <a:xfrm xmlns:a="http://schemas.openxmlformats.org/drawingml/2006/main">
            <a:off x="11258550" y="6343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E6D66"/>
                </a:solidFill>
              </a:defRPr>
            </a:pPr>
            <a:r>
              <a:rPr sz="900" b="1">
                <a:solidFill>
                  <a:srgbClr val="5E6D66"/>
                </a:solidFill>
              </a:rPr>
              <a:t>04</a:t>
            </a:r>
          </a:p>
        </p:txBody>
      </p:sp>
      <p:sp>
        <p:nvSpPr>
          <p:cNvPr id="6" name="">
            <a:extLst xmlns:a="http://schemas.openxmlformats.org/drawingml/2006/main">
              <a:ext uri="{FF2B5EF4-FFF2-40B4-BE49-F238E27FC236}">
                <a16:creationId xmlns:a16="http://schemas.microsoft.com/office/drawing/2014/main" id="{3C454FFB-9017-469C-9792-2542DD69DC21}"/>
              </a:ext>
            </a:extLst>
          </p:cNvPr>
          <p:cNvSpPr>
            <a:spLocks xmlns:a="http://schemas.openxmlformats.org/drawingml/2006/main" noGrp="1"/>
          </p:cNvSpPr>
          <p:nvPr/>
        </p:nvSpPr>
        <p:spPr>
          <a:xfrm xmlns:a="http://schemas.openxmlformats.org/drawingml/2006/main">
            <a:off x="609600" y="1695450"/>
            <a:ext cx="3257550" cy="3276600"/>
          </a:xfrm>
          <a:prstGeom xmlns:a="http://schemas.openxmlformats.org/drawingml/2006/main" prst="roundRect">
            <a:avLst>
              <a:gd name="adj" fmla="val 3509"/>
            </a:avLst>
          </a:prstGeom>
          <a:solidFill xmlns:a="http://schemas.openxmlformats.org/drawingml/2006/main">
            <a:srgbClr val="E3EE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4AEB1AC-D81C-4923-9E0E-25AC9BA79247}"/>
              </a:ext>
            </a:extLst>
          </p:cNvPr>
          <p:cNvSpPr>
            <a:spLocks xmlns:a="http://schemas.openxmlformats.org/drawingml/2006/main" noGrp="1"/>
          </p:cNvSpPr>
          <p:nvPr/>
        </p:nvSpPr>
        <p:spPr>
          <a:xfrm xmlns:a="http://schemas.openxmlformats.org/drawingml/2006/main">
            <a:off x="609600" y="1695450"/>
            <a:ext cx="3257550" cy="114300"/>
          </a:xfrm>
          <a:prstGeom xmlns:a="http://schemas.openxmlformats.org/drawingml/2006/main" prst="rect">
            <a:avLst/>
          </a:prstGeom>
          <a:solidFill xmlns:a="http://schemas.openxmlformats.org/drawingml/2006/main">
            <a:srgbClr val="2F7A5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8764D6-0838-479F-998E-5DDADC2784B4}"/>
              </a:ext>
            </a:extLst>
          </p:cNvPr>
          <p:cNvSpPr>
            <a:spLocks xmlns:a="http://schemas.openxmlformats.org/drawingml/2006/main" noGrp="1"/>
          </p:cNvSpPr>
          <p:nvPr/>
        </p:nvSpPr>
        <p:spPr>
          <a:xfrm xmlns:a="http://schemas.openxmlformats.org/drawingml/2006/main">
            <a:off x="838200" y="2038350"/>
            <a:ext cx="514350" cy="514350"/>
          </a:xfrm>
          <a:prstGeom xmlns:a="http://schemas.openxmlformats.org/drawingml/2006/main" prst="ellipse">
            <a:avLst/>
          </a:prstGeom>
          <a:solidFill xmlns:a="http://schemas.openxmlformats.org/drawingml/2006/main">
            <a:srgbClr val="2F7A5F"/>
          </a:solidFill>
          <a:ln xmlns:a="http://schemas.openxmlformats.org/drawingml/2006/main" w="0">
            <a:solidFill>
              <a:srgbClr val="2F7A5F"/>
            </a:solidFill>
            <a:prstDash val="solid"/>
          </a:ln>
        </p:spPr>
      </p:sp>
      <p:sp>
        <p:nvSpPr>
          <p:cNvPr id="9" name="">
            <a:extLst xmlns:a="http://schemas.openxmlformats.org/drawingml/2006/main">
              <a:ext uri="{FF2B5EF4-FFF2-40B4-BE49-F238E27FC236}">
                <a16:creationId xmlns:a16="http://schemas.microsoft.com/office/drawing/2014/main" id="{A8978962-F863-4B35-AA1B-E1785128390D}"/>
              </a:ext>
            </a:extLst>
          </p:cNvPr>
          <p:cNvSpPr>
            <a:spLocks xmlns:a="http://schemas.openxmlformats.org/drawingml/2006/main" noGrp="1"/>
          </p:cNvSpPr>
          <p:nvPr/>
        </p:nvSpPr>
        <p:spPr>
          <a:xfrm xmlns:a="http://schemas.openxmlformats.org/drawingml/2006/main">
            <a:off x="838200" y="2151507"/>
            <a:ext cx="514350"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01</a:t>
            </a:r>
          </a:p>
        </p:txBody>
      </p:sp>
      <p:sp>
        <p:nvSpPr>
          <p:cNvPr id="10" name="">
            <a:extLst xmlns:a="http://schemas.openxmlformats.org/drawingml/2006/main">
              <a:ext uri="{FF2B5EF4-FFF2-40B4-BE49-F238E27FC236}">
                <a16:creationId xmlns:a16="http://schemas.microsoft.com/office/drawing/2014/main" id="{697453AD-C821-4400-8E4E-C25CA7B6F4AA}"/>
              </a:ext>
            </a:extLst>
          </p:cNvPr>
          <p:cNvSpPr>
            <a:spLocks xmlns:a="http://schemas.openxmlformats.org/drawingml/2006/main" noGrp="1"/>
          </p:cNvSpPr>
          <p:nvPr/>
        </p:nvSpPr>
        <p:spPr>
          <a:xfrm xmlns:a="http://schemas.openxmlformats.org/drawingml/2006/main">
            <a:off x="1504950" y="20193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A2824"/>
                </a:solidFill>
              </a:defRPr>
            </a:pPr>
            <a:r>
              <a:rPr sz="2025" b="1">
                <a:solidFill>
                  <a:srgbClr val="1A2824"/>
                </a:solidFill>
              </a:rPr>
              <a:t>Monitoreo</a:t>
            </a:r>
          </a:p>
        </p:txBody>
      </p:sp>
      <p:sp>
        <p:nvSpPr>
          <p:cNvPr id="11" name="">
            <a:extLst xmlns:a="http://schemas.openxmlformats.org/drawingml/2006/main">
              <a:ext uri="{FF2B5EF4-FFF2-40B4-BE49-F238E27FC236}">
                <a16:creationId xmlns:a16="http://schemas.microsoft.com/office/drawing/2014/main" id="{37D5F9A4-9F00-48BA-B1C3-E7B824C4C74B}"/>
              </a:ext>
            </a:extLst>
          </p:cNvPr>
          <p:cNvSpPr>
            <a:spLocks xmlns:a="http://schemas.openxmlformats.org/drawingml/2006/main" noGrp="1"/>
          </p:cNvSpPr>
          <p:nvPr/>
        </p:nvSpPr>
        <p:spPr>
          <a:xfrm xmlns:a="http://schemas.openxmlformats.org/drawingml/2006/main">
            <a:off x="838200" y="2590800"/>
            <a:ext cx="2800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D66"/>
                </a:solidFill>
              </a:defRPr>
            </a:pPr>
            <a:r>
              <a:rPr sz="1275" b="0">
                <a:solidFill>
                  <a:srgbClr val="5E6D66"/>
                </a:solidFill>
              </a:rPr>
              <a:t>RGB · multiespectral · térmica</a:t>
            </a:r>
          </a:p>
        </p:txBody>
      </p:sp>
      <p:sp>
        <p:nvSpPr>
          <p:cNvPr id="12" name="">
            <a:extLst xmlns:a="http://schemas.openxmlformats.org/drawingml/2006/main">
              <a:ext uri="{FF2B5EF4-FFF2-40B4-BE49-F238E27FC236}">
                <a16:creationId xmlns:a16="http://schemas.microsoft.com/office/drawing/2014/main" id="{3CF44925-8B1E-4A00-B35B-CEB2D3D187B8}"/>
              </a:ext>
            </a:extLst>
          </p:cNvPr>
          <p:cNvSpPr>
            <a:spLocks xmlns:a="http://schemas.openxmlformats.org/drawingml/2006/main" noGrp="1"/>
          </p:cNvSpPr>
          <p:nvPr/>
        </p:nvSpPr>
        <p:spPr>
          <a:xfrm xmlns:a="http://schemas.openxmlformats.org/drawingml/2006/main">
            <a:off x="838200" y="3171825"/>
            <a:ext cx="28003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 Registro ANAC desde 250 g</a:t>
            </a:r>
          </a:p>
          <a:p xmlns:a="http://schemas.openxmlformats.org/drawingml/2006/main">
            <a:pPr algn="l">
              <a:defRPr sz="1350" b="0">
                <a:solidFill>
                  <a:srgbClr val="1A2824"/>
                </a:solidFill>
              </a:defRPr>
            </a:pPr>
            <a:r>
              <a:rPr sz="1350" b="0">
                <a:solidFill>
                  <a:srgbClr val="1A2824"/>
                </a:solidFill>
              </a:rPr>
              <a:t>• Revisión de espacio aéreo</a:t>
            </a:r>
          </a:p>
          <a:p xmlns:a="http://schemas.openxmlformats.org/drawingml/2006/main">
            <a:pPr algn="l">
              <a:defRPr sz="1350" b="0">
                <a:solidFill>
                  <a:srgbClr val="1A2824"/>
                </a:solidFill>
              </a:defRPr>
            </a:pPr>
            <a:r>
              <a:rPr sz="1350" b="0">
                <a:solidFill>
                  <a:srgbClr val="1A2824"/>
                </a:solidFill>
              </a:rPr>
              <a:t>• Permiso del campo</a:t>
            </a:r>
          </a:p>
          <a:p xmlns:a="http://schemas.openxmlformats.org/drawingml/2006/main">
            <a:pPr algn="l">
              <a:defRPr sz="1350" b="0">
                <a:solidFill>
                  <a:srgbClr val="1A2824"/>
                </a:solidFill>
              </a:defRPr>
            </a:pPr>
            <a:r>
              <a:rPr sz="1350" b="0">
                <a:solidFill>
                  <a:srgbClr val="1A2824"/>
                </a:solidFill>
              </a:rPr>
              <a:t>• Privacidad y datos</a:t>
            </a:r>
          </a:p>
          <a:p xmlns:a="http://schemas.openxmlformats.org/drawingml/2006/main">
            <a:pPr algn="l">
              <a:defRPr sz="1350" b="0">
                <a:solidFill>
                  <a:srgbClr val="1A2824"/>
                </a:solidFill>
              </a:defRPr>
            </a:pPr>
            <a:r>
              <a:rPr sz="1350" b="0">
                <a:solidFill>
                  <a:srgbClr val="1A2824"/>
                </a:solidFill>
              </a:rPr>
              <a:t>• Seguro conservador</a:t>
            </a:r>
          </a:p>
        </p:txBody>
      </p:sp>
      <p:sp>
        <p:nvSpPr>
          <p:cNvPr id="13" name="">
            <a:extLst xmlns:a="http://schemas.openxmlformats.org/drawingml/2006/main">
              <a:ext uri="{FF2B5EF4-FFF2-40B4-BE49-F238E27FC236}">
                <a16:creationId xmlns:a16="http://schemas.microsoft.com/office/drawing/2014/main" id="{29D206ED-549D-4DF7-9A2E-066B3A294DB3}"/>
              </a:ext>
            </a:extLst>
          </p:cNvPr>
          <p:cNvSpPr>
            <a:spLocks xmlns:a="http://schemas.openxmlformats.org/drawingml/2006/main" noGrp="1"/>
          </p:cNvSpPr>
          <p:nvPr/>
        </p:nvSpPr>
        <p:spPr>
          <a:xfrm xmlns:a="http://schemas.openxmlformats.org/drawingml/2006/main">
            <a:off x="4095750" y="1695450"/>
            <a:ext cx="3390900" cy="3276600"/>
          </a:xfrm>
          <a:prstGeom xmlns:a="http://schemas.openxmlformats.org/drawingml/2006/main" prst="roundRect">
            <a:avLst>
              <a:gd name="adj" fmla="val 3488"/>
            </a:avLst>
          </a:prstGeom>
          <a:solidFill xmlns:a="http://schemas.openxmlformats.org/drawingml/2006/main">
            <a:srgbClr val="F3E5C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6799603-2453-4BE7-AD1E-0755FA9E2B2F}"/>
              </a:ext>
            </a:extLst>
          </p:cNvPr>
          <p:cNvSpPr>
            <a:spLocks xmlns:a="http://schemas.openxmlformats.org/drawingml/2006/main" noGrp="1"/>
          </p:cNvSpPr>
          <p:nvPr/>
        </p:nvSpPr>
        <p:spPr>
          <a:xfrm xmlns:a="http://schemas.openxmlformats.org/drawingml/2006/main">
            <a:off x="4095750" y="1695450"/>
            <a:ext cx="3390900" cy="114300"/>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10318A-F119-4DF3-AEAC-9DB101E2F7F3}"/>
              </a:ext>
            </a:extLst>
          </p:cNvPr>
          <p:cNvSpPr>
            <a:spLocks xmlns:a="http://schemas.openxmlformats.org/drawingml/2006/main" noGrp="1"/>
          </p:cNvSpPr>
          <p:nvPr/>
        </p:nvSpPr>
        <p:spPr>
          <a:xfrm xmlns:a="http://schemas.openxmlformats.org/drawingml/2006/main">
            <a:off x="4324350" y="2038350"/>
            <a:ext cx="514350" cy="514350"/>
          </a:xfrm>
          <a:prstGeom xmlns:a="http://schemas.openxmlformats.org/drawingml/2006/main" prst="ellipse">
            <a:avLst/>
          </a:prstGeom>
          <a:solidFill xmlns:a="http://schemas.openxmlformats.org/drawingml/2006/main">
            <a:srgbClr val="D99A35"/>
          </a:solidFill>
          <a:ln xmlns:a="http://schemas.openxmlformats.org/drawingml/2006/main" w="0">
            <a:solidFill>
              <a:srgbClr val="D99A35"/>
            </a:solidFill>
            <a:prstDash val="solid"/>
          </a:ln>
        </p:spPr>
      </p:sp>
      <p:sp>
        <p:nvSpPr>
          <p:cNvPr id="16" name="">
            <a:extLst xmlns:a="http://schemas.openxmlformats.org/drawingml/2006/main">
              <a:ext uri="{FF2B5EF4-FFF2-40B4-BE49-F238E27FC236}">
                <a16:creationId xmlns:a16="http://schemas.microsoft.com/office/drawing/2014/main" id="{B8E0C6E3-1D4C-4FA6-A327-3BED8FB6F7D2}"/>
              </a:ext>
            </a:extLst>
          </p:cNvPr>
          <p:cNvSpPr>
            <a:spLocks xmlns:a="http://schemas.openxmlformats.org/drawingml/2006/main" noGrp="1"/>
          </p:cNvSpPr>
          <p:nvPr/>
        </p:nvSpPr>
        <p:spPr>
          <a:xfrm xmlns:a="http://schemas.openxmlformats.org/drawingml/2006/main">
            <a:off x="4324350" y="2151507"/>
            <a:ext cx="514350"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02</a:t>
            </a:r>
          </a:p>
        </p:txBody>
      </p:sp>
      <p:sp>
        <p:nvSpPr>
          <p:cNvPr id="17" name="">
            <a:extLst xmlns:a="http://schemas.openxmlformats.org/drawingml/2006/main">
              <a:ext uri="{FF2B5EF4-FFF2-40B4-BE49-F238E27FC236}">
                <a16:creationId xmlns:a16="http://schemas.microsoft.com/office/drawing/2014/main" id="{B9968867-F967-4897-9772-CB99EDEC6637}"/>
              </a:ext>
            </a:extLst>
          </p:cNvPr>
          <p:cNvSpPr>
            <a:spLocks xmlns:a="http://schemas.openxmlformats.org/drawingml/2006/main" noGrp="1"/>
          </p:cNvSpPr>
          <p:nvPr/>
        </p:nvSpPr>
        <p:spPr>
          <a:xfrm xmlns:a="http://schemas.openxmlformats.org/drawingml/2006/main">
            <a:off x="4991100" y="2019300"/>
            <a:ext cx="2266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A2824"/>
                </a:solidFill>
              </a:defRPr>
            </a:pPr>
            <a:r>
              <a:rPr sz="2025" b="1">
                <a:solidFill>
                  <a:srgbClr val="1A2824"/>
                </a:solidFill>
              </a:rPr>
              <a:t>Pulverización</a:t>
            </a:r>
          </a:p>
        </p:txBody>
      </p:sp>
      <p:sp>
        <p:nvSpPr>
          <p:cNvPr id="18" name="">
            <a:extLst xmlns:a="http://schemas.openxmlformats.org/drawingml/2006/main">
              <a:ext uri="{FF2B5EF4-FFF2-40B4-BE49-F238E27FC236}">
                <a16:creationId xmlns:a16="http://schemas.microsoft.com/office/drawing/2014/main" id="{06EEAB0C-FA58-4F24-B301-FBEE37B47420}"/>
              </a:ext>
            </a:extLst>
          </p:cNvPr>
          <p:cNvSpPr>
            <a:spLocks xmlns:a="http://schemas.openxmlformats.org/drawingml/2006/main" noGrp="1"/>
          </p:cNvSpPr>
          <p:nvPr/>
        </p:nvSpPr>
        <p:spPr>
          <a:xfrm xmlns:a="http://schemas.openxmlformats.org/drawingml/2006/main">
            <a:off x="4324350" y="2590800"/>
            <a:ext cx="293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D66"/>
                </a:solidFill>
              </a:defRPr>
            </a:pPr>
            <a:r>
              <a:rPr sz="1275" b="0">
                <a:solidFill>
                  <a:srgbClr val="5E6D66"/>
                </a:solidFill>
              </a:rPr>
              <a:t>Químicos o biológicos</a:t>
            </a:r>
          </a:p>
        </p:txBody>
      </p:sp>
      <p:sp>
        <p:nvSpPr>
          <p:cNvPr id="19" name="">
            <a:extLst xmlns:a="http://schemas.openxmlformats.org/drawingml/2006/main">
              <a:ext uri="{FF2B5EF4-FFF2-40B4-BE49-F238E27FC236}">
                <a16:creationId xmlns:a16="http://schemas.microsoft.com/office/drawing/2014/main" id="{16BADCA8-BF79-4434-983A-D32730205CD8}"/>
              </a:ext>
            </a:extLst>
          </p:cNvPr>
          <p:cNvSpPr>
            <a:spLocks xmlns:a="http://schemas.openxmlformats.org/drawingml/2006/main" noGrp="1"/>
          </p:cNvSpPr>
          <p:nvPr/>
        </p:nvSpPr>
        <p:spPr>
          <a:xfrm xmlns:a="http://schemas.openxmlformats.org/drawingml/2006/main">
            <a:off x="4324350" y="3171825"/>
            <a:ext cx="29337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 Producto y uso autorizados</a:t>
            </a:r>
          </a:p>
          <a:p xmlns:a="http://schemas.openxmlformats.org/drawingml/2006/main">
            <a:pPr algn="l">
              <a:defRPr sz="1350" b="0">
                <a:solidFill>
                  <a:srgbClr val="1A2824"/>
                </a:solidFill>
              </a:defRPr>
            </a:pPr>
            <a:r>
              <a:rPr sz="1350" b="0">
                <a:solidFill>
                  <a:srgbClr val="1A2824"/>
                </a:solidFill>
              </a:rPr>
              <a:t>• Receta profesional</a:t>
            </a:r>
          </a:p>
          <a:p xmlns:a="http://schemas.openxmlformats.org/drawingml/2006/main">
            <a:pPr algn="l">
              <a:defRPr sz="1350" b="0">
                <a:solidFill>
                  <a:srgbClr val="1A2824"/>
                </a:solidFill>
              </a:defRPr>
            </a:pPr>
            <a:r>
              <a:rPr sz="1350" b="0">
                <a:solidFill>
                  <a:srgbClr val="1A2824"/>
                </a:solidFill>
              </a:rPr>
              <a:t>• Empresa, equipo y operador</a:t>
            </a:r>
          </a:p>
          <a:p xmlns:a="http://schemas.openxmlformats.org/drawingml/2006/main">
            <a:pPr algn="l">
              <a:defRPr sz="1350" b="0">
                <a:solidFill>
                  <a:srgbClr val="1A2824"/>
                </a:solidFill>
              </a:defRPr>
            </a:pPr>
            <a:r>
              <a:rPr sz="1350" b="0">
                <a:solidFill>
                  <a:srgbClr val="1A2824"/>
                </a:solidFill>
              </a:rPr>
              <a:t>• Distancias + municipio</a:t>
            </a:r>
          </a:p>
          <a:p xmlns:a="http://schemas.openxmlformats.org/drawingml/2006/main">
            <a:pPr algn="l">
              <a:defRPr sz="1350" b="0">
                <a:solidFill>
                  <a:srgbClr val="1A2824"/>
                </a:solidFill>
              </a:defRPr>
            </a:pPr>
            <a:r>
              <a:rPr sz="1350" b="0">
                <a:solidFill>
                  <a:srgbClr val="1A2824"/>
                </a:solidFill>
              </a:rPr>
              <a:t>• Seguro, calibración y registros</a:t>
            </a:r>
          </a:p>
        </p:txBody>
      </p:sp>
      <p:sp>
        <p:nvSpPr>
          <p:cNvPr id="20" name="">
            <a:extLst xmlns:a="http://schemas.openxmlformats.org/drawingml/2006/main">
              <a:ext uri="{FF2B5EF4-FFF2-40B4-BE49-F238E27FC236}">
                <a16:creationId xmlns:a16="http://schemas.microsoft.com/office/drawing/2014/main" id="{EDE34694-AB57-4B56-95CD-6AA2E672E36E}"/>
              </a:ext>
            </a:extLst>
          </p:cNvPr>
          <p:cNvSpPr>
            <a:spLocks xmlns:a="http://schemas.openxmlformats.org/drawingml/2006/main" noGrp="1"/>
          </p:cNvSpPr>
          <p:nvPr/>
        </p:nvSpPr>
        <p:spPr>
          <a:xfrm xmlns:a="http://schemas.openxmlformats.org/drawingml/2006/main">
            <a:off x="7715250" y="1695450"/>
            <a:ext cx="3867150" cy="3276600"/>
          </a:xfrm>
          <a:prstGeom xmlns:a="http://schemas.openxmlformats.org/drawingml/2006/main" prst="roundRect">
            <a:avLst>
              <a:gd name="adj" fmla="val 3488"/>
            </a:avLst>
          </a:prstGeom>
          <a:solidFill xmlns:a="http://schemas.openxmlformats.org/drawingml/2006/main">
            <a:srgbClr val="F2DAD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60D70DA-C8E5-47EE-B44D-0CE6B71664B5}"/>
              </a:ext>
            </a:extLst>
          </p:cNvPr>
          <p:cNvSpPr>
            <a:spLocks xmlns:a="http://schemas.openxmlformats.org/drawingml/2006/main" noGrp="1"/>
          </p:cNvSpPr>
          <p:nvPr/>
        </p:nvSpPr>
        <p:spPr>
          <a:xfrm xmlns:a="http://schemas.openxmlformats.org/drawingml/2006/main">
            <a:off x="7715250" y="1695450"/>
            <a:ext cx="3867150" cy="114300"/>
          </a:xfrm>
          <a:prstGeom xmlns:a="http://schemas.openxmlformats.org/drawingml/2006/main" prst="rect">
            <a:avLst/>
          </a:prstGeom>
          <a:solidFill xmlns:a="http://schemas.openxmlformats.org/drawingml/2006/main">
            <a:srgbClr val="A9433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A2892D6-598C-4327-BA99-77BBC9D9B7E9}"/>
              </a:ext>
            </a:extLst>
          </p:cNvPr>
          <p:cNvSpPr>
            <a:spLocks xmlns:a="http://schemas.openxmlformats.org/drawingml/2006/main" noGrp="1"/>
          </p:cNvSpPr>
          <p:nvPr/>
        </p:nvSpPr>
        <p:spPr>
          <a:xfrm xmlns:a="http://schemas.openxmlformats.org/drawingml/2006/main">
            <a:off x="7943850" y="2038350"/>
            <a:ext cx="514350" cy="514350"/>
          </a:xfrm>
          <a:prstGeom xmlns:a="http://schemas.openxmlformats.org/drawingml/2006/main" prst="ellipse">
            <a:avLst/>
          </a:prstGeom>
          <a:solidFill xmlns:a="http://schemas.openxmlformats.org/drawingml/2006/main">
            <a:srgbClr val="A94335"/>
          </a:solidFill>
          <a:ln xmlns:a="http://schemas.openxmlformats.org/drawingml/2006/main" w="0">
            <a:solidFill>
              <a:srgbClr val="A94335"/>
            </a:solidFill>
            <a:prstDash val="solid"/>
          </a:ln>
        </p:spPr>
      </p:sp>
      <p:sp>
        <p:nvSpPr>
          <p:cNvPr id="23" name="">
            <a:extLst xmlns:a="http://schemas.openxmlformats.org/drawingml/2006/main">
              <a:ext uri="{FF2B5EF4-FFF2-40B4-BE49-F238E27FC236}">
                <a16:creationId xmlns:a16="http://schemas.microsoft.com/office/drawing/2014/main" id="{606ED527-E0D3-4249-A7EC-D6FB64A9F821}"/>
              </a:ext>
            </a:extLst>
          </p:cNvPr>
          <p:cNvSpPr>
            <a:spLocks xmlns:a="http://schemas.openxmlformats.org/drawingml/2006/main" noGrp="1"/>
          </p:cNvSpPr>
          <p:nvPr/>
        </p:nvSpPr>
        <p:spPr>
          <a:xfrm xmlns:a="http://schemas.openxmlformats.org/drawingml/2006/main">
            <a:off x="7943850" y="2151507"/>
            <a:ext cx="514350"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03</a:t>
            </a:r>
          </a:p>
        </p:txBody>
      </p:sp>
      <p:sp>
        <p:nvSpPr>
          <p:cNvPr id="24" name="">
            <a:extLst xmlns:a="http://schemas.openxmlformats.org/drawingml/2006/main">
              <a:ext uri="{FF2B5EF4-FFF2-40B4-BE49-F238E27FC236}">
                <a16:creationId xmlns:a16="http://schemas.microsoft.com/office/drawing/2014/main" id="{DD508CFD-0AEC-4146-99AA-90C2ECB1B1B4}"/>
              </a:ext>
            </a:extLst>
          </p:cNvPr>
          <p:cNvSpPr>
            <a:spLocks xmlns:a="http://schemas.openxmlformats.org/drawingml/2006/main" noGrp="1"/>
          </p:cNvSpPr>
          <p:nvPr/>
        </p:nvSpPr>
        <p:spPr>
          <a:xfrm xmlns:a="http://schemas.openxmlformats.org/drawingml/2006/main">
            <a:off x="8610600" y="2019300"/>
            <a:ext cx="274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A2824"/>
                </a:solidFill>
              </a:defRPr>
            </a:pPr>
            <a:r>
              <a:rPr sz="2025" b="1">
                <a:solidFill>
                  <a:srgbClr val="1A2824"/>
                </a:solidFill>
              </a:rPr>
              <a:t>Fauna / liberación</a:t>
            </a:r>
          </a:p>
        </p:txBody>
      </p:sp>
      <p:sp>
        <p:nvSpPr>
          <p:cNvPr id="25" name="">
            <a:extLst xmlns:a="http://schemas.openxmlformats.org/drawingml/2006/main">
              <a:ext uri="{FF2B5EF4-FFF2-40B4-BE49-F238E27FC236}">
                <a16:creationId xmlns:a16="http://schemas.microsoft.com/office/drawing/2014/main" id="{9501CA30-E3A4-4303-AECD-BFF49CB102C3}"/>
              </a:ext>
            </a:extLst>
          </p:cNvPr>
          <p:cNvSpPr>
            <a:spLocks xmlns:a="http://schemas.openxmlformats.org/drawingml/2006/main" noGrp="1"/>
          </p:cNvSpPr>
          <p:nvPr/>
        </p:nvSpPr>
        <p:spPr>
          <a:xfrm xmlns:a="http://schemas.openxmlformats.org/drawingml/2006/main">
            <a:off x="7943850" y="2590800"/>
            <a:ext cx="3409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D66"/>
                </a:solidFill>
              </a:defRPr>
            </a:pPr>
            <a:r>
              <a:rPr sz="1275" b="0">
                <a:solidFill>
                  <a:srgbClr val="5E6D66"/>
                </a:solidFill>
              </a:rPr>
              <a:t>Disuasión, captura o control biológico</a:t>
            </a:r>
          </a:p>
        </p:txBody>
      </p:sp>
      <p:sp>
        <p:nvSpPr>
          <p:cNvPr id="26" name="">
            <a:extLst xmlns:a="http://schemas.openxmlformats.org/drawingml/2006/main">
              <a:ext uri="{FF2B5EF4-FFF2-40B4-BE49-F238E27FC236}">
                <a16:creationId xmlns:a16="http://schemas.microsoft.com/office/drawing/2014/main" id="{CF0C7EFD-3575-4771-84BD-3EEEB03ECE7C}"/>
              </a:ext>
            </a:extLst>
          </p:cNvPr>
          <p:cNvSpPr>
            <a:spLocks xmlns:a="http://schemas.openxmlformats.org/drawingml/2006/main" noGrp="1"/>
          </p:cNvSpPr>
          <p:nvPr/>
        </p:nvSpPr>
        <p:spPr>
          <a:xfrm xmlns:a="http://schemas.openxmlformats.org/drawingml/2006/main">
            <a:off x="7943850" y="3171825"/>
            <a:ext cx="34099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A2824"/>
                </a:solidFill>
              </a:defRPr>
            </a:pPr>
            <a:r>
              <a:rPr sz="1350" b="0">
                <a:solidFill>
                  <a:srgbClr val="1A2824"/>
                </a:solidFill>
              </a:rPr>
              <a:t>• Agente o especie identificados</a:t>
            </a:r>
          </a:p>
          <a:p xmlns:a="http://schemas.openxmlformats.org/drawingml/2006/main">
            <a:pPr algn="l">
              <a:defRPr sz="1350" b="0">
                <a:solidFill>
                  <a:srgbClr val="1A2824"/>
                </a:solidFill>
              </a:defRPr>
            </a:pPr>
            <a:r>
              <a:rPr sz="1350" b="0">
                <a:solidFill>
                  <a:srgbClr val="1A2824"/>
                </a:solidFill>
              </a:rPr>
              <a:t>• Autoridad ambiental o de fauna</a:t>
            </a:r>
          </a:p>
          <a:p xmlns:a="http://schemas.openxmlformats.org/drawingml/2006/main">
            <a:pPr algn="l">
              <a:defRPr sz="1350" b="0">
                <a:solidFill>
                  <a:srgbClr val="1A2824"/>
                </a:solidFill>
              </a:defRPr>
            </a:pPr>
            <a:r>
              <a:rPr sz="1350" b="0">
                <a:solidFill>
                  <a:srgbClr val="1A2824"/>
                </a:solidFill>
              </a:rPr>
              <a:t>• Origen, transporte y cuarentena</a:t>
            </a:r>
          </a:p>
          <a:p xmlns:a="http://schemas.openxmlformats.org/drawingml/2006/main">
            <a:pPr algn="l">
              <a:defRPr sz="1350" b="0">
                <a:solidFill>
                  <a:srgbClr val="1A2824"/>
                </a:solidFill>
              </a:defRPr>
            </a:pPr>
            <a:r>
              <a:rPr sz="1350" b="0">
                <a:solidFill>
                  <a:srgbClr val="1A2824"/>
                </a:solidFill>
              </a:rPr>
              <a:t>• Permiso específico</a:t>
            </a:r>
          </a:p>
          <a:p xmlns:a="http://schemas.openxmlformats.org/drawingml/2006/main">
            <a:pPr algn="l">
              <a:defRPr sz="1350" b="0">
                <a:solidFill>
                  <a:srgbClr val="1A2824"/>
                </a:solidFill>
              </a:defRPr>
            </a:pPr>
            <a:r>
              <a:rPr sz="1350" b="0">
                <a:solidFill>
                  <a:srgbClr val="1A2824"/>
                </a:solidFill>
              </a:rPr>
              <a:t>• Posibles prohibiciones</a:t>
            </a:r>
          </a:p>
        </p:txBody>
      </p:sp>
      <p:sp>
        <p:nvSpPr>
          <p:cNvPr id="27" name="">
            <a:extLst xmlns:a="http://schemas.openxmlformats.org/drawingml/2006/main">
              <a:ext uri="{FF2B5EF4-FFF2-40B4-BE49-F238E27FC236}">
                <a16:creationId xmlns:a16="http://schemas.microsoft.com/office/drawing/2014/main" id="{B5AA3B1B-DB30-4F62-B65A-CCCEDC892042}"/>
              </a:ext>
            </a:extLst>
          </p:cNvPr>
          <p:cNvSpPr>
            <a:spLocks xmlns:a="http://schemas.openxmlformats.org/drawingml/2006/main" noGrp="1"/>
          </p:cNvSpPr>
          <p:nvPr/>
        </p:nvSpPr>
        <p:spPr>
          <a:xfrm xmlns:a="http://schemas.openxmlformats.org/drawingml/2006/main">
            <a:off x="3829050" y="30480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D99A35"/>
                </a:solidFill>
              </a:defRPr>
            </a:pPr>
            <a:r>
              <a:rPr sz="2100" b="1">
                <a:solidFill>
                  <a:srgbClr val="D99A35"/>
                </a:solidFill>
              </a:rPr>
              <a:t>→</a:t>
            </a:r>
          </a:p>
        </p:txBody>
      </p:sp>
      <p:sp>
        <p:nvSpPr>
          <p:cNvPr id="28" name="">
            <a:extLst xmlns:a="http://schemas.openxmlformats.org/drawingml/2006/main">
              <a:ext uri="{FF2B5EF4-FFF2-40B4-BE49-F238E27FC236}">
                <a16:creationId xmlns:a16="http://schemas.microsoft.com/office/drawing/2014/main" id="{1125F88E-FAFE-46DF-A038-7431242F817B}"/>
              </a:ext>
            </a:extLst>
          </p:cNvPr>
          <p:cNvSpPr>
            <a:spLocks xmlns:a="http://schemas.openxmlformats.org/drawingml/2006/main" noGrp="1"/>
          </p:cNvSpPr>
          <p:nvPr/>
        </p:nvSpPr>
        <p:spPr>
          <a:xfrm xmlns:a="http://schemas.openxmlformats.org/drawingml/2006/main">
            <a:off x="7448550" y="30480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C96532"/>
                </a:solidFill>
              </a:defRPr>
            </a:pPr>
            <a:r>
              <a:rPr sz="2100" b="1">
                <a:solidFill>
                  <a:srgbClr val="C96532"/>
                </a:solidFill>
              </a:rPr>
              <a:t>→</a:t>
            </a:r>
          </a:p>
        </p:txBody>
      </p:sp>
      <p:sp>
        <p:nvSpPr>
          <p:cNvPr id="29" name="">
            <a:extLst xmlns:a="http://schemas.openxmlformats.org/drawingml/2006/main">
              <a:ext uri="{FF2B5EF4-FFF2-40B4-BE49-F238E27FC236}">
                <a16:creationId xmlns:a16="http://schemas.microsoft.com/office/drawing/2014/main" id="{240BBD4A-330C-4180-8917-38063A173D6D}"/>
              </a:ext>
            </a:extLst>
          </p:cNvPr>
          <p:cNvSpPr>
            <a:spLocks xmlns:a="http://schemas.openxmlformats.org/drawingml/2006/main" noGrp="1"/>
          </p:cNvSpPr>
          <p:nvPr/>
        </p:nvSpPr>
        <p:spPr>
          <a:xfrm xmlns:a="http://schemas.openxmlformats.org/drawingml/2006/main">
            <a:off x="609600" y="5238750"/>
            <a:ext cx="10972800" cy="895350"/>
          </a:xfrm>
          <a:prstGeom xmlns:a="http://schemas.openxmlformats.org/drawingml/2006/main" prst="roundRect">
            <a:avLst>
              <a:gd name="adj" fmla="val 12766"/>
            </a:avLst>
          </a:prstGeom>
          <a:solidFill xmlns:a="http://schemas.openxmlformats.org/drawingml/2006/main">
            <a:srgbClr val="123F3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286DCB1-EDA0-4736-B240-E6BAD1BA9C72}"/>
              </a:ext>
            </a:extLst>
          </p:cNvPr>
          <p:cNvSpPr>
            <a:spLocks xmlns:a="http://schemas.openxmlformats.org/drawingml/2006/main" noGrp="1"/>
          </p:cNvSpPr>
          <p:nvPr/>
        </p:nvSpPr>
        <p:spPr>
          <a:xfrm xmlns:a="http://schemas.openxmlformats.org/drawingml/2006/main">
            <a:off x="8382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8C86F"/>
                </a:solidFill>
              </a:defRPr>
            </a:pPr>
            <a:r>
              <a:rPr sz="1200" b="1">
                <a:solidFill>
                  <a:srgbClr val="A8C86F"/>
                </a:solidFill>
              </a:rPr>
              <a:t>PERSONA QUE OPERA</a:t>
            </a:r>
          </a:p>
        </p:txBody>
      </p:sp>
      <p:sp>
        <p:nvSpPr>
          <p:cNvPr id="31" name="">
            <a:extLst xmlns:a="http://schemas.openxmlformats.org/drawingml/2006/main">
              <a:ext uri="{FF2B5EF4-FFF2-40B4-BE49-F238E27FC236}">
                <a16:creationId xmlns:a16="http://schemas.microsoft.com/office/drawing/2014/main" id="{D742CD2D-D459-4EED-A686-457116F36EC2}"/>
              </a:ext>
            </a:extLst>
          </p:cNvPr>
          <p:cNvSpPr>
            <a:spLocks xmlns:a="http://schemas.openxmlformats.org/drawingml/2006/main" noGrp="1"/>
          </p:cNvSpPr>
          <p:nvPr/>
        </p:nvSpPr>
        <p:spPr>
          <a:xfrm xmlns:a="http://schemas.openxmlformats.org/drawingml/2006/main">
            <a:off x="3143250" y="5400675"/>
            <a:ext cx="781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Abierta nacional: licencia, CMA y CETA no son obligatorios como regla aeronáutica.</a:t>
            </a:r>
          </a:p>
        </p:txBody>
      </p:sp>
      <p:sp>
        <p:nvSpPr>
          <p:cNvPr id="32" name="">
            <a:extLst xmlns:a="http://schemas.openxmlformats.org/drawingml/2006/main">
              <a:ext uri="{FF2B5EF4-FFF2-40B4-BE49-F238E27FC236}">
                <a16:creationId xmlns:a16="http://schemas.microsoft.com/office/drawing/2014/main" id="{E22DB5E8-C506-42F7-8DB7-89881AFF7DA4}"/>
              </a:ext>
            </a:extLst>
          </p:cNvPr>
          <p:cNvSpPr>
            <a:spLocks xmlns:a="http://schemas.openxmlformats.org/drawingml/2006/main" noGrp="1"/>
          </p:cNvSpPr>
          <p:nvPr/>
        </p:nvSpPr>
        <p:spPr>
          <a:xfrm xmlns:a="http://schemas.openxmlformats.org/drawingml/2006/main">
            <a:off x="3143250" y="5743575"/>
            <a:ext cx="781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6F1E7"/>
                </a:solidFill>
              </a:defRPr>
            </a:pPr>
            <a:r>
              <a:rPr sz="1275" b="0">
                <a:solidFill>
                  <a:srgbClr val="F6F1E7"/>
                </a:solidFill>
              </a:rPr>
              <a:t>Pulverización: la provincia puede exigir licencia, capacitación, matrícula y registros adicionales.</a:t>
            </a:r>
          </a:p>
        </p:txBody>
      </p:sp>
    </p:spTree>
    <p:extLst>
      <p:ext uri="{BB962C8B-B14F-4D97-AF65-F5344CB8AC3E}">
        <p14:creationId xmlns:p14="http://schemas.microsoft.com/office/powerpoint/2010/main" val="159406825"/>
      </p:ext>
    </p:extLst>
  </p:cSld>
</p:sld>
</file>

<file path=ppt/slides/slide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B0CB134C-EDA1-4666-9085-02ABEABD0F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7A5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B3B340-B525-437B-8FB5-C5C95FB4B2D3}"/>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7A5F"/>
                </a:solidFill>
              </a:defRPr>
            </a:pPr>
            <a:r>
              <a:rPr sz="975" b="1">
                <a:solidFill>
                  <a:srgbClr val="2F7A5F"/>
                </a:solidFill>
              </a:rPr>
              <a:t>DRONES PARA EL AGRO · ARGENTINA</a:t>
            </a:r>
          </a:p>
        </p:txBody>
      </p:sp>
      <p:sp>
        <p:nvSpPr>
          <p:cNvPr id="3" name="">
            <a:extLst xmlns:a="http://schemas.openxmlformats.org/drawingml/2006/main">
              <a:ext uri="{FF2B5EF4-FFF2-40B4-BE49-F238E27FC236}">
                <a16:creationId xmlns:a16="http://schemas.microsoft.com/office/drawing/2014/main" id="{7A498EB7-45B4-4B0D-8D0D-8EC71CCE01BE}"/>
              </a:ext>
            </a:extLst>
          </p:cNvPr>
          <p:cNvSpPr>
            <a:spLocks xmlns:a="http://schemas.openxmlformats.org/drawingml/2006/main" noGrp="1"/>
          </p:cNvSpPr>
          <p:nvPr/>
        </p:nvSpPr>
        <p:spPr>
          <a:xfrm xmlns:a="http://schemas.openxmlformats.org/drawingml/2006/main">
            <a:off x="609600" y="6858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23F35"/>
                </a:solidFill>
              </a:defRPr>
            </a:pPr>
            <a:r>
              <a:rPr sz="2850" b="1">
                <a:solidFill>
                  <a:srgbClr val="123F35"/>
                </a:solidFill>
              </a:rPr>
              <a:t>Monitorear primero reduce la carga regulatoria</a:t>
            </a:r>
          </a:p>
        </p:txBody>
      </p:sp>
      <p:sp>
        <p:nvSpPr>
          <p:cNvPr id="4" name="">
            <a:extLst xmlns:a="http://schemas.openxmlformats.org/drawingml/2006/main">
              <a:ext uri="{FF2B5EF4-FFF2-40B4-BE49-F238E27FC236}">
                <a16:creationId xmlns:a16="http://schemas.microsoft.com/office/drawing/2014/main" id="{B9600D5C-7BD8-4982-8815-485FC15A5EEE}"/>
              </a:ext>
            </a:extLst>
          </p:cNvPr>
          <p:cNvSpPr>
            <a:spLocks xmlns:a="http://schemas.openxmlformats.org/drawingml/2006/main" noGrp="1"/>
          </p:cNvSpPr>
          <p:nvPr/>
        </p:nvSpPr>
        <p:spPr>
          <a:xfrm xmlns:a="http://schemas.openxmlformats.org/drawingml/2006/main">
            <a:off x="609600" y="1304925"/>
            <a:ext cx="819150" cy="47625"/>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67C8D8-C860-4B92-8BC9-5767F55B6750}"/>
              </a:ext>
            </a:extLst>
          </p:cNvPr>
          <p:cNvSpPr>
            <a:spLocks xmlns:a="http://schemas.openxmlformats.org/drawingml/2006/main" noGrp="1"/>
          </p:cNvSpPr>
          <p:nvPr/>
        </p:nvSpPr>
        <p:spPr>
          <a:xfrm xmlns:a="http://schemas.openxmlformats.org/drawingml/2006/main">
            <a:off x="11258550" y="6343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E6D66"/>
                </a:solidFill>
              </a:defRPr>
            </a:pPr>
            <a:r>
              <a:rPr sz="900" b="1">
                <a:solidFill>
                  <a:srgbClr val="5E6D66"/>
                </a:solidFill>
              </a:rPr>
              <a:t>05</a:t>
            </a:r>
          </a:p>
        </p:txBody>
      </p:sp>
      <p:sp>
        <p:nvSpPr>
          <p:cNvPr id="6" name="">
            <a:extLst xmlns:a="http://schemas.openxmlformats.org/drawingml/2006/main">
              <a:ext uri="{FF2B5EF4-FFF2-40B4-BE49-F238E27FC236}">
                <a16:creationId xmlns:a16="http://schemas.microsoft.com/office/drawing/2014/main" id="{669576A0-7EC7-4A16-B15A-854F43111A70}"/>
              </a:ext>
            </a:extLst>
          </p:cNvPr>
          <p:cNvSpPr>
            <a:spLocks xmlns:a="http://schemas.openxmlformats.org/drawingml/2006/main" noGrp="1"/>
          </p:cNvSpPr>
          <p:nvPr/>
        </p:nvSpPr>
        <p:spPr>
          <a:xfrm xmlns:a="http://schemas.openxmlformats.org/drawingml/2006/main">
            <a:off x="609600" y="15811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E6D66"/>
                </a:solidFill>
              </a:defRPr>
            </a:pPr>
            <a:r>
              <a:rPr sz="975" b="1">
                <a:solidFill>
                  <a:srgbClr val="5E6D66"/>
                </a:solidFill>
              </a:rPr>
              <a:t>GRADO DE DEFINICIÓN PARA DRONES APLICADORES</a:t>
            </a:r>
          </a:p>
        </p:txBody>
      </p:sp>
      <p:sp>
        <p:nvSpPr>
          <p:cNvPr id="7" name="">
            <a:extLst xmlns:a="http://schemas.openxmlformats.org/drawingml/2006/main">
              <a:ext uri="{FF2B5EF4-FFF2-40B4-BE49-F238E27FC236}">
                <a16:creationId xmlns:a16="http://schemas.microsoft.com/office/drawing/2014/main" id="{E239EA03-A416-49E2-A3DB-8F2858F17426}"/>
              </a:ext>
            </a:extLst>
          </p:cNvPr>
          <p:cNvSpPr>
            <a:spLocks xmlns:a="http://schemas.openxmlformats.org/drawingml/2006/main" noGrp="1"/>
          </p:cNvSpPr>
          <p:nvPr/>
        </p:nvSpPr>
        <p:spPr>
          <a:xfrm xmlns:a="http://schemas.openxmlformats.org/drawingml/2006/main">
            <a:off x="609600" y="1962150"/>
            <a:ext cx="6191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CDD5CE"/>
            </a:solidFill>
            <a:prstDash val="solid"/>
          </a:ln>
        </p:spPr>
      </p:sp>
      <p:sp>
        <p:nvSpPr>
          <p:cNvPr id="8" name="">
            <a:extLst xmlns:a="http://schemas.openxmlformats.org/drawingml/2006/main">
              <a:ext uri="{FF2B5EF4-FFF2-40B4-BE49-F238E27FC236}">
                <a16:creationId xmlns:a16="http://schemas.microsoft.com/office/drawing/2014/main" id="{AC625FFC-C31E-4EF5-B6E8-FE6B530DEA30}"/>
              </a:ext>
            </a:extLst>
          </p:cNvPr>
          <p:cNvSpPr>
            <a:spLocks xmlns:a="http://schemas.openxmlformats.org/drawingml/2006/main" noGrp="1"/>
          </p:cNvSpPr>
          <p:nvPr/>
        </p:nvSpPr>
        <p:spPr>
          <a:xfrm xmlns:a="http://schemas.openxmlformats.org/drawingml/2006/main">
            <a:off x="609600" y="1962150"/>
            <a:ext cx="95250" cy="609600"/>
          </a:xfrm>
          <a:prstGeom xmlns:a="http://schemas.openxmlformats.org/drawingml/2006/main" prst="rect">
            <a:avLst/>
          </a:prstGeom>
          <a:solidFill xmlns:a="http://schemas.openxmlformats.org/drawingml/2006/main">
            <a:srgbClr val="2F7A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DCA6880-1BF6-4D49-B8E3-C2CBC19E1C47}"/>
              </a:ext>
            </a:extLst>
          </p:cNvPr>
          <p:cNvSpPr>
            <a:spLocks xmlns:a="http://schemas.openxmlformats.org/drawingml/2006/main" noGrp="1"/>
          </p:cNvSpPr>
          <p:nvPr/>
        </p:nvSpPr>
        <p:spPr>
          <a:xfrm xmlns:a="http://schemas.openxmlformats.org/drawingml/2006/main">
            <a:off x="876300" y="20574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A2824"/>
                </a:solidFill>
              </a:defRPr>
            </a:pPr>
            <a:r>
              <a:rPr sz="1275" b="1">
                <a:solidFill>
                  <a:srgbClr val="1A2824"/>
                </a:solidFill>
              </a:rPr>
              <a:t>Córdoba · Santa Fe</a:t>
            </a:r>
          </a:p>
        </p:txBody>
      </p:sp>
      <p:sp>
        <p:nvSpPr>
          <p:cNvPr id="10" name="">
            <a:extLst xmlns:a="http://schemas.openxmlformats.org/drawingml/2006/main">
              <a:ext uri="{FF2B5EF4-FFF2-40B4-BE49-F238E27FC236}">
                <a16:creationId xmlns:a16="http://schemas.microsoft.com/office/drawing/2014/main" id="{70F06C06-B837-45AE-AF97-8403C174CA42}"/>
              </a:ext>
            </a:extLst>
          </p:cNvPr>
          <p:cNvSpPr>
            <a:spLocks xmlns:a="http://schemas.openxmlformats.org/drawingml/2006/main" noGrp="1"/>
          </p:cNvSpPr>
          <p:nvPr/>
        </p:nvSpPr>
        <p:spPr>
          <a:xfrm xmlns:a="http://schemas.openxmlformats.org/drawingml/2006/main">
            <a:off x="3733800" y="2047875"/>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7A5F"/>
                </a:solidFill>
              </a:defRPr>
            </a:pPr>
            <a:r>
              <a:rPr sz="1200" b="1">
                <a:solidFill>
                  <a:srgbClr val="2F7A5F"/>
                </a:solidFill>
              </a:rPr>
              <a:t>Marco específico para drones</a:t>
            </a:r>
          </a:p>
        </p:txBody>
      </p:sp>
      <p:sp>
        <p:nvSpPr>
          <p:cNvPr id="11" name="">
            <a:extLst xmlns:a="http://schemas.openxmlformats.org/drawingml/2006/main">
              <a:ext uri="{FF2B5EF4-FFF2-40B4-BE49-F238E27FC236}">
                <a16:creationId xmlns:a16="http://schemas.microsoft.com/office/drawing/2014/main" id="{34168AD4-FDBF-4945-9F01-51B087FDE1FB}"/>
              </a:ext>
            </a:extLst>
          </p:cNvPr>
          <p:cNvSpPr>
            <a:spLocks xmlns:a="http://schemas.openxmlformats.org/drawingml/2006/main" noGrp="1"/>
          </p:cNvSpPr>
          <p:nvPr/>
        </p:nvSpPr>
        <p:spPr>
          <a:xfrm xmlns:a="http://schemas.openxmlformats.org/drawingml/2006/main">
            <a:off x="3733800" y="2295525"/>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D66"/>
                </a:solidFill>
              </a:defRPr>
            </a:pPr>
            <a:r>
              <a:rPr sz="975" b="0">
                <a:solidFill>
                  <a:srgbClr val="5E6D66"/>
                </a:solidFill>
              </a:rPr>
              <a:t>Requisitos expresos y procesos definidos</a:t>
            </a:r>
          </a:p>
        </p:txBody>
      </p:sp>
      <p:sp>
        <p:nvSpPr>
          <p:cNvPr id="12" name="">
            <a:extLst xmlns:a="http://schemas.openxmlformats.org/drawingml/2006/main">
              <a:ext uri="{FF2B5EF4-FFF2-40B4-BE49-F238E27FC236}">
                <a16:creationId xmlns:a16="http://schemas.microsoft.com/office/drawing/2014/main" id="{1223E571-0C9D-4274-BB09-98417E7AF802}"/>
              </a:ext>
            </a:extLst>
          </p:cNvPr>
          <p:cNvSpPr>
            <a:spLocks xmlns:a="http://schemas.openxmlformats.org/drawingml/2006/main" noGrp="1"/>
          </p:cNvSpPr>
          <p:nvPr/>
        </p:nvSpPr>
        <p:spPr>
          <a:xfrm xmlns:a="http://schemas.openxmlformats.org/drawingml/2006/main">
            <a:off x="609600" y="2705100"/>
            <a:ext cx="6191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CDD5CE"/>
            </a:solidFill>
            <a:prstDash val="solid"/>
          </a:ln>
        </p:spPr>
      </p:sp>
      <p:sp>
        <p:nvSpPr>
          <p:cNvPr id="13" name="">
            <a:extLst xmlns:a="http://schemas.openxmlformats.org/drawingml/2006/main">
              <a:ext uri="{FF2B5EF4-FFF2-40B4-BE49-F238E27FC236}">
                <a16:creationId xmlns:a16="http://schemas.microsoft.com/office/drawing/2014/main" id="{FD51A5E5-357C-4247-A559-8695F053410F}"/>
              </a:ext>
            </a:extLst>
          </p:cNvPr>
          <p:cNvSpPr>
            <a:spLocks xmlns:a="http://schemas.openxmlformats.org/drawingml/2006/main" noGrp="1"/>
          </p:cNvSpPr>
          <p:nvPr/>
        </p:nvSpPr>
        <p:spPr>
          <a:xfrm xmlns:a="http://schemas.openxmlformats.org/drawingml/2006/main">
            <a:off x="609600" y="2705100"/>
            <a:ext cx="95250" cy="609600"/>
          </a:xfrm>
          <a:prstGeom xmlns:a="http://schemas.openxmlformats.org/drawingml/2006/main" prst="rect">
            <a:avLst/>
          </a:prstGeom>
          <a:solidFill xmlns:a="http://schemas.openxmlformats.org/drawingml/2006/main">
            <a:srgbClr val="D99A3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103838-1C0D-42F9-9097-88D081AB43A2}"/>
              </a:ext>
            </a:extLst>
          </p:cNvPr>
          <p:cNvSpPr>
            <a:spLocks xmlns:a="http://schemas.openxmlformats.org/drawingml/2006/main" noGrp="1"/>
          </p:cNvSpPr>
          <p:nvPr/>
        </p:nvSpPr>
        <p:spPr>
          <a:xfrm xmlns:a="http://schemas.openxmlformats.org/drawingml/2006/main">
            <a:off x="876300" y="28003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A2824"/>
                </a:solidFill>
              </a:defRPr>
            </a:pPr>
            <a:r>
              <a:rPr sz="1275" b="1">
                <a:solidFill>
                  <a:srgbClr val="1A2824"/>
                </a:solidFill>
              </a:rPr>
              <a:t>Buenos Aires · Entre Ríos</a:t>
            </a:r>
          </a:p>
        </p:txBody>
      </p:sp>
      <p:sp>
        <p:nvSpPr>
          <p:cNvPr id="15" name="">
            <a:extLst xmlns:a="http://schemas.openxmlformats.org/drawingml/2006/main">
              <a:ext uri="{FF2B5EF4-FFF2-40B4-BE49-F238E27FC236}">
                <a16:creationId xmlns:a16="http://schemas.microsoft.com/office/drawing/2014/main" id="{E6EF17C7-FCBA-4F3A-ABD9-E5A77F8B8103}"/>
              </a:ext>
            </a:extLst>
          </p:cNvPr>
          <p:cNvSpPr>
            <a:spLocks xmlns:a="http://schemas.openxmlformats.org/drawingml/2006/main" noGrp="1"/>
          </p:cNvSpPr>
          <p:nvPr/>
        </p:nvSpPr>
        <p:spPr>
          <a:xfrm xmlns:a="http://schemas.openxmlformats.org/drawingml/2006/main">
            <a:off x="3733800" y="2790825"/>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99A35"/>
                </a:solidFill>
              </a:defRPr>
            </a:pPr>
            <a:r>
              <a:rPr sz="1200" b="1">
                <a:solidFill>
                  <a:srgbClr val="D99A35"/>
                </a:solidFill>
              </a:rPr>
              <a:t>Drones reconocidos</a:t>
            </a:r>
          </a:p>
        </p:txBody>
      </p:sp>
      <p:sp>
        <p:nvSpPr>
          <p:cNvPr id="16" name="">
            <a:extLst xmlns:a="http://schemas.openxmlformats.org/drawingml/2006/main">
              <a:ext uri="{FF2B5EF4-FFF2-40B4-BE49-F238E27FC236}">
                <a16:creationId xmlns:a16="http://schemas.microsoft.com/office/drawing/2014/main" id="{53F8B2E7-DF0B-4FF5-8584-8327F3CDBA11}"/>
              </a:ext>
            </a:extLst>
          </p:cNvPr>
          <p:cNvSpPr>
            <a:spLocks xmlns:a="http://schemas.openxmlformats.org/drawingml/2006/main" noGrp="1"/>
          </p:cNvSpPr>
          <p:nvPr/>
        </p:nvSpPr>
        <p:spPr>
          <a:xfrm xmlns:a="http://schemas.openxmlformats.org/drawingml/2006/main">
            <a:off x="3733800" y="3038475"/>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D66"/>
                </a:solidFill>
              </a:defRPr>
            </a:pPr>
            <a:r>
              <a:rPr sz="975" b="0">
                <a:solidFill>
                  <a:srgbClr val="5E6D66"/>
                </a:solidFill>
              </a:rPr>
              <a:t>Exigen combinar normas y registros</a:t>
            </a:r>
          </a:p>
        </p:txBody>
      </p:sp>
      <p:sp>
        <p:nvSpPr>
          <p:cNvPr id="17" name="">
            <a:extLst xmlns:a="http://schemas.openxmlformats.org/drawingml/2006/main">
              <a:ext uri="{FF2B5EF4-FFF2-40B4-BE49-F238E27FC236}">
                <a16:creationId xmlns:a16="http://schemas.microsoft.com/office/drawing/2014/main" id="{DDEF11D7-E039-4F4C-BD4A-F489BD2317D4}"/>
              </a:ext>
            </a:extLst>
          </p:cNvPr>
          <p:cNvSpPr>
            <a:spLocks xmlns:a="http://schemas.openxmlformats.org/drawingml/2006/main" noGrp="1"/>
          </p:cNvSpPr>
          <p:nvPr/>
        </p:nvSpPr>
        <p:spPr>
          <a:xfrm xmlns:a="http://schemas.openxmlformats.org/drawingml/2006/main">
            <a:off x="609600" y="3448050"/>
            <a:ext cx="6191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CDD5CE"/>
            </a:solidFill>
            <a:prstDash val="solid"/>
          </a:ln>
        </p:spPr>
      </p:sp>
      <p:sp>
        <p:nvSpPr>
          <p:cNvPr id="18" name="">
            <a:extLst xmlns:a="http://schemas.openxmlformats.org/drawingml/2006/main">
              <a:ext uri="{FF2B5EF4-FFF2-40B4-BE49-F238E27FC236}">
                <a16:creationId xmlns:a16="http://schemas.microsoft.com/office/drawing/2014/main" id="{BB89150F-D0DB-492B-8162-EEAD852ABA5C}"/>
              </a:ext>
            </a:extLst>
          </p:cNvPr>
          <p:cNvSpPr>
            <a:spLocks xmlns:a="http://schemas.openxmlformats.org/drawingml/2006/main" noGrp="1"/>
          </p:cNvSpPr>
          <p:nvPr/>
        </p:nvSpPr>
        <p:spPr>
          <a:xfrm xmlns:a="http://schemas.openxmlformats.org/drawingml/2006/main">
            <a:off x="609600" y="3448050"/>
            <a:ext cx="95250" cy="609600"/>
          </a:xfrm>
          <a:prstGeom xmlns:a="http://schemas.openxmlformats.org/drawingml/2006/main" prst="rect">
            <a:avLst/>
          </a:prstGeom>
          <a:solidFill xmlns:a="http://schemas.openxmlformats.org/drawingml/2006/main">
            <a:srgbClr val="C9653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781E165-0012-444D-9C98-175388666F70}"/>
              </a:ext>
            </a:extLst>
          </p:cNvPr>
          <p:cNvSpPr>
            <a:spLocks xmlns:a="http://schemas.openxmlformats.org/drawingml/2006/main" noGrp="1"/>
          </p:cNvSpPr>
          <p:nvPr/>
        </p:nvSpPr>
        <p:spPr>
          <a:xfrm xmlns:a="http://schemas.openxmlformats.org/drawingml/2006/main">
            <a:off x="876300" y="35433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A2824"/>
                </a:solidFill>
              </a:defRPr>
            </a:pPr>
            <a:r>
              <a:rPr sz="1275" b="1">
                <a:solidFill>
                  <a:srgbClr val="1A2824"/>
                </a:solidFill>
              </a:rPr>
              <a:t>La Pampa</a:t>
            </a:r>
          </a:p>
        </p:txBody>
      </p:sp>
      <p:sp>
        <p:nvSpPr>
          <p:cNvPr id="20" name="">
            <a:extLst xmlns:a="http://schemas.openxmlformats.org/drawingml/2006/main">
              <a:ext uri="{FF2B5EF4-FFF2-40B4-BE49-F238E27FC236}">
                <a16:creationId xmlns:a16="http://schemas.microsoft.com/office/drawing/2014/main" id="{69806EA2-D6E5-4940-87C3-0420E2C53CDE}"/>
              </a:ext>
            </a:extLst>
          </p:cNvPr>
          <p:cNvSpPr>
            <a:spLocks xmlns:a="http://schemas.openxmlformats.org/drawingml/2006/main" noGrp="1"/>
          </p:cNvSpPr>
          <p:nvPr/>
        </p:nvSpPr>
        <p:spPr>
          <a:xfrm xmlns:a="http://schemas.openxmlformats.org/drawingml/2006/main">
            <a:off x="3733800" y="3533775"/>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6532"/>
                </a:solidFill>
              </a:defRPr>
            </a:pPr>
            <a:r>
              <a:rPr sz="1200" b="1">
                <a:solidFill>
                  <a:srgbClr val="C96532"/>
                </a:solidFill>
              </a:rPr>
              <a:t>Tecnología en evaluación</a:t>
            </a:r>
          </a:p>
        </p:txBody>
      </p:sp>
      <p:sp>
        <p:nvSpPr>
          <p:cNvPr id="21" name="">
            <a:extLst xmlns:a="http://schemas.openxmlformats.org/drawingml/2006/main">
              <a:ext uri="{FF2B5EF4-FFF2-40B4-BE49-F238E27FC236}">
                <a16:creationId xmlns:a16="http://schemas.microsoft.com/office/drawing/2014/main" id="{7AEF2B46-B800-4A36-88A8-A934C388FAD0}"/>
              </a:ext>
            </a:extLst>
          </p:cNvPr>
          <p:cNvSpPr>
            <a:spLocks xmlns:a="http://schemas.openxmlformats.org/drawingml/2006/main" noGrp="1"/>
          </p:cNvSpPr>
          <p:nvPr/>
        </p:nvSpPr>
        <p:spPr>
          <a:xfrm xmlns:a="http://schemas.openxmlformats.org/drawingml/2006/main">
            <a:off x="3733800" y="3781425"/>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D66"/>
                </a:solidFill>
              </a:defRPr>
            </a:pPr>
            <a:r>
              <a:rPr sz="975" b="0">
                <a:solidFill>
                  <a:srgbClr val="5E6D66"/>
                </a:solidFill>
              </a:rPr>
              <a:t>Falta una subcategoría completa</a:t>
            </a:r>
          </a:p>
        </p:txBody>
      </p:sp>
      <p:sp>
        <p:nvSpPr>
          <p:cNvPr id="22" name="">
            <a:extLst xmlns:a="http://schemas.openxmlformats.org/drawingml/2006/main">
              <a:ext uri="{FF2B5EF4-FFF2-40B4-BE49-F238E27FC236}">
                <a16:creationId xmlns:a16="http://schemas.microsoft.com/office/drawing/2014/main" id="{ECA245B9-3EB0-4C61-84D4-46A4B34D01A1}"/>
              </a:ext>
            </a:extLst>
          </p:cNvPr>
          <p:cNvSpPr>
            <a:spLocks xmlns:a="http://schemas.openxmlformats.org/drawingml/2006/main" noGrp="1"/>
          </p:cNvSpPr>
          <p:nvPr/>
        </p:nvSpPr>
        <p:spPr>
          <a:xfrm xmlns:a="http://schemas.openxmlformats.org/drawingml/2006/main">
            <a:off x="609600" y="4191000"/>
            <a:ext cx="6191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CDD5CE"/>
            </a:solidFill>
            <a:prstDash val="solid"/>
          </a:ln>
        </p:spPr>
      </p:sp>
      <p:sp>
        <p:nvSpPr>
          <p:cNvPr id="23" name="">
            <a:extLst xmlns:a="http://schemas.openxmlformats.org/drawingml/2006/main">
              <a:ext uri="{FF2B5EF4-FFF2-40B4-BE49-F238E27FC236}">
                <a16:creationId xmlns:a16="http://schemas.microsoft.com/office/drawing/2014/main" id="{25677412-C62A-4149-A21F-0CCD8A68F198}"/>
              </a:ext>
            </a:extLst>
          </p:cNvPr>
          <p:cNvSpPr>
            <a:spLocks xmlns:a="http://schemas.openxmlformats.org/drawingml/2006/main" noGrp="1"/>
          </p:cNvSpPr>
          <p:nvPr/>
        </p:nvSpPr>
        <p:spPr>
          <a:xfrm xmlns:a="http://schemas.openxmlformats.org/drawingml/2006/main">
            <a:off x="609600" y="4191000"/>
            <a:ext cx="95250" cy="609600"/>
          </a:xfrm>
          <a:prstGeom xmlns:a="http://schemas.openxmlformats.org/drawingml/2006/main" prst="rect">
            <a:avLst/>
          </a:prstGeom>
          <a:solidFill xmlns:a="http://schemas.openxmlformats.org/drawingml/2006/main">
            <a:srgbClr val="A9433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D041B94-4C4E-4ACB-B96D-23027BACAFFC}"/>
              </a:ext>
            </a:extLst>
          </p:cNvPr>
          <p:cNvSpPr>
            <a:spLocks xmlns:a="http://schemas.openxmlformats.org/drawingml/2006/main" noGrp="1"/>
          </p:cNvSpPr>
          <p:nvPr/>
        </p:nvSpPr>
        <p:spPr>
          <a:xfrm xmlns:a="http://schemas.openxmlformats.org/drawingml/2006/main">
            <a:off x="876300" y="42862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A2824"/>
                </a:solidFill>
              </a:defRPr>
            </a:pPr>
            <a:r>
              <a:rPr sz="1275" b="1">
                <a:solidFill>
                  <a:srgbClr val="1A2824"/>
                </a:solidFill>
              </a:rPr>
              <a:t>Corrientes · Chaco · Formosa · Misiones</a:t>
            </a:r>
          </a:p>
        </p:txBody>
      </p:sp>
      <p:sp>
        <p:nvSpPr>
          <p:cNvPr id="25" name="">
            <a:extLst xmlns:a="http://schemas.openxmlformats.org/drawingml/2006/main">
              <a:ext uri="{FF2B5EF4-FFF2-40B4-BE49-F238E27FC236}">
                <a16:creationId xmlns:a16="http://schemas.microsoft.com/office/drawing/2014/main" id="{150D394D-D52E-4090-9BCD-3F8A257B8082}"/>
              </a:ext>
            </a:extLst>
          </p:cNvPr>
          <p:cNvSpPr>
            <a:spLocks xmlns:a="http://schemas.openxmlformats.org/drawingml/2006/main" noGrp="1"/>
          </p:cNvSpPr>
          <p:nvPr/>
        </p:nvSpPr>
        <p:spPr>
          <a:xfrm xmlns:a="http://schemas.openxmlformats.org/drawingml/2006/main">
            <a:off x="3733800" y="4276725"/>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335"/>
                </a:solidFill>
              </a:defRPr>
            </a:pPr>
            <a:r>
              <a:rPr sz="1200" b="1">
                <a:solidFill>
                  <a:srgbClr val="A94335"/>
                </a:solidFill>
              </a:rPr>
              <a:t>Leyes generales</a:t>
            </a:r>
          </a:p>
        </p:txBody>
      </p:sp>
      <p:sp>
        <p:nvSpPr>
          <p:cNvPr id="26" name="">
            <a:extLst xmlns:a="http://schemas.openxmlformats.org/drawingml/2006/main">
              <a:ext uri="{FF2B5EF4-FFF2-40B4-BE49-F238E27FC236}">
                <a16:creationId xmlns:a16="http://schemas.microsoft.com/office/drawing/2014/main" id="{CE29CA38-102A-4577-9B8F-53102E3FBC72}"/>
              </a:ext>
            </a:extLst>
          </p:cNvPr>
          <p:cNvSpPr>
            <a:spLocks xmlns:a="http://schemas.openxmlformats.org/drawingml/2006/main" noGrp="1"/>
          </p:cNvSpPr>
          <p:nvPr/>
        </p:nvSpPr>
        <p:spPr>
          <a:xfrm xmlns:a="http://schemas.openxmlformats.org/drawingml/2006/main">
            <a:off x="3733800" y="4524375"/>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D66"/>
                </a:solidFill>
              </a:defRPr>
            </a:pPr>
            <a:r>
              <a:rPr sz="975" b="0">
                <a:solidFill>
                  <a:srgbClr val="5E6D66"/>
                </a:solidFill>
              </a:rPr>
              <a:t>Clasificación formal antes de aplicar</a:t>
            </a:r>
          </a:p>
        </p:txBody>
      </p:sp>
      <p:sp>
        <p:nvSpPr>
          <p:cNvPr id="27" name="">
            <a:extLst xmlns:a="http://schemas.openxmlformats.org/drawingml/2006/main">
              <a:ext uri="{FF2B5EF4-FFF2-40B4-BE49-F238E27FC236}">
                <a16:creationId xmlns:a16="http://schemas.microsoft.com/office/drawing/2014/main" id="{C61218E0-87DA-477C-972A-1A2BF1406803}"/>
              </a:ext>
            </a:extLst>
          </p:cNvPr>
          <p:cNvSpPr>
            <a:spLocks xmlns:a="http://schemas.openxmlformats.org/drawingml/2006/main" noGrp="1"/>
          </p:cNvSpPr>
          <p:nvPr/>
        </p:nvSpPr>
        <p:spPr>
          <a:xfrm xmlns:a="http://schemas.openxmlformats.org/drawingml/2006/main">
            <a:off x="7219950" y="1581150"/>
            <a:ext cx="4362450" cy="3505200"/>
          </a:xfrm>
          <a:prstGeom xmlns:a="http://schemas.openxmlformats.org/drawingml/2006/main" prst="roundRect">
            <a:avLst>
              <a:gd name="adj" fmla="val 3261"/>
            </a:avLst>
          </a:prstGeom>
          <a:solidFill xmlns:a="http://schemas.openxmlformats.org/drawingml/2006/main">
            <a:srgbClr val="123F3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2951635-461E-46D9-8EF3-4FEFF821AB8F}"/>
              </a:ext>
            </a:extLst>
          </p:cNvPr>
          <p:cNvSpPr>
            <a:spLocks xmlns:a="http://schemas.openxmlformats.org/drawingml/2006/main" noGrp="1"/>
          </p:cNvSpPr>
          <p:nvPr/>
        </p:nvSpPr>
        <p:spPr>
          <a:xfrm xmlns:a="http://schemas.openxmlformats.org/drawingml/2006/main">
            <a:off x="7524750" y="1847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C86F"/>
                </a:solidFill>
              </a:defRPr>
            </a:pPr>
            <a:r>
              <a:rPr sz="1050" b="1">
                <a:solidFill>
                  <a:srgbClr val="A8C86F"/>
                </a:solidFill>
              </a:rPr>
              <a:t>RECOMENDACIÓN</a:t>
            </a:r>
          </a:p>
        </p:txBody>
      </p:sp>
      <p:sp>
        <p:nvSpPr>
          <p:cNvPr id="29" name="">
            <a:extLst xmlns:a="http://schemas.openxmlformats.org/drawingml/2006/main">
              <a:ext uri="{FF2B5EF4-FFF2-40B4-BE49-F238E27FC236}">
                <a16:creationId xmlns:a16="http://schemas.microsoft.com/office/drawing/2014/main" id="{C9D91A14-CC34-4D62-987B-BDAFD13BBA70}"/>
              </a:ext>
            </a:extLst>
          </p:cNvPr>
          <p:cNvSpPr>
            <a:spLocks xmlns:a="http://schemas.openxmlformats.org/drawingml/2006/main" noGrp="1"/>
          </p:cNvSpPr>
          <p:nvPr/>
        </p:nvSpPr>
        <p:spPr>
          <a:xfrm xmlns:a="http://schemas.openxmlformats.org/drawingml/2006/main">
            <a:off x="7524750" y="2324100"/>
            <a:ext cx="400050" cy="400050"/>
          </a:xfrm>
          <a:prstGeom xmlns:a="http://schemas.openxmlformats.org/drawingml/2006/main" prst="ellipse">
            <a:avLst/>
          </a:prstGeom>
          <a:solidFill xmlns:a="http://schemas.openxmlformats.org/drawingml/2006/main">
            <a:srgbClr val="2F7A5F"/>
          </a:solidFill>
          <a:ln xmlns:a="http://schemas.openxmlformats.org/drawingml/2006/main" w="0">
            <a:solidFill>
              <a:srgbClr val="2F7A5F"/>
            </a:solidFill>
            <a:prstDash val="solid"/>
          </a:ln>
        </p:spPr>
      </p:sp>
      <p:sp>
        <p:nvSpPr>
          <p:cNvPr id="30" name="">
            <a:extLst xmlns:a="http://schemas.openxmlformats.org/drawingml/2006/main">
              <a:ext uri="{FF2B5EF4-FFF2-40B4-BE49-F238E27FC236}">
                <a16:creationId xmlns:a16="http://schemas.microsoft.com/office/drawing/2014/main" id="{D0BDE68E-5FEC-443D-8FF9-71469C554961}"/>
              </a:ext>
            </a:extLst>
          </p:cNvPr>
          <p:cNvSpPr>
            <a:spLocks xmlns:a="http://schemas.openxmlformats.org/drawingml/2006/main" noGrp="1"/>
          </p:cNvSpPr>
          <p:nvPr/>
        </p:nvSpPr>
        <p:spPr>
          <a:xfrm xmlns:a="http://schemas.openxmlformats.org/drawingml/2006/main">
            <a:off x="7524750" y="2412111"/>
            <a:ext cx="400050" cy="2200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31" name="">
            <a:extLst xmlns:a="http://schemas.openxmlformats.org/drawingml/2006/main">
              <a:ext uri="{FF2B5EF4-FFF2-40B4-BE49-F238E27FC236}">
                <a16:creationId xmlns:a16="http://schemas.microsoft.com/office/drawing/2014/main" id="{EF7C84FB-BEEF-4C4A-9D4D-6E5691F71CA2}"/>
              </a:ext>
            </a:extLst>
          </p:cNvPr>
          <p:cNvSpPr>
            <a:spLocks xmlns:a="http://schemas.openxmlformats.org/drawingml/2006/main" noGrp="1"/>
          </p:cNvSpPr>
          <p:nvPr/>
        </p:nvSpPr>
        <p:spPr>
          <a:xfrm xmlns:a="http://schemas.openxmlformats.org/drawingml/2006/main">
            <a:off x="8096250" y="2314575"/>
            <a:ext cx="3067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Empezar con monitoreo rural</a:t>
            </a:r>
          </a:p>
        </p:txBody>
      </p:sp>
      <p:sp>
        <p:nvSpPr>
          <p:cNvPr id="32" name="">
            <a:extLst xmlns:a="http://schemas.openxmlformats.org/drawingml/2006/main">
              <a:ext uri="{FF2B5EF4-FFF2-40B4-BE49-F238E27FC236}">
                <a16:creationId xmlns:a16="http://schemas.microsoft.com/office/drawing/2014/main" id="{3C43F8A2-1142-4486-872A-D96B0588982B}"/>
              </a:ext>
            </a:extLst>
          </p:cNvPr>
          <p:cNvSpPr>
            <a:spLocks xmlns:a="http://schemas.openxmlformats.org/drawingml/2006/main" noGrp="1"/>
          </p:cNvSpPr>
          <p:nvPr/>
        </p:nvSpPr>
        <p:spPr>
          <a:xfrm xmlns:a="http://schemas.openxmlformats.org/drawingml/2006/main">
            <a:off x="8096250" y="2609850"/>
            <a:ext cx="3067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6F1E7"/>
                </a:solidFill>
              </a:defRPr>
            </a:pPr>
            <a:r>
              <a:rPr sz="1125" b="0">
                <a:solidFill>
                  <a:srgbClr val="F6F1E7"/>
                </a:solidFill>
              </a:rPr>
              <a:t>Imágenes, permiso, registro y privacidad.</a:t>
            </a:r>
          </a:p>
        </p:txBody>
      </p:sp>
      <p:sp>
        <p:nvSpPr>
          <p:cNvPr id="33" name="">
            <a:extLst xmlns:a="http://schemas.openxmlformats.org/drawingml/2006/main">
              <a:ext uri="{FF2B5EF4-FFF2-40B4-BE49-F238E27FC236}">
                <a16:creationId xmlns:a16="http://schemas.microsoft.com/office/drawing/2014/main" id="{782B7C6A-1C88-4D1A-8A03-40D78226B59A}"/>
              </a:ext>
            </a:extLst>
          </p:cNvPr>
          <p:cNvSpPr>
            <a:spLocks xmlns:a="http://schemas.openxmlformats.org/drawingml/2006/main" noGrp="1"/>
          </p:cNvSpPr>
          <p:nvPr/>
        </p:nvSpPr>
        <p:spPr>
          <a:xfrm xmlns:a="http://schemas.openxmlformats.org/drawingml/2006/main">
            <a:off x="7524750" y="3162300"/>
            <a:ext cx="400050" cy="400050"/>
          </a:xfrm>
          <a:prstGeom xmlns:a="http://schemas.openxmlformats.org/drawingml/2006/main" prst="ellipse">
            <a:avLst/>
          </a:prstGeom>
          <a:solidFill xmlns:a="http://schemas.openxmlformats.org/drawingml/2006/main">
            <a:srgbClr val="2F7A5F"/>
          </a:solidFill>
          <a:ln xmlns:a="http://schemas.openxmlformats.org/drawingml/2006/main" w="0">
            <a:solidFill>
              <a:srgbClr val="2F7A5F"/>
            </a:solidFill>
            <a:prstDash val="solid"/>
          </a:ln>
        </p:spPr>
      </p:sp>
      <p:sp>
        <p:nvSpPr>
          <p:cNvPr id="34" name="">
            <a:extLst xmlns:a="http://schemas.openxmlformats.org/drawingml/2006/main">
              <a:ext uri="{FF2B5EF4-FFF2-40B4-BE49-F238E27FC236}">
                <a16:creationId xmlns:a16="http://schemas.microsoft.com/office/drawing/2014/main" id="{68BFF5A6-19C5-4804-ABA3-597B04478752}"/>
              </a:ext>
            </a:extLst>
          </p:cNvPr>
          <p:cNvSpPr>
            <a:spLocks xmlns:a="http://schemas.openxmlformats.org/drawingml/2006/main" noGrp="1"/>
          </p:cNvSpPr>
          <p:nvPr/>
        </p:nvSpPr>
        <p:spPr>
          <a:xfrm xmlns:a="http://schemas.openxmlformats.org/drawingml/2006/main">
            <a:off x="7524750" y="3250311"/>
            <a:ext cx="400050" cy="2200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35" name="">
            <a:extLst xmlns:a="http://schemas.openxmlformats.org/drawingml/2006/main">
              <a:ext uri="{FF2B5EF4-FFF2-40B4-BE49-F238E27FC236}">
                <a16:creationId xmlns:a16="http://schemas.microsoft.com/office/drawing/2014/main" id="{AC80192D-39DB-4F49-AECD-BC8C29A6ECD6}"/>
              </a:ext>
            </a:extLst>
          </p:cNvPr>
          <p:cNvSpPr>
            <a:spLocks xmlns:a="http://schemas.openxmlformats.org/drawingml/2006/main" noGrp="1"/>
          </p:cNvSpPr>
          <p:nvPr/>
        </p:nvSpPr>
        <p:spPr>
          <a:xfrm xmlns:a="http://schemas.openxmlformats.org/drawingml/2006/main">
            <a:off x="8096250" y="3152775"/>
            <a:ext cx="3067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Validar el diagnóstico</a:t>
            </a:r>
          </a:p>
        </p:txBody>
      </p:sp>
      <p:sp>
        <p:nvSpPr>
          <p:cNvPr id="36" name="">
            <a:extLst xmlns:a="http://schemas.openxmlformats.org/drawingml/2006/main">
              <a:ext uri="{FF2B5EF4-FFF2-40B4-BE49-F238E27FC236}">
                <a16:creationId xmlns:a16="http://schemas.microsoft.com/office/drawing/2014/main" id="{3537398C-E27E-49F2-8AB0-39A1F3EF2555}"/>
              </a:ext>
            </a:extLst>
          </p:cNvPr>
          <p:cNvSpPr>
            <a:spLocks xmlns:a="http://schemas.openxmlformats.org/drawingml/2006/main" noGrp="1"/>
          </p:cNvSpPr>
          <p:nvPr/>
        </p:nvSpPr>
        <p:spPr>
          <a:xfrm xmlns:a="http://schemas.openxmlformats.org/drawingml/2006/main">
            <a:off x="8096250" y="3448050"/>
            <a:ext cx="3067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6F1E7"/>
                </a:solidFill>
              </a:defRPr>
            </a:pPr>
            <a:r>
              <a:rPr sz="1125" b="0">
                <a:solidFill>
                  <a:srgbClr val="F6F1E7"/>
                </a:solidFill>
              </a:rPr>
              <a:t>Ingeniero agrónomo cuando haya prescripción.</a:t>
            </a:r>
          </a:p>
        </p:txBody>
      </p:sp>
      <p:sp>
        <p:nvSpPr>
          <p:cNvPr id="37" name="">
            <a:extLst xmlns:a="http://schemas.openxmlformats.org/drawingml/2006/main">
              <a:ext uri="{FF2B5EF4-FFF2-40B4-BE49-F238E27FC236}">
                <a16:creationId xmlns:a16="http://schemas.microsoft.com/office/drawing/2014/main" id="{D6ACD5A9-84BE-4114-B475-76C273D37582}"/>
              </a:ext>
            </a:extLst>
          </p:cNvPr>
          <p:cNvSpPr>
            <a:spLocks xmlns:a="http://schemas.openxmlformats.org/drawingml/2006/main" noGrp="1"/>
          </p:cNvSpPr>
          <p:nvPr/>
        </p:nvSpPr>
        <p:spPr>
          <a:xfrm xmlns:a="http://schemas.openxmlformats.org/drawingml/2006/main">
            <a:off x="7524750" y="4000500"/>
            <a:ext cx="400050" cy="400050"/>
          </a:xfrm>
          <a:prstGeom xmlns:a="http://schemas.openxmlformats.org/drawingml/2006/main" prst="ellipse">
            <a:avLst/>
          </a:prstGeom>
          <a:solidFill xmlns:a="http://schemas.openxmlformats.org/drawingml/2006/main">
            <a:srgbClr val="D99A35"/>
          </a:solidFill>
          <a:ln xmlns:a="http://schemas.openxmlformats.org/drawingml/2006/main" w="0">
            <a:solidFill>
              <a:srgbClr val="D99A35"/>
            </a:solidFill>
            <a:prstDash val="solid"/>
          </a:ln>
        </p:spPr>
      </p:sp>
      <p:sp>
        <p:nvSpPr>
          <p:cNvPr id="38" name="">
            <a:extLst xmlns:a="http://schemas.openxmlformats.org/drawingml/2006/main">
              <a:ext uri="{FF2B5EF4-FFF2-40B4-BE49-F238E27FC236}">
                <a16:creationId xmlns:a16="http://schemas.microsoft.com/office/drawing/2014/main" id="{B3646372-0AC2-4C2B-B5DE-9768E0DDDEC1}"/>
              </a:ext>
            </a:extLst>
          </p:cNvPr>
          <p:cNvSpPr>
            <a:spLocks xmlns:a="http://schemas.openxmlformats.org/drawingml/2006/main" noGrp="1"/>
          </p:cNvSpPr>
          <p:nvPr/>
        </p:nvSpPr>
        <p:spPr>
          <a:xfrm xmlns:a="http://schemas.openxmlformats.org/drawingml/2006/main">
            <a:off x="7524750" y="4088511"/>
            <a:ext cx="400050" cy="2200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39" name="">
            <a:extLst xmlns:a="http://schemas.openxmlformats.org/drawingml/2006/main">
              <a:ext uri="{FF2B5EF4-FFF2-40B4-BE49-F238E27FC236}">
                <a16:creationId xmlns:a16="http://schemas.microsoft.com/office/drawing/2014/main" id="{04E923D9-92AE-4EE0-A06A-37955FBEEAEE}"/>
              </a:ext>
            </a:extLst>
          </p:cNvPr>
          <p:cNvSpPr>
            <a:spLocks xmlns:a="http://schemas.openxmlformats.org/drawingml/2006/main" noGrp="1"/>
          </p:cNvSpPr>
          <p:nvPr/>
        </p:nvSpPr>
        <p:spPr>
          <a:xfrm xmlns:a="http://schemas.openxmlformats.org/drawingml/2006/main">
            <a:off x="8096250" y="3990975"/>
            <a:ext cx="3067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Pilotear la aplicación</a:t>
            </a:r>
          </a:p>
        </p:txBody>
      </p:sp>
      <p:sp>
        <p:nvSpPr>
          <p:cNvPr id="40" name="">
            <a:extLst xmlns:a="http://schemas.openxmlformats.org/drawingml/2006/main">
              <a:ext uri="{FF2B5EF4-FFF2-40B4-BE49-F238E27FC236}">
                <a16:creationId xmlns:a16="http://schemas.microsoft.com/office/drawing/2014/main" id="{6F6E3DF1-2FF7-4A43-B4D6-BDB58D8E8E35}"/>
              </a:ext>
            </a:extLst>
          </p:cNvPr>
          <p:cNvSpPr>
            <a:spLocks xmlns:a="http://schemas.openxmlformats.org/drawingml/2006/main" noGrp="1"/>
          </p:cNvSpPr>
          <p:nvPr/>
        </p:nvSpPr>
        <p:spPr>
          <a:xfrm xmlns:a="http://schemas.openxmlformats.org/drawingml/2006/main">
            <a:off x="8096250" y="4286250"/>
            <a:ext cx="3067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6F1E7"/>
                </a:solidFill>
              </a:defRPr>
            </a:pPr>
            <a:r>
              <a:rPr sz="1125" b="0">
                <a:solidFill>
                  <a:srgbClr val="F6F1E7"/>
                </a:solidFill>
              </a:rPr>
              <a:t>Una provincia definida + matriz municipal.</a:t>
            </a:r>
          </a:p>
        </p:txBody>
      </p:sp>
      <p:sp>
        <p:nvSpPr>
          <p:cNvPr id="41" name="">
            <a:extLst xmlns:a="http://schemas.openxmlformats.org/drawingml/2006/main">
              <a:ext uri="{FF2B5EF4-FFF2-40B4-BE49-F238E27FC236}">
                <a16:creationId xmlns:a16="http://schemas.microsoft.com/office/drawing/2014/main" id="{725357E0-CC7F-426A-A41F-951CB71F04DA}"/>
              </a:ext>
            </a:extLst>
          </p:cNvPr>
          <p:cNvSpPr>
            <a:spLocks xmlns:a="http://schemas.openxmlformats.org/drawingml/2006/main" noGrp="1"/>
          </p:cNvSpPr>
          <p:nvPr/>
        </p:nvSpPr>
        <p:spPr>
          <a:xfrm xmlns:a="http://schemas.openxmlformats.org/drawingml/2006/main">
            <a:off x="609600" y="5448300"/>
            <a:ext cx="10972800" cy="647700"/>
          </a:xfrm>
          <a:prstGeom xmlns:a="http://schemas.openxmlformats.org/drawingml/2006/main" prst="roundRect">
            <a:avLst>
              <a:gd name="adj" fmla="val 17647"/>
            </a:avLst>
          </a:prstGeom>
          <a:solidFill xmlns:a="http://schemas.openxmlformats.org/drawingml/2006/main">
            <a:srgbClr val="E3EEE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00FA5F0-B421-4A4B-B803-D4A39E258A78}"/>
              </a:ext>
            </a:extLst>
          </p:cNvPr>
          <p:cNvSpPr>
            <a:spLocks xmlns:a="http://schemas.openxmlformats.org/drawingml/2006/main" noGrp="1"/>
          </p:cNvSpPr>
          <p:nvPr/>
        </p:nvSpPr>
        <p:spPr>
          <a:xfrm xmlns:a="http://schemas.openxmlformats.org/drawingml/2006/main">
            <a:off x="838200" y="56483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F7A5F"/>
                </a:solidFill>
              </a:defRPr>
            </a:pPr>
            <a:r>
              <a:rPr sz="1125" b="1">
                <a:solidFill>
                  <a:srgbClr val="2F7A5F"/>
                </a:solidFill>
              </a:rPr>
              <a:t>DECISIÓN DE DISEÑO</a:t>
            </a:r>
          </a:p>
        </p:txBody>
      </p:sp>
      <p:sp>
        <p:nvSpPr>
          <p:cNvPr id="43" name="">
            <a:extLst xmlns:a="http://schemas.openxmlformats.org/drawingml/2006/main">
              <a:ext uri="{FF2B5EF4-FFF2-40B4-BE49-F238E27FC236}">
                <a16:creationId xmlns:a16="http://schemas.microsoft.com/office/drawing/2014/main" id="{C8AECA31-C86A-44D8-BAF5-F40507B49025}"/>
              </a:ext>
            </a:extLst>
          </p:cNvPr>
          <p:cNvSpPr>
            <a:spLocks xmlns:a="http://schemas.openxmlformats.org/drawingml/2006/main" noGrp="1"/>
          </p:cNvSpPr>
          <p:nvPr/>
        </p:nvSpPr>
        <p:spPr>
          <a:xfrm xmlns:a="http://schemas.openxmlformats.org/drawingml/2006/main">
            <a:off x="3143250" y="56007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23F35"/>
                </a:solidFill>
              </a:defRPr>
            </a:pPr>
            <a:r>
              <a:rPr sz="1500" b="1">
                <a:solidFill>
                  <a:srgbClr val="123F35"/>
                </a:solidFill>
              </a:rPr>
              <a:t>Separar monitoreo y aplicación como dos líneas operativas y regulatorias.</a:t>
            </a:r>
          </a:p>
        </p:txBody>
      </p:sp>
      <p:sp>
        <p:nvSpPr>
          <p:cNvPr id="44" name="">
            <a:extLst xmlns:a="http://schemas.openxmlformats.org/drawingml/2006/main">
              <a:ext uri="{FF2B5EF4-FFF2-40B4-BE49-F238E27FC236}">
                <a16:creationId xmlns:a16="http://schemas.microsoft.com/office/drawing/2014/main" id="{AA60BFBD-F0AD-4084-978D-073389644F97}"/>
              </a:ext>
            </a:extLst>
          </p:cNvPr>
          <p:cNvSpPr>
            <a:spLocks xmlns:a="http://schemas.openxmlformats.org/drawingml/2006/main" noGrp="1"/>
          </p:cNvSpPr>
          <p:nvPr/>
        </p:nvSpPr>
        <p:spPr>
          <a:xfrm xmlns:a="http://schemas.openxmlformats.org/drawingml/2006/main">
            <a:off x="609600" y="6257925"/>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E6D66"/>
                </a:solidFill>
              </a:defRPr>
            </a:pPr>
            <a:r>
              <a:rPr sz="900" b="0">
                <a:solidFill>
                  <a:srgbClr val="5E6D66"/>
                </a:solidFill>
              </a:rPr>
              <a:t>Relevamiento inicial de Pampa y Litoral; cada municipio requiere control propio.</a:t>
            </a:r>
          </a:p>
        </p:txBody>
      </p:sp>
    </p:spTree>
    <p:extLst>
      <p:ext uri="{BB962C8B-B14F-4D97-AF65-F5344CB8AC3E}">
        <p14:creationId xmlns:p14="http://schemas.microsoft.com/office/powerpoint/2010/main" val="147666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2026-08-30T14:52:05.6330000Z</dcterms:created>
  <dcterms:modified xsi:type="dcterms:W3CDTF">2026-08-30T14:52:05.6330000Z</dcterms:modified>
</coreProperties>
</file>